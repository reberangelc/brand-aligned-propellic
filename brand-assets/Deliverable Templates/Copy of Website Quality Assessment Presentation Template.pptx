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embeddedFontLst>
    <p:embeddedFont>
      <p:font typeface="Roboto Slab Light"/>
      <p:regular r:id="rId17"/>
      <p:bold r:id="rId18"/>
    </p:embeddedFont>
    <p:embeddedFont>
      <p:font typeface="Roboto Slab"/>
      <p:regular r:id="rId19"/>
      <p:bold r:id="rId20"/>
    </p:embeddedFont>
    <p:embeddedFont>
      <p:font typeface="Roboto"/>
      <p:regular r:id="rId21"/>
      <p:bold r:id="rId22"/>
      <p:italic r:id="rId23"/>
      <p:boldItalic r:id="rId24"/>
    </p:embeddedFont>
    <p:embeddedFont>
      <p:font typeface="Proxima Nova"/>
      <p:regular r:id="rId25"/>
      <p:bold r:id="rId26"/>
      <p:italic r:id="rId27"/>
      <p:boldItalic r:id="rId28"/>
    </p:embeddedFont>
    <p:embeddedFont>
      <p:font typeface="Poppins"/>
      <p:regular r:id="rId29"/>
      <p:bold r:id="rId30"/>
      <p:italic r:id="rId31"/>
      <p:boldItalic r:id="rId32"/>
    </p:embeddedFont>
    <p:embeddedFont>
      <p:font typeface="Varela Round"/>
      <p:regular r:id="rId33"/>
    </p:embeddedFont>
    <p:embeddedFont>
      <p:font typeface="Proxima Nova Extrabold"/>
      <p:bold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0EB6A7-35F3-49A6-B2FF-BEDEEF2F899F}">
  <a:tblStyle styleId="{4E0EB6A7-35F3-49A6-B2FF-BEDEEF2F899F}"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Slab-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oppins-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italic.fntdata"/><Relationship Id="rId30" Type="http://schemas.openxmlformats.org/officeDocument/2006/relationships/font" Target="fonts/Poppins-bold.fntdata"/><Relationship Id="rId11" Type="http://schemas.openxmlformats.org/officeDocument/2006/relationships/slide" Target="slides/slide4.xml"/><Relationship Id="rId33" Type="http://schemas.openxmlformats.org/officeDocument/2006/relationships/font" Target="fonts/VarelaRound-regular.fntdata"/><Relationship Id="rId10" Type="http://schemas.openxmlformats.org/officeDocument/2006/relationships/slide" Target="slides/slide3.xml"/><Relationship Id="rId32" Type="http://schemas.openxmlformats.org/officeDocument/2006/relationships/font" Target="fonts/Poppins-boldItalic.fntdata"/><Relationship Id="rId13" Type="http://schemas.openxmlformats.org/officeDocument/2006/relationships/slide" Target="slides/slide6.xml"/><Relationship Id="rId35" Type="http://schemas.openxmlformats.org/officeDocument/2006/relationships/font" Target="fonts/RobotoLight-regular.fntdata"/><Relationship Id="rId12" Type="http://schemas.openxmlformats.org/officeDocument/2006/relationships/slide" Target="slides/slide5.xml"/><Relationship Id="rId34" Type="http://schemas.openxmlformats.org/officeDocument/2006/relationships/font" Target="fonts/ProximaNovaExtrabold-bold.fntdata"/><Relationship Id="rId15" Type="http://schemas.openxmlformats.org/officeDocument/2006/relationships/slide" Target="slides/slide8.xml"/><Relationship Id="rId37" Type="http://schemas.openxmlformats.org/officeDocument/2006/relationships/font" Target="fonts/RobotoLight-italic.fntdata"/><Relationship Id="rId14" Type="http://schemas.openxmlformats.org/officeDocument/2006/relationships/slide" Target="slides/slide7.xml"/><Relationship Id="rId36" Type="http://schemas.openxmlformats.org/officeDocument/2006/relationships/font" Target="fonts/RobotoLight-bold.fntdata"/><Relationship Id="rId17" Type="http://schemas.openxmlformats.org/officeDocument/2006/relationships/font" Target="fonts/RobotoSlabLight-regular.fntdata"/><Relationship Id="rId16" Type="http://schemas.openxmlformats.org/officeDocument/2006/relationships/slide" Target="slides/slide9.xml"/><Relationship Id="rId38" Type="http://schemas.openxmlformats.org/officeDocument/2006/relationships/font" Target="fonts/RobotoLight-boldItalic.fntdata"/><Relationship Id="rId19" Type="http://schemas.openxmlformats.org/officeDocument/2006/relationships/font" Target="fonts/RobotoSlab-regular.fntdata"/><Relationship Id="rId18" Type="http://schemas.openxmlformats.org/officeDocument/2006/relationships/font" Target="fonts/RobotoSlab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4pezrhGWH4xDjQbY4vLyRsrWH3AZpovtBqKRa2laLr8/edit#gid=826597665"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4pezrhGWH4xDjQbY4vLyRsrWH3AZpovtBqKRa2laLr8/edit#gid=826597665"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https://docs.google.com/spreadsheets/d/14pezrhGWH4xDjQbY4vLyRsrWH3AZpovtBqKRa2laLr8/edit#gid=826597665</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https://docs.google.com/spreadsheets/d/14pezrhGWH4xDjQbY4vLyRsrWH3AZpovtBqKRa2laLr8/edit#gid=826597665</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164" name="Shape 164"/>
        <p:cNvGrpSpPr/>
        <p:nvPr/>
      </p:nvGrpSpPr>
      <p:grpSpPr>
        <a:xfrm>
          <a:off x="0" y="0"/>
          <a:ext cx="0" cy="0"/>
          <a:chOff x="0" y="0"/>
          <a:chExt cx="0" cy="0"/>
        </a:xfrm>
      </p:grpSpPr>
      <p:sp>
        <p:nvSpPr>
          <p:cNvPr id="165" name="Google Shape;165;p35"/>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5"/>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5"/>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5"/>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5"/>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5"/>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5"/>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5"/>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5"/>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5"/>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5"/>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5"/>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5"/>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5"/>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5"/>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5"/>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5"/>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5"/>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5"/>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5"/>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5"/>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 name="Google Shape;187;p35"/>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434343"/>
              </a:buClr>
              <a:buSzPts val="4800"/>
              <a:buNone/>
              <a:defRPr sz="4800">
                <a:solidFill>
                  <a:srgbClr val="434343"/>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188" name="Shape 188"/>
        <p:cNvGrpSpPr/>
        <p:nvPr/>
      </p:nvGrpSpPr>
      <p:grpSpPr>
        <a:xfrm>
          <a:off x="0" y="0"/>
          <a:ext cx="0" cy="0"/>
          <a:chOff x="0" y="0"/>
          <a:chExt cx="0" cy="0"/>
        </a:xfrm>
      </p:grpSpPr>
      <p:sp>
        <p:nvSpPr>
          <p:cNvPr id="189" name="Google Shape;189;p36"/>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0" name="Google Shape;190;p36"/>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6"/>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6"/>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6"/>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6"/>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6"/>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6"/>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6"/>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6"/>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6"/>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6"/>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6"/>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6"/>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6"/>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6"/>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2" name="Google Shape;212;p36"/>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34343"/>
              </a:buClr>
              <a:buSzPts val="1800"/>
              <a:buNone/>
              <a:defRPr sz="1800">
                <a:solidFill>
                  <a:srgbClr val="434343"/>
                </a:solidFill>
              </a:defRPr>
            </a:lvl1pPr>
            <a:lvl2pPr lvl="1" rtl="0" algn="ctr">
              <a:spcBef>
                <a:spcPts val="1600"/>
              </a:spcBef>
              <a:spcAft>
                <a:spcPts val="0"/>
              </a:spcAft>
              <a:buClr>
                <a:srgbClr val="434343"/>
              </a:buClr>
              <a:buSzPts val="1800"/>
              <a:buNone/>
              <a:defRPr sz="1800">
                <a:solidFill>
                  <a:srgbClr val="434343"/>
                </a:solidFill>
              </a:defRPr>
            </a:lvl2pPr>
            <a:lvl3pPr lvl="2" rtl="0" algn="ctr">
              <a:spcBef>
                <a:spcPts val="1600"/>
              </a:spcBef>
              <a:spcAft>
                <a:spcPts val="0"/>
              </a:spcAft>
              <a:buClr>
                <a:srgbClr val="434343"/>
              </a:buClr>
              <a:buSzPts val="1800"/>
              <a:buNone/>
              <a:defRPr sz="1800">
                <a:solidFill>
                  <a:srgbClr val="434343"/>
                </a:solidFill>
              </a:defRPr>
            </a:lvl3pPr>
            <a:lvl4pPr lvl="3" rtl="0" algn="ctr">
              <a:spcBef>
                <a:spcPts val="1600"/>
              </a:spcBef>
              <a:spcAft>
                <a:spcPts val="0"/>
              </a:spcAft>
              <a:buClr>
                <a:srgbClr val="434343"/>
              </a:buClr>
              <a:buSzPts val="1400"/>
              <a:buNone/>
              <a:defRPr>
                <a:solidFill>
                  <a:srgbClr val="434343"/>
                </a:solidFill>
              </a:defRPr>
            </a:lvl4pPr>
            <a:lvl5pPr lvl="4" rtl="0" algn="ctr">
              <a:spcBef>
                <a:spcPts val="1600"/>
              </a:spcBef>
              <a:spcAft>
                <a:spcPts val="0"/>
              </a:spcAft>
              <a:buClr>
                <a:srgbClr val="434343"/>
              </a:buClr>
              <a:buSzPts val="1400"/>
              <a:buNone/>
              <a:defRPr>
                <a:solidFill>
                  <a:srgbClr val="434343"/>
                </a:solidFill>
              </a:defRPr>
            </a:lvl5pPr>
            <a:lvl6pPr lvl="5" rtl="0" algn="ctr">
              <a:spcBef>
                <a:spcPts val="1600"/>
              </a:spcBef>
              <a:spcAft>
                <a:spcPts val="0"/>
              </a:spcAft>
              <a:buClr>
                <a:srgbClr val="434343"/>
              </a:buClr>
              <a:buSzPts val="1400"/>
              <a:buNone/>
              <a:defRPr>
                <a:solidFill>
                  <a:srgbClr val="434343"/>
                </a:solidFill>
              </a:defRPr>
            </a:lvl6pPr>
            <a:lvl7pPr lvl="6" rtl="0" algn="ctr">
              <a:spcBef>
                <a:spcPts val="1600"/>
              </a:spcBef>
              <a:spcAft>
                <a:spcPts val="0"/>
              </a:spcAft>
              <a:buClr>
                <a:srgbClr val="434343"/>
              </a:buClr>
              <a:buSzPts val="1400"/>
              <a:buNone/>
              <a:defRPr>
                <a:solidFill>
                  <a:srgbClr val="434343"/>
                </a:solidFill>
              </a:defRPr>
            </a:lvl7pPr>
            <a:lvl8pPr lvl="7" rtl="0" algn="ctr">
              <a:spcBef>
                <a:spcPts val="1600"/>
              </a:spcBef>
              <a:spcAft>
                <a:spcPts val="0"/>
              </a:spcAft>
              <a:buClr>
                <a:srgbClr val="434343"/>
              </a:buClr>
              <a:buSzPts val="1400"/>
              <a:buNone/>
              <a:defRPr>
                <a:solidFill>
                  <a:srgbClr val="434343"/>
                </a:solidFill>
              </a:defRPr>
            </a:lvl8pPr>
            <a:lvl9pPr lvl="8" rtl="0" algn="ctr">
              <a:spcBef>
                <a:spcPts val="1600"/>
              </a:spcBef>
              <a:spcAft>
                <a:spcPts val="1600"/>
              </a:spcAft>
              <a:buClr>
                <a:srgbClr val="434343"/>
              </a:buClr>
              <a:buSzPts val="1400"/>
              <a:buNone/>
              <a:defRPr>
                <a:solidFill>
                  <a:srgbClr val="434343"/>
                </a:solidFill>
              </a:defRPr>
            </a:lvl9pPr>
          </a:lstStyle>
          <a:p/>
        </p:txBody>
      </p:sp>
      <p:sp>
        <p:nvSpPr>
          <p:cNvPr id="213" name="Google Shape;213;p36"/>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15" name="Shape 215"/>
        <p:cNvGrpSpPr/>
        <p:nvPr/>
      </p:nvGrpSpPr>
      <p:grpSpPr>
        <a:xfrm>
          <a:off x="0" y="0"/>
          <a:ext cx="0" cy="0"/>
          <a:chOff x="0" y="0"/>
          <a:chExt cx="0" cy="0"/>
        </a:xfrm>
      </p:grpSpPr>
      <p:sp>
        <p:nvSpPr>
          <p:cNvPr id="216" name="Google Shape;216;p37"/>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rtl="0" algn="ctr">
              <a:spcBef>
                <a:spcPts val="0"/>
              </a:spcBef>
              <a:spcAft>
                <a:spcPts val="0"/>
              </a:spcAft>
              <a:buSzPts val="2400"/>
              <a:buChar char="●"/>
              <a:defRPr i="1" sz="2400"/>
            </a:lvl1pPr>
            <a:lvl2pPr indent="-317500" lvl="1" marL="914400" rtl="0" algn="ctr">
              <a:spcBef>
                <a:spcPts val="1600"/>
              </a:spcBef>
              <a:spcAft>
                <a:spcPts val="0"/>
              </a:spcAft>
              <a:buSzPts val="1400"/>
              <a:buChar char="○"/>
              <a:defRPr i="1"/>
            </a:lvl2pPr>
            <a:lvl3pPr indent="-317500" lvl="2" marL="1371600" rtl="0" algn="ctr">
              <a:spcBef>
                <a:spcPts val="1600"/>
              </a:spcBef>
              <a:spcAft>
                <a:spcPts val="0"/>
              </a:spcAft>
              <a:buSzPts val="1400"/>
              <a:buChar char="■"/>
              <a:defRPr i="1"/>
            </a:lvl3pPr>
            <a:lvl4pPr indent="-381000" lvl="3" marL="1828800" rtl="0" algn="ctr">
              <a:spcBef>
                <a:spcPts val="1600"/>
              </a:spcBef>
              <a:spcAft>
                <a:spcPts val="0"/>
              </a:spcAft>
              <a:buSzPts val="2400"/>
              <a:buChar char="●"/>
              <a:defRPr i="1" sz="2400"/>
            </a:lvl4pPr>
            <a:lvl5pPr indent="-381000" lvl="4" marL="2286000" rtl="0" algn="ctr">
              <a:spcBef>
                <a:spcPts val="1600"/>
              </a:spcBef>
              <a:spcAft>
                <a:spcPts val="0"/>
              </a:spcAft>
              <a:buSzPts val="2400"/>
              <a:buChar char="○"/>
              <a:defRPr i="1" sz="2400"/>
            </a:lvl5pPr>
            <a:lvl6pPr indent="-381000" lvl="5" marL="2743200" rtl="0" algn="ctr">
              <a:spcBef>
                <a:spcPts val="1600"/>
              </a:spcBef>
              <a:spcAft>
                <a:spcPts val="0"/>
              </a:spcAft>
              <a:buSzPts val="2400"/>
              <a:buChar char="■"/>
              <a:defRPr i="1" sz="2400"/>
            </a:lvl6pPr>
            <a:lvl7pPr indent="-381000" lvl="6" marL="3200400" rtl="0" algn="ctr">
              <a:spcBef>
                <a:spcPts val="1600"/>
              </a:spcBef>
              <a:spcAft>
                <a:spcPts val="0"/>
              </a:spcAft>
              <a:buSzPts val="2400"/>
              <a:buChar char="●"/>
              <a:defRPr i="1" sz="2400"/>
            </a:lvl7pPr>
            <a:lvl8pPr indent="-381000" lvl="7" marL="3657600" rtl="0" algn="ctr">
              <a:spcBef>
                <a:spcPts val="1600"/>
              </a:spcBef>
              <a:spcAft>
                <a:spcPts val="0"/>
              </a:spcAft>
              <a:buSzPts val="2400"/>
              <a:buChar char="○"/>
              <a:defRPr i="1" sz="2400"/>
            </a:lvl8pPr>
            <a:lvl9pPr indent="-381000" lvl="8" marL="4114800" rtl="0" algn="ctr">
              <a:spcBef>
                <a:spcPts val="1600"/>
              </a:spcBef>
              <a:spcAft>
                <a:spcPts val="1600"/>
              </a:spcAft>
              <a:buSzPts val="2400"/>
              <a:buChar char="■"/>
              <a:defRPr i="1" sz="2400"/>
            </a:lvl9pPr>
          </a:lstStyle>
          <a:p/>
        </p:txBody>
      </p:sp>
      <p:sp>
        <p:nvSpPr>
          <p:cNvPr id="217" name="Google Shape;217;p37"/>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18" name="Google Shape;218;p37"/>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7"/>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7"/>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7"/>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7"/>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0" name="Shape 240"/>
        <p:cNvGrpSpPr/>
        <p:nvPr/>
      </p:nvGrpSpPr>
      <p:grpSpPr>
        <a:xfrm>
          <a:off x="0" y="0"/>
          <a:ext cx="0" cy="0"/>
          <a:chOff x="0" y="0"/>
          <a:chExt cx="0" cy="0"/>
        </a:xfrm>
      </p:grpSpPr>
      <p:sp>
        <p:nvSpPr>
          <p:cNvPr id="241" name="Google Shape;241;p38"/>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2" name="Google Shape;242;p38"/>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8"/>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8"/>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8"/>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8"/>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8"/>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8"/>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8"/>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8"/>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8"/>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8"/>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6" name="Google Shape;256;p38"/>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7" name="Google Shape;257;p38"/>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8" name="Google Shape;258;p38"/>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9" name="Google Shape;259;p3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260" name="Shape 260"/>
        <p:cNvGrpSpPr/>
        <p:nvPr/>
      </p:nvGrpSpPr>
      <p:grpSpPr>
        <a:xfrm>
          <a:off x="0" y="0"/>
          <a:ext cx="0" cy="0"/>
          <a:chOff x="0" y="0"/>
          <a:chExt cx="0" cy="0"/>
        </a:xfrm>
      </p:grpSpPr>
      <p:sp>
        <p:nvSpPr>
          <p:cNvPr id="261" name="Google Shape;261;p39"/>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62" name="Google Shape;262;p3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7" name="Shape 267"/>
        <p:cNvGrpSpPr/>
        <p:nvPr/>
      </p:nvGrpSpPr>
      <p:grpSpPr>
        <a:xfrm>
          <a:off x="0" y="0"/>
          <a:ext cx="0" cy="0"/>
          <a:chOff x="0" y="0"/>
          <a:chExt cx="0" cy="0"/>
        </a:xfrm>
      </p:grpSpPr>
      <p:sp>
        <p:nvSpPr>
          <p:cNvPr id="268" name="Google Shape;268;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69" name="Google Shape;269;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70" name="Google Shape;27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1" name="Shape 271"/>
        <p:cNvGrpSpPr/>
        <p:nvPr/>
      </p:nvGrpSpPr>
      <p:grpSpPr>
        <a:xfrm>
          <a:off x="0" y="0"/>
          <a:ext cx="0" cy="0"/>
          <a:chOff x="0" y="0"/>
          <a:chExt cx="0" cy="0"/>
        </a:xfrm>
      </p:grpSpPr>
      <p:sp>
        <p:nvSpPr>
          <p:cNvPr id="272" name="Google Shape;272;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6" name="Google Shape;27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 name="Shape 278"/>
        <p:cNvGrpSpPr/>
        <p:nvPr/>
      </p:nvGrpSpPr>
      <p:grpSpPr>
        <a:xfrm>
          <a:off x="0" y="0"/>
          <a:ext cx="0" cy="0"/>
          <a:chOff x="0" y="0"/>
          <a:chExt cx="0" cy="0"/>
        </a:xfrm>
      </p:grpSpPr>
      <p:sp>
        <p:nvSpPr>
          <p:cNvPr id="279" name="Google Shape;279;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0" name="Google Shape;280;p4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1" name="Google Shape;281;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2" name="Google Shape;28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5" name="Google Shape;28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8" name="Google Shape;288;p4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9" name="Google Shape;2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0" name="Shape 290"/>
        <p:cNvGrpSpPr/>
        <p:nvPr/>
      </p:nvGrpSpPr>
      <p:grpSpPr>
        <a:xfrm>
          <a:off x="0" y="0"/>
          <a:ext cx="0" cy="0"/>
          <a:chOff x="0" y="0"/>
          <a:chExt cx="0" cy="0"/>
        </a:xfrm>
      </p:grpSpPr>
      <p:sp>
        <p:nvSpPr>
          <p:cNvPr id="291" name="Google Shape;291;p4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92" name="Google Shape;29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sp>
        <p:nvSpPr>
          <p:cNvPr id="294" name="Google Shape;294;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96" name="Google Shape;296;p4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7" name="Google Shape;297;p4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98" name="Google Shape;29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9" name="Shape 299"/>
        <p:cNvGrpSpPr/>
        <p:nvPr/>
      </p:nvGrpSpPr>
      <p:grpSpPr>
        <a:xfrm>
          <a:off x="0" y="0"/>
          <a:ext cx="0" cy="0"/>
          <a:chOff x="0" y="0"/>
          <a:chExt cx="0" cy="0"/>
        </a:xfrm>
      </p:grpSpPr>
      <p:sp>
        <p:nvSpPr>
          <p:cNvPr id="300" name="Google Shape;300;p4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301" name="Google Shape;30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2" name="Shape 302"/>
        <p:cNvGrpSpPr/>
        <p:nvPr/>
      </p:nvGrpSpPr>
      <p:grpSpPr>
        <a:xfrm>
          <a:off x="0" y="0"/>
          <a:ext cx="0" cy="0"/>
          <a:chOff x="0" y="0"/>
          <a:chExt cx="0" cy="0"/>
        </a:xfrm>
      </p:grpSpPr>
      <p:sp>
        <p:nvSpPr>
          <p:cNvPr id="303" name="Google Shape;303;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4" name="Google Shape;304;p5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05" name="Google Shape;30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6" name="Shape 306"/>
        <p:cNvGrpSpPr/>
        <p:nvPr/>
      </p:nvGrpSpPr>
      <p:grpSpPr>
        <a:xfrm>
          <a:off x="0" y="0"/>
          <a:ext cx="0" cy="0"/>
          <a:chOff x="0" y="0"/>
          <a:chExt cx="0" cy="0"/>
        </a:xfrm>
      </p:grpSpPr>
      <p:sp>
        <p:nvSpPr>
          <p:cNvPr id="307" name="Google Shape;30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theme" Target="../theme/theme3.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2" Type="http://schemas.openxmlformats.org/officeDocument/2006/relationships/theme" Target="../theme/theme1.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266" name="Google Shape;26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4.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5.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Audit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Grace Rose Farm</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March 2022</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6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a:t>
            </a:r>
            <a:r>
              <a:rPr lang="en" sz="1200">
                <a:solidFill>
                  <a:schemeClr val="dk1"/>
                </a:solidFill>
                <a:latin typeface="Proxima Nova"/>
                <a:ea typeface="Proxima Nova"/>
                <a:cs typeface="Proxima Nova"/>
                <a:sym typeface="Proxima Nova"/>
              </a:rPr>
              <a:t> -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SEMRush</a:t>
            </a:r>
            <a:r>
              <a:rPr lang="en" sz="1200">
                <a:solidFill>
                  <a:schemeClr val="dk1"/>
                </a:solidFill>
                <a:latin typeface="Proxima Nova"/>
                <a:ea typeface="Proxima Nova"/>
                <a:cs typeface="Proxima Nova"/>
                <a:sym typeface="Proxima Nova"/>
              </a:rPr>
              <a:t> -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61" name="Google Shape;361;p56"/>
          <p:cNvGraphicFramePr/>
          <p:nvPr/>
        </p:nvGraphicFramePr>
        <p:xfrm>
          <a:off x="4264750" y="829363"/>
          <a:ext cx="3000000" cy="3000000"/>
        </p:xfrm>
        <a:graphic>
          <a:graphicData uri="http://schemas.openxmlformats.org/drawingml/2006/table">
            <a:tbl>
              <a:tblPr>
                <a:noFill/>
                <a:tableStyleId>{4E0EB6A7-35F3-49A6-B2FF-BEDEEF2F899F}</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62" name="Google Shape;362;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6" name="Shape 366"/>
        <p:cNvGrpSpPr/>
        <p:nvPr/>
      </p:nvGrpSpPr>
      <p:grpSpPr>
        <a:xfrm>
          <a:off x="0" y="0"/>
          <a:ext cx="0" cy="0"/>
          <a:chOff x="0" y="0"/>
          <a:chExt cx="0" cy="0"/>
        </a:xfrm>
      </p:grpSpPr>
      <p:pic>
        <p:nvPicPr>
          <p:cNvPr id="367" name="Google Shape;367;p5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68" name="Google Shape;368;p5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370" name="Google Shape;370;p57"/>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371" name="Google Shape;371;p5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372" name="Google Shape;372;p57"/>
          <p:cNvGraphicFramePr/>
          <p:nvPr/>
        </p:nvGraphicFramePr>
        <p:xfrm>
          <a:off x="4264750" y="829375"/>
          <a:ext cx="3000000" cy="3000000"/>
        </p:xfrm>
        <a:graphic>
          <a:graphicData uri="http://schemas.openxmlformats.org/drawingml/2006/table">
            <a:tbl>
              <a:tblPr>
                <a:noFill/>
                <a:tableStyleId>{4E0EB6A7-35F3-49A6-B2FF-BEDEEF2F899F}</a:tableStyleId>
              </a:tblPr>
              <a:tblGrid>
                <a:gridCol w="723575"/>
                <a:gridCol w="39096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dk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older blog posts / resource guides that you want to update with more recent information.</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Delete (404)</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2"/>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Update Content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is targeting relevant keywords but is too “thin” (less than 500 words) to rank for those keywords, we want to update the content on the page.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D9D9D9"/>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76" name="Shape 376"/>
        <p:cNvGrpSpPr/>
        <p:nvPr/>
      </p:nvGrpSpPr>
      <p:grpSpPr>
        <a:xfrm>
          <a:off x="0" y="0"/>
          <a:ext cx="0" cy="0"/>
          <a:chOff x="0" y="0"/>
          <a:chExt cx="0" cy="0"/>
        </a:xfrm>
      </p:grpSpPr>
      <p:sp>
        <p:nvSpPr>
          <p:cNvPr id="377" name="Google Shape;377;p58"/>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79" name="Google Shape;379;p58"/>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5 301 URLs and 44 404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(209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17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43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43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44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380" name="Google Shape;380;p58"/>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81" name="Google Shape;381;p58"/>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sp>
        <p:nvSpPr>
          <p:cNvPr id="386" name="Google Shape;386;p5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9"/>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388" name="Google Shape;388;p59"/>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Audit</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Develop a new system to handle 301’s from discontinued products</a:t>
            </a:r>
            <a:endParaRPr b="1" sz="1200">
              <a:solidFill>
                <a:schemeClr val="dk1"/>
              </a:solidFill>
              <a:latin typeface="Proxima Nova"/>
              <a:ea typeface="Proxima Nova"/>
              <a:cs typeface="Proxima Nova"/>
              <a:sym typeface="Proxima Nova"/>
            </a:endParaRPr>
          </a:p>
        </p:txBody>
      </p:sp>
      <p:pic>
        <p:nvPicPr>
          <p:cNvPr id="389" name="Google Shape;389;p5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390" name="Google Shape;390;p5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4" name="Shape 394"/>
        <p:cNvGrpSpPr/>
        <p:nvPr/>
      </p:nvGrpSpPr>
      <p:grpSpPr>
        <a:xfrm>
          <a:off x="0" y="0"/>
          <a:ext cx="0" cy="0"/>
          <a:chOff x="0" y="0"/>
          <a:chExt cx="0" cy="0"/>
        </a:xfrm>
      </p:grpSpPr>
      <p:sp>
        <p:nvSpPr>
          <p:cNvPr id="395" name="Google Shape;395;p60"/>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396" name="Google Shape;396;p60"/>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397" name="Google Shape;397;p60"/>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398" name="Google Shape;398;p60"/>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