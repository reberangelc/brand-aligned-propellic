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9" r:id="rId4"/>
    <p:sldMasterId id="2147483720" r:id="rId5"/>
    <p:sldMasterId id="2147483721" r:id="rId6"/>
    <p:sldMasterId id="214748372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Lst>
  <p:sldSz cy="5143500" cx="9144000"/>
  <p:notesSz cx="6858000" cy="9144000"/>
  <p:embeddedFontLst>
    <p:embeddedFont>
      <p:font typeface="Roboto Slab Light"/>
      <p:regular r:id="rId35"/>
      <p:bold r:id="rId36"/>
    </p:embeddedFont>
    <p:embeddedFont>
      <p:font typeface="Roboto Slab"/>
      <p:regular r:id="rId37"/>
      <p:bold r:id="rId38"/>
    </p:embeddedFont>
    <p:embeddedFont>
      <p:font typeface="Roboto"/>
      <p:regular r:id="rId39"/>
      <p:bold r:id="rId40"/>
      <p:italic r:id="rId41"/>
      <p:boldItalic r:id="rId42"/>
    </p:embeddedFont>
    <p:embeddedFont>
      <p:font typeface="Proxima Nova"/>
      <p:regular r:id="rId43"/>
      <p:bold r:id="rId44"/>
      <p:italic r:id="rId45"/>
      <p:boldItalic r:id="rId46"/>
    </p:embeddedFont>
    <p:embeddedFont>
      <p:font typeface="Montserrat"/>
      <p:regular r:id="rId47"/>
      <p:bold r:id="rId48"/>
      <p:italic r:id="rId49"/>
      <p:boldItalic r:id="rId50"/>
    </p:embeddedFont>
    <p:embeddedFont>
      <p:font typeface="Poppins"/>
      <p:regular r:id="rId51"/>
      <p:bold r:id="rId52"/>
      <p:italic r:id="rId53"/>
      <p:boldItalic r:id="rId54"/>
    </p:embeddedFont>
    <p:embeddedFont>
      <p:font typeface="Varela Round"/>
      <p:regular r:id="rId55"/>
    </p:embeddedFont>
    <p:embeddedFont>
      <p:font typeface="Proxima Nova Extrabold"/>
      <p:bold r:id="rId56"/>
    </p:embeddedFont>
    <p:embeddedFont>
      <p:font typeface="Roboto Light"/>
      <p:regular r:id="rId57"/>
      <p:bold r:id="rId58"/>
      <p:italic r:id="rId59"/>
      <p:boldItalic r:id="rId60"/>
    </p:embeddedFont>
    <p:embeddedFont>
      <p:font typeface="Century Gothic"/>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7DDDDD0-1EFF-494B-8CC1-C46AF70B220F}">
  <a:tblStyle styleId="{67DDDDD0-1EFF-494B-8CC1-C46AF70B220F}"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79807F7-95FD-499A-B129-CE8DC78E08E1}"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oboto-bold.fntdata"/><Relationship Id="rId42" Type="http://schemas.openxmlformats.org/officeDocument/2006/relationships/font" Target="fonts/Roboto-boldItalic.fntdata"/><Relationship Id="rId41" Type="http://schemas.openxmlformats.org/officeDocument/2006/relationships/font" Target="fonts/Roboto-italic.fntdata"/><Relationship Id="rId44" Type="http://schemas.openxmlformats.org/officeDocument/2006/relationships/font" Target="fonts/ProximaNova-bold.fntdata"/><Relationship Id="rId43" Type="http://schemas.openxmlformats.org/officeDocument/2006/relationships/font" Target="fonts/ProximaNova-regular.fntdata"/><Relationship Id="rId46" Type="http://schemas.openxmlformats.org/officeDocument/2006/relationships/font" Target="fonts/ProximaNova-boldItalic.fntdata"/><Relationship Id="rId45" Type="http://schemas.openxmlformats.org/officeDocument/2006/relationships/font" Target="fonts/ProximaNova-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font" Target="fonts/Montserrat-bold.fntdata"/><Relationship Id="rId47" Type="http://schemas.openxmlformats.org/officeDocument/2006/relationships/font" Target="fonts/Montserrat-regular.fntdata"/><Relationship Id="rId49" Type="http://schemas.openxmlformats.org/officeDocument/2006/relationships/font" Target="fonts/Montserrat-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font" Target="fonts/RobotoSlabLight-regular.fntdata"/><Relationship Id="rId34" Type="http://schemas.openxmlformats.org/officeDocument/2006/relationships/slide" Target="slides/slide26.xml"/><Relationship Id="rId37" Type="http://schemas.openxmlformats.org/officeDocument/2006/relationships/font" Target="fonts/RobotoSlab-regular.fntdata"/><Relationship Id="rId36" Type="http://schemas.openxmlformats.org/officeDocument/2006/relationships/font" Target="fonts/RobotoSlabLight-bold.fntdata"/><Relationship Id="rId39" Type="http://schemas.openxmlformats.org/officeDocument/2006/relationships/font" Target="fonts/Roboto-regular.fntdata"/><Relationship Id="rId38" Type="http://schemas.openxmlformats.org/officeDocument/2006/relationships/font" Target="fonts/RobotoSlab-bold.fntdata"/><Relationship Id="rId62" Type="http://schemas.openxmlformats.org/officeDocument/2006/relationships/font" Target="fonts/CenturyGothic-bold.fntdata"/><Relationship Id="rId61" Type="http://schemas.openxmlformats.org/officeDocument/2006/relationships/font" Target="fonts/CenturyGothic-regular.fntdata"/><Relationship Id="rId20" Type="http://schemas.openxmlformats.org/officeDocument/2006/relationships/slide" Target="slides/slide12.xml"/><Relationship Id="rId64" Type="http://schemas.openxmlformats.org/officeDocument/2006/relationships/font" Target="fonts/CenturyGothic-boldItalic.fntdata"/><Relationship Id="rId63" Type="http://schemas.openxmlformats.org/officeDocument/2006/relationships/font" Target="fonts/CenturyGothic-italic.fntdata"/><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60" Type="http://schemas.openxmlformats.org/officeDocument/2006/relationships/font" Target="fonts/RobotoLight-boldItalic.fntdata"/><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Poppins-regular.fntdata"/><Relationship Id="rId50" Type="http://schemas.openxmlformats.org/officeDocument/2006/relationships/font" Target="fonts/Montserrat-boldItalic.fntdata"/><Relationship Id="rId53" Type="http://schemas.openxmlformats.org/officeDocument/2006/relationships/font" Target="fonts/Poppins-italic.fntdata"/><Relationship Id="rId52" Type="http://schemas.openxmlformats.org/officeDocument/2006/relationships/font" Target="fonts/Poppins-bold.fntdata"/><Relationship Id="rId11" Type="http://schemas.openxmlformats.org/officeDocument/2006/relationships/slide" Target="slides/slide3.xml"/><Relationship Id="rId55" Type="http://schemas.openxmlformats.org/officeDocument/2006/relationships/font" Target="fonts/VarelaRound-regular.fntdata"/><Relationship Id="rId10" Type="http://schemas.openxmlformats.org/officeDocument/2006/relationships/slide" Target="slides/slide2.xml"/><Relationship Id="rId54" Type="http://schemas.openxmlformats.org/officeDocument/2006/relationships/font" Target="fonts/Poppins-boldItalic.fntdata"/><Relationship Id="rId13" Type="http://schemas.openxmlformats.org/officeDocument/2006/relationships/slide" Target="slides/slide5.xml"/><Relationship Id="rId57" Type="http://schemas.openxmlformats.org/officeDocument/2006/relationships/font" Target="fonts/RobotoLight-regular.fntdata"/><Relationship Id="rId12" Type="http://schemas.openxmlformats.org/officeDocument/2006/relationships/slide" Target="slides/slide4.xml"/><Relationship Id="rId56" Type="http://schemas.openxmlformats.org/officeDocument/2006/relationships/font" Target="fonts/ProximaNovaExtrabold-bold.fntdata"/><Relationship Id="rId15" Type="http://schemas.openxmlformats.org/officeDocument/2006/relationships/slide" Target="slides/slide7.xml"/><Relationship Id="rId59" Type="http://schemas.openxmlformats.org/officeDocument/2006/relationships/font" Target="fonts/RobotoLight-italic.fntdata"/><Relationship Id="rId14" Type="http://schemas.openxmlformats.org/officeDocument/2006/relationships/slide" Target="slides/slide6.xml"/><Relationship Id="rId58" Type="http://schemas.openxmlformats.org/officeDocument/2006/relationships/font" Target="fonts/RobotoLight-bold.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lAqqLwpetqKyUZXNqToVTvTx8vuvYWrVp5ga8fPBadg/edit?gid=1618588231#gid=1618588231"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lAqqLwpetqKyUZXNqToVTvTx8vuvYWrVp5ga8fPBadg/edit?gid=92554350#gid=92554350"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13b4493eaa3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13b4493eaa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13b4493eaa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13b4493eaa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13b4493eaa3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13b4493eaa3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13b4493eaa3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13b4493eaa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41615818f2_0_9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41615818f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13b4493eaa3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13b4493eaa3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41615818f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41615818f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41615818f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41615818f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41615818f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341615818f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41615818f2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41615818f2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41615818f2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41615818f2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41615818f2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41615818f2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41615818f2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41615818f2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41615818f2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41615818f2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41615818f2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341615818f2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41615818f2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41615818f2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41615818f2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41615818f2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41615818f2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341615818f2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13b6442f6a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13b6442f6a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41615818f2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341615818f2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https://docs.google.com/spreadsheets/d/1lAqqLwpetqKyUZXNqToVTvTx8vuvYWrVp5ga8fPBadg/edit?gid=1618588231#gid=1618588231</a:t>
            </a:r>
            <a:r>
              <a:rPr lang="en"/>
              <a:t>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41615818f2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341615818f2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https://docs.google.com/spreadsheets/d/1lAqqLwpetqKyUZXNqToVTvTx8vuvYWrVp5ga8fPBadg/edit?gid=92554350#gid=92554350</a:t>
            </a:r>
            <a:r>
              <a:rPr lang="en"/>
              <a:t>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13b6442f6a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13b6442f6a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41615818f2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41615818f2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41615818f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341615818f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WQA: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13b6442f6a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13b6442f6a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WQA: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13b6442f6a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13b6442f6a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6.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6.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14.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9.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14.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7.png"/><Relationship Id="rId3" Type="http://schemas.openxmlformats.org/officeDocument/2006/relationships/image" Target="../media/image6.png"/><Relationship Id="rId4" Type="http://schemas.openxmlformats.org/officeDocument/2006/relationships/image" Target="../media/image22.png"/><Relationship Id="rId5" Type="http://schemas.openxmlformats.org/officeDocument/2006/relationships/image" Target="../media/image3.png"/><Relationship Id="rId6" Type="http://schemas.openxmlformats.org/officeDocument/2006/relationships/image" Target="../media/image14.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9.jpg"/><Relationship Id="rId3" Type="http://schemas.openxmlformats.org/officeDocument/2006/relationships/image" Target="../media/image38.png"/><Relationship Id="rId4" Type="http://schemas.openxmlformats.org/officeDocument/2006/relationships/image" Target="../media/image3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52375" y="2435825"/>
            <a:ext cx="4659000" cy="16104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73763"/>
              </a:buClr>
              <a:buSzPts val="3600"/>
              <a:buFont typeface="Roboto Slab"/>
              <a:buNone/>
              <a:defRPr sz="3600">
                <a:solidFill>
                  <a:srgbClr val="073763"/>
                </a:solidFill>
                <a:latin typeface="Roboto Slab"/>
                <a:ea typeface="Roboto Slab"/>
                <a:cs typeface="Roboto Slab"/>
                <a:sym typeface="Roboto Slab"/>
              </a:defRPr>
            </a:lvl1pPr>
            <a:lvl2pPr lvl="1"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2pPr>
            <a:lvl3pPr lvl="2"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3pPr>
            <a:lvl4pPr lvl="3"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4pPr>
            <a:lvl5pPr lvl="4"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5pPr>
            <a:lvl6pPr lvl="5"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6pPr>
            <a:lvl7pPr lvl="6"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7pPr>
            <a:lvl8pPr lvl="7"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8pPr>
            <a:lvl9pPr lvl="8"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9pPr>
          </a:lstStyle>
          <a:p/>
        </p:txBody>
      </p:sp>
      <p:sp>
        <p:nvSpPr>
          <p:cNvPr id="11" name="Google Shape;11;p2"/>
          <p:cNvSpPr/>
          <p:nvPr/>
        </p:nvSpPr>
        <p:spPr>
          <a:xfrm>
            <a:off x="-8100" y="4238450"/>
            <a:ext cx="9160200" cy="9153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idx="1" type="subTitle"/>
          </p:nvPr>
        </p:nvSpPr>
        <p:spPr>
          <a:xfrm>
            <a:off x="31170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pic>
        <p:nvPicPr>
          <p:cNvPr id="13" name="Google Shape;13;p2"/>
          <p:cNvPicPr preferRelativeResize="0"/>
          <p:nvPr/>
        </p:nvPicPr>
        <p:blipFill>
          <a:blip r:embed="rId2">
            <a:alphaModFix/>
          </a:blip>
          <a:stretch>
            <a:fillRect/>
          </a:stretch>
        </p:blipFill>
        <p:spPr>
          <a:xfrm>
            <a:off x="462650" y="250076"/>
            <a:ext cx="2852902" cy="551300"/>
          </a:xfrm>
          <a:prstGeom prst="rect">
            <a:avLst/>
          </a:prstGeom>
          <a:noFill/>
          <a:ln>
            <a:noFill/>
          </a:ln>
        </p:spPr>
      </p:pic>
      <p:sp>
        <p:nvSpPr>
          <p:cNvPr id="14" name="Google Shape;14;p2"/>
          <p:cNvSpPr txBox="1"/>
          <p:nvPr>
            <p:ph idx="2" type="subTitle"/>
          </p:nvPr>
        </p:nvSpPr>
        <p:spPr>
          <a:xfrm>
            <a:off x="525575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15" name="Google Shape;15;p2"/>
          <p:cNvSpPr/>
          <p:nvPr/>
        </p:nvSpPr>
        <p:spPr>
          <a:xfrm>
            <a:off x="-8100" y="4238450"/>
            <a:ext cx="22275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219275" y="4238438"/>
            <a:ext cx="22782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497575" y="4238450"/>
            <a:ext cx="2241900" cy="732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6739575" y="4238450"/>
            <a:ext cx="24045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3"/>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 name="Google Shape;21;p3"/>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2" name="Google Shape;22;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3"/>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 name="Google Shape;25;p3"/>
          <p:cNvSpPr/>
          <p:nvPr/>
        </p:nvSpPr>
        <p:spPr>
          <a:xfrm>
            <a:off x="0" y="626375"/>
            <a:ext cx="91440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6" name="Shape 26"/>
        <p:cNvGrpSpPr/>
        <p:nvPr/>
      </p:nvGrpSpPr>
      <p:grpSpPr>
        <a:xfrm>
          <a:off x="0" y="0"/>
          <a:ext cx="0" cy="0"/>
          <a:chOff x="0" y="0"/>
          <a:chExt cx="0" cy="0"/>
        </a:xfrm>
      </p:grpSpPr>
      <p:sp>
        <p:nvSpPr>
          <p:cNvPr id="27" name="Google Shape;27;p4"/>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4"/>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4"/>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4"/>
          <p:cNvSpPr/>
          <p:nvPr/>
        </p:nvSpPr>
        <p:spPr>
          <a:xfrm>
            <a:off x="0" y="626375"/>
            <a:ext cx="91440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p:cSld name="TITLE_AND_BODY_2_1">
    <p:spTree>
      <p:nvGrpSpPr>
        <p:cNvPr id="33" name="Shape 33"/>
        <p:cNvGrpSpPr/>
        <p:nvPr/>
      </p:nvGrpSpPr>
      <p:grpSpPr>
        <a:xfrm>
          <a:off x="0" y="0"/>
          <a:ext cx="0" cy="0"/>
          <a:chOff x="0" y="0"/>
          <a:chExt cx="0" cy="0"/>
        </a:xfrm>
      </p:grpSpPr>
      <p:sp>
        <p:nvSpPr>
          <p:cNvPr id="34" name="Google Shape;34;p5"/>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36" name="Google Shape;36;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5"/>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p:nvPr/>
        </p:nvSpPr>
        <p:spPr>
          <a:xfrm>
            <a:off x="0" y="626375"/>
            <a:ext cx="9144000" cy="73200"/>
          </a:xfrm>
          <a:prstGeom prst="rect">
            <a:avLst/>
          </a:prstGeom>
          <a:solidFill>
            <a:srgbClr val="A61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1">
  <p:cSld name="TITLE_AND_BODY_2_1_1">
    <p:spTree>
      <p:nvGrpSpPr>
        <p:cNvPr id="40" name="Shape 40"/>
        <p:cNvGrpSpPr/>
        <p:nvPr/>
      </p:nvGrpSpPr>
      <p:grpSpPr>
        <a:xfrm>
          <a:off x="0" y="0"/>
          <a:ext cx="0" cy="0"/>
          <a:chOff x="0" y="0"/>
          <a:chExt cx="0" cy="0"/>
        </a:xfrm>
      </p:grpSpPr>
      <p:sp>
        <p:nvSpPr>
          <p:cNvPr id="41" name="Google Shape;41;p6"/>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6"/>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6"/>
          <p:cNvSpPr/>
          <p:nvPr/>
        </p:nvSpPr>
        <p:spPr>
          <a:xfrm>
            <a:off x="0" y="626375"/>
            <a:ext cx="91440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7" name="Shape 4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spTree>
      <p:nvGrpSpPr>
        <p:cNvPr id="48" name="Shape 48"/>
        <p:cNvGrpSpPr/>
        <p:nvPr/>
      </p:nvGrpSpPr>
      <p:grpSpPr>
        <a:xfrm>
          <a:off x="0" y="0"/>
          <a:ext cx="0" cy="0"/>
          <a:chOff x="0" y="0"/>
          <a:chExt cx="0" cy="0"/>
        </a:xfrm>
      </p:grpSpPr>
      <p:sp>
        <p:nvSpPr>
          <p:cNvPr id="49" name="Google Shape;49;p8"/>
          <p:cNvSpPr/>
          <p:nvPr/>
        </p:nvSpPr>
        <p:spPr>
          <a:xfrm>
            <a:off x="1643325" y="667100"/>
            <a:ext cx="5963100" cy="39537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nvSpPr>
        <p:spPr>
          <a:xfrm>
            <a:off x="2025675" y="935550"/>
            <a:ext cx="5255400" cy="340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Text goes here.</a:t>
            </a:r>
            <a:endParaRPr>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4" name="Google Shape;54;p9"/>
          <p:cNvSpPr txBox="1"/>
          <p:nvPr>
            <p:ph idx="1" type="subTitle"/>
          </p:nvPr>
        </p:nvSpPr>
        <p:spPr>
          <a:xfrm>
            <a:off x="265500" y="175400"/>
            <a:ext cx="40452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73763"/>
              </a:buClr>
              <a:buSzPts val="2100"/>
              <a:buFont typeface="Roboto Slab"/>
              <a:buNone/>
              <a:defRPr sz="2100">
                <a:solidFill>
                  <a:srgbClr val="073763"/>
                </a:solidFill>
                <a:latin typeface="Roboto Slab"/>
                <a:ea typeface="Roboto Slab"/>
                <a:cs typeface="Roboto Slab"/>
                <a:sym typeface="Roboto Slab"/>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rtl="0">
              <a:spcBef>
                <a:spcPts val="0"/>
              </a:spcBef>
              <a:spcAft>
                <a:spcPts val="0"/>
              </a:spcAft>
              <a:buClr>
                <a:srgbClr val="FFFFFF"/>
              </a:buClr>
              <a:buSzPts val="1400"/>
              <a:buFont typeface="Roboto"/>
              <a:buChar char="●"/>
              <a:defRPr sz="1400">
                <a:solidFill>
                  <a:srgbClr val="FFFFFF"/>
                </a:solidFill>
                <a:latin typeface="Roboto"/>
                <a:ea typeface="Roboto"/>
                <a:cs typeface="Roboto"/>
                <a:sym typeface="Roboto"/>
              </a:defRPr>
            </a:lvl1pPr>
            <a:lvl2pPr indent="-317500" lvl="1" marL="914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2pPr>
            <a:lvl3pPr indent="-317500" lvl="2" marL="1371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3pPr>
            <a:lvl4pPr indent="-317500" lvl="3" marL="18288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4pPr>
            <a:lvl5pPr indent="-317500" lvl="4" marL="22860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5pPr>
            <a:lvl6pPr indent="-317500" lvl="5" marL="27432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6pPr>
            <a:lvl7pPr indent="-317500" lvl="6" marL="3200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7pPr>
            <a:lvl8pPr indent="-317500" lvl="7" marL="3657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8pPr>
            <a:lvl9pPr indent="-317500" lvl="8" marL="4114800" rtl="0">
              <a:spcBef>
                <a:spcPts val="1600"/>
              </a:spcBef>
              <a:spcAft>
                <a:spcPts val="1600"/>
              </a:spcAft>
              <a:buClr>
                <a:srgbClr val="FFFFFF"/>
              </a:buClr>
              <a:buSzPts val="1400"/>
              <a:buFont typeface="Roboto"/>
              <a:buChar char="■"/>
              <a:defRPr>
                <a:solidFill>
                  <a:srgbClr val="FFFFFF"/>
                </a:solidFill>
                <a:latin typeface="Roboto"/>
                <a:ea typeface="Roboto"/>
                <a:cs typeface="Roboto"/>
                <a:sym typeface="Roboto"/>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Font typeface="Varela Round"/>
              <a:buNone/>
              <a:defRPr sz="3600">
                <a:latin typeface="Varela Round"/>
                <a:ea typeface="Varela Round"/>
                <a:cs typeface="Varela Round"/>
                <a:sym typeface="Varela Roun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0" name="Shape 60"/>
        <p:cNvGrpSpPr/>
        <p:nvPr/>
      </p:nvGrpSpPr>
      <p:grpSpPr>
        <a:xfrm>
          <a:off x="0" y="0"/>
          <a:ext cx="0" cy="0"/>
          <a:chOff x="0" y="0"/>
          <a:chExt cx="0" cy="0"/>
        </a:xfrm>
      </p:grpSpPr>
      <p:sp>
        <p:nvSpPr>
          <p:cNvPr id="61" name="Google Shape;61;p11"/>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 name="Google Shape;62;p11"/>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64" name="Google Shape;64;p11"/>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
        <p:nvSpPr>
          <p:cNvPr id="66" name="Google Shape;66;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67" name="Shape 67"/>
        <p:cNvGrpSpPr/>
        <p:nvPr/>
      </p:nvGrpSpPr>
      <p:grpSpPr>
        <a:xfrm>
          <a:off x="0" y="0"/>
          <a:ext cx="0" cy="0"/>
          <a:chOff x="0" y="0"/>
          <a:chExt cx="0" cy="0"/>
        </a:xfrm>
      </p:grpSpPr>
      <p:sp>
        <p:nvSpPr>
          <p:cNvPr id="68" name="Google Shape;68;p13"/>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9" name="Google Shape;69;p13"/>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70" name="Google Shape;70;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3"/>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72" name="Google Shape;72;p13"/>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3" name="Shape 73"/>
        <p:cNvGrpSpPr/>
        <p:nvPr/>
      </p:nvGrpSpPr>
      <p:grpSpPr>
        <a:xfrm>
          <a:off x="0" y="0"/>
          <a:ext cx="0" cy="0"/>
          <a:chOff x="0" y="0"/>
          <a:chExt cx="0" cy="0"/>
        </a:xfrm>
      </p:grpSpPr>
      <p:sp>
        <p:nvSpPr>
          <p:cNvPr id="74" name="Google Shape;74;p1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400"/>
              <a:buNone/>
              <a:defRPr/>
            </a:lvl1pPr>
          </a:lstStyle>
          <a:p/>
        </p:txBody>
      </p:sp>
      <p:sp>
        <p:nvSpPr>
          <p:cNvPr id="75" name="Google Shape;7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76" name="Shape 76"/>
        <p:cNvGrpSpPr/>
        <p:nvPr/>
      </p:nvGrpSpPr>
      <p:grpSpPr>
        <a:xfrm>
          <a:off x="0" y="0"/>
          <a:ext cx="0" cy="0"/>
          <a:chOff x="0" y="0"/>
          <a:chExt cx="0" cy="0"/>
        </a:xfrm>
      </p:grpSpPr>
      <p:sp>
        <p:nvSpPr>
          <p:cNvPr id="77" name="Google Shape;77;p15"/>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 name="Google Shape;78;p1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79" name="Google Shape;7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0" name="Google Shape;80;p15"/>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81" name="Shape 81"/>
        <p:cNvGrpSpPr/>
        <p:nvPr/>
      </p:nvGrpSpPr>
      <p:grpSpPr>
        <a:xfrm>
          <a:off x="0" y="0"/>
          <a:ext cx="0" cy="0"/>
          <a:chOff x="0" y="0"/>
          <a:chExt cx="0" cy="0"/>
        </a:xfrm>
      </p:grpSpPr>
      <p:sp>
        <p:nvSpPr>
          <p:cNvPr id="82" name="Google Shape;82;p16"/>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84" name="Google Shape;8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5" name="Google Shape;85;p16"/>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86" name="Shape 86"/>
        <p:cNvGrpSpPr/>
        <p:nvPr/>
      </p:nvGrpSpPr>
      <p:grpSpPr>
        <a:xfrm>
          <a:off x="0" y="0"/>
          <a:ext cx="0" cy="0"/>
          <a:chOff x="0" y="0"/>
          <a:chExt cx="0" cy="0"/>
        </a:xfrm>
      </p:grpSpPr>
      <p:sp>
        <p:nvSpPr>
          <p:cNvPr id="87" name="Google Shape;87;p17"/>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Font typeface="Roboto"/>
              <a:buNone/>
              <a:defRPr sz="4800">
                <a:latin typeface="Roboto"/>
                <a:ea typeface="Roboto"/>
                <a:cs typeface="Roboto"/>
                <a:sym typeface="Roboto"/>
              </a:defRPr>
            </a:lvl2pPr>
            <a:lvl3pPr lvl="2" rtl="0">
              <a:spcBef>
                <a:spcPts val="0"/>
              </a:spcBef>
              <a:spcAft>
                <a:spcPts val="0"/>
              </a:spcAft>
              <a:buSzPts val="4800"/>
              <a:buFont typeface="Roboto"/>
              <a:buNone/>
              <a:defRPr sz="4800">
                <a:latin typeface="Roboto"/>
                <a:ea typeface="Roboto"/>
                <a:cs typeface="Roboto"/>
                <a:sym typeface="Roboto"/>
              </a:defRPr>
            </a:lvl3pPr>
            <a:lvl4pPr lvl="3" rtl="0">
              <a:spcBef>
                <a:spcPts val="0"/>
              </a:spcBef>
              <a:spcAft>
                <a:spcPts val="0"/>
              </a:spcAft>
              <a:buSzPts val="4800"/>
              <a:buFont typeface="Roboto"/>
              <a:buNone/>
              <a:defRPr sz="4800">
                <a:latin typeface="Roboto"/>
                <a:ea typeface="Roboto"/>
                <a:cs typeface="Roboto"/>
                <a:sym typeface="Roboto"/>
              </a:defRPr>
            </a:lvl4pPr>
            <a:lvl5pPr lvl="4" rtl="0">
              <a:spcBef>
                <a:spcPts val="0"/>
              </a:spcBef>
              <a:spcAft>
                <a:spcPts val="0"/>
              </a:spcAft>
              <a:buSzPts val="4800"/>
              <a:buFont typeface="Roboto"/>
              <a:buNone/>
              <a:defRPr sz="4800">
                <a:latin typeface="Roboto"/>
                <a:ea typeface="Roboto"/>
                <a:cs typeface="Roboto"/>
                <a:sym typeface="Roboto"/>
              </a:defRPr>
            </a:lvl5pPr>
            <a:lvl6pPr lvl="5" rtl="0">
              <a:spcBef>
                <a:spcPts val="0"/>
              </a:spcBef>
              <a:spcAft>
                <a:spcPts val="0"/>
              </a:spcAft>
              <a:buSzPts val="4800"/>
              <a:buFont typeface="Roboto"/>
              <a:buNone/>
              <a:defRPr sz="4800">
                <a:latin typeface="Roboto"/>
                <a:ea typeface="Roboto"/>
                <a:cs typeface="Roboto"/>
                <a:sym typeface="Roboto"/>
              </a:defRPr>
            </a:lvl6pPr>
            <a:lvl7pPr lvl="6" rtl="0">
              <a:spcBef>
                <a:spcPts val="0"/>
              </a:spcBef>
              <a:spcAft>
                <a:spcPts val="0"/>
              </a:spcAft>
              <a:buSzPts val="4800"/>
              <a:buFont typeface="Roboto"/>
              <a:buNone/>
              <a:defRPr sz="4800">
                <a:latin typeface="Roboto"/>
                <a:ea typeface="Roboto"/>
                <a:cs typeface="Roboto"/>
                <a:sym typeface="Roboto"/>
              </a:defRPr>
            </a:lvl7pPr>
            <a:lvl8pPr lvl="7" rtl="0">
              <a:spcBef>
                <a:spcPts val="0"/>
              </a:spcBef>
              <a:spcAft>
                <a:spcPts val="0"/>
              </a:spcAft>
              <a:buSzPts val="4800"/>
              <a:buFont typeface="Roboto"/>
              <a:buNone/>
              <a:defRPr sz="4800">
                <a:latin typeface="Roboto"/>
                <a:ea typeface="Roboto"/>
                <a:cs typeface="Roboto"/>
                <a:sym typeface="Roboto"/>
              </a:defRPr>
            </a:lvl8pPr>
            <a:lvl9pPr lvl="8" rtl="0">
              <a:spcBef>
                <a:spcPts val="0"/>
              </a:spcBef>
              <a:spcAft>
                <a:spcPts val="0"/>
              </a:spcAft>
              <a:buSzPts val="4800"/>
              <a:buFont typeface="Roboto"/>
              <a:buNone/>
              <a:defRPr sz="4800">
                <a:latin typeface="Roboto"/>
                <a:ea typeface="Roboto"/>
                <a:cs typeface="Roboto"/>
                <a:sym typeface="Roboto"/>
              </a:defRPr>
            </a:lvl9pPr>
          </a:lstStyle>
          <a:p/>
        </p:txBody>
      </p:sp>
      <p:sp>
        <p:nvSpPr>
          <p:cNvPr id="88" name="Google Shape;88;p17"/>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89" name="Google Shape;8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17"/>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91" name="Google Shape;91;p17"/>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5">
    <p:spTree>
      <p:nvGrpSpPr>
        <p:cNvPr id="92" name="Shape 92"/>
        <p:cNvGrpSpPr/>
        <p:nvPr/>
      </p:nvGrpSpPr>
      <p:grpSpPr>
        <a:xfrm>
          <a:off x="0" y="0"/>
          <a:ext cx="0" cy="0"/>
          <a:chOff x="0" y="0"/>
          <a:chExt cx="0" cy="0"/>
        </a:xfrm>
      </p:grpSpPr>
      <p:sp>
        <p:nvSpPr>
          <p:cNvPr id="93" name="Google Shape;93;p18"/>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4" name="Google Shape;94;p18"/>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95" name="Google Shape;9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96" name="Google Shape;96;p18"/>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97" name="Shape 97"/>
        <p:cNvGrpSpPr/>
        <p:nvPr/>
      </p:nvGrpSpPr>
      <p:grpSpPr>
        <a:xfrm>
          <a:off x="0" y="0"/>
          <a:ext cx="0" cy="0"/>
          <a:chOff x="0" y="0"/>
          <a:chExt cx="0" cy="0"/>
        </a:xfrm>
      </p:grpSpPr>
      <p:sp>
        <p:nvSpPr>
          <p:cNvPr id="98" name="Google Shape;98;p19"/>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9" name="Google Shape;99;p19"/>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01" name="Google Shape;101;p19"/>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02" name="Google Shape;102;p19"/>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6">
  <p:cSld name="TITLE_AND_BODY_6">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5" name="Google Shape;105;p20"/>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06" name="Google Shape;10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07" name="Google Shape;107;p20"/>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08" name="Shape 108"/>
        <p:cNvGrpSpPr/>
        <p:nvPr/>
      </p:nvGrpSpPr>
      <p:grpSpPr>
        <a:xfrm>
          <a:off x="0" y="0"/>
          <a:ext cx="0" cy="0"/>
          <a:chOff x="0" y="0"/>
          <a:chExt cx="0" cy="0"/>
        </a:xfrm>
      </p:grpSpPr>
      <p:sp>
        <p:nvSpPr>
          <p:cNvPr id="109" name="Google Shape;109;p21"/>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10" name="Google Shape;110;p21"/>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11" name="Google Shape;11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12" name="Google Shape;112;p21"/>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13" name="Google Shape;113;p21"/>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7">
  <p:cSld name="TITLE_AND_BODY_7">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22"/>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17" name="Google Shape;117;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18" name="Google Shape;118;p22"/>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3" name="Shape 123"/>
        <p:cNvGrpSpPr/>
        <p:nvPr/>
      </p:nvGrpSpPr>
      <p:grpSpPr>
        <a:xfrm>
          <a:off x="0" y="0"/>
          <a:ext cx="0" cy="0"/>
          <a:chOff x="0" y="0"/>
          <a:chExt cx="0" cy="0"/>
        </a:xfrm>
      </p:grpSpPr>
      <p:sp>
        <p:nvSpPr>
          <p:cNvPr id="124" name="Google Shape;124;p2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2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29" name="Google Shape;129;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33" name="Google Shape;133;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6" name="Google Shape;136;p2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37" name="Google Shape;137;p2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38" name="Google Shape;138;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9" name="Shape 139"/>
        <p:cNvGrpSpPr/>
        <p:nvPr/>
      </p:nvGrpSpPr>
      <p:grpSpPr>
        <a:xfrm>
          <a:off x="0" y="0"/>
          <a:ext cx="0" cy="0"/>
          <a:chOff x="0" y="0"/>
          <a:chExt cx="0" cy="0"/>
        </a:xfrm>
      </p:grpSpPr>
      <p:sp>
        <p:nvSpPr>
          <p:cNvPr id="140" name="Google Shape;140;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1" name="Google Shape;141;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2" name="Shape 142"/>
        <p:cNvGrpSpPr/>
        <p:nvPr/>
      </p:nvGrpSpPr>
      <p:grpSpPr>
        <a:xfrm>
          <a:off x="0" y="0"/>
          <a:ext cx="0" cy="0"/>
          <a:chOff x="0" y="0"/>
          <a:chExt cx="0" cy="0"/>
        </a:xfrm>
      </p:grpSpPr>
      <p:sp>
        <p:nvSpPr>
          <p:cNvPr id="143" name="Google Shape;143;p2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4" name="Google Shape;144;p2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45" name="Google Shape;145;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6" name="Shape 146"/>
        <p:cNvGrpSpPr/>
        <p:nvPr/>
      </p:nvGrpSpPr>
      <p:grpSpPr>
        <a:xfrm>
          <a:off x="0" y="0"/>
          <a:ext cx="0" cy="0"/>
          <a:chOff x="0" y="0"/>
          <a:chExt cx="0" cy="0"/>
        </a:xfrm>
      </p:grpSpPr>
      <p:sp>
        <p:nvSpPr>
          <p:cNvPr id="147" name="Google Shape;147;p3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48" name="Google Shape;148;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9" name="Shape 149"/>
        <p:cNvGrpSpPr/>
        <p:nvPr/>
      </p:nvGrpSpPr>
      <p:grpSpPr>
        <a:xfrm>
          <a:off x="0" y="0"/>
          <a:ext cx="0" cy="0"/>
          <a:chOff x="0" y="0"/>
          <a:chExt cx="0" cy="0"/>
        </a:xfrm>
      </p:grpSpPr>
      <p:sp>
        <p:nvSpPr>
          <p:cNvPr id="150" name="Google Shape;150;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2" name="Google Shape;152;p3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53" name="Google Shape;153;p3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54" name="Google Shape;154;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5" name="Shape 155"/>
        <p:cNvGrpSpPr/>
        <p:nvPr/>
      </p:nvGrpSpPr>
      <p:grpSpPr>
        <a:xfrm>
          <a:off x="0" y="0"/>
          <a:ext cx="0" cy="0"/>
          <a:chOff x="0" y="0"/>
          <a:chExt cx="0" cy="0"/>
        </a:xfrm>
      </p:grpSpPr>
      <p:sp>
        <p:nvSpPr>
          <p:cNvPr id="156" name="Google Shape;156;p3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57" name="Google Shape;157;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8" name="Shape 158"/>
        <p:cNvGrpSpPr/>
        <p:nvPr/>
      </p:nvGrpSpPr>
      <p:grpSpPr>
        <a:xfrm>
          <a:off x="0" y="0"/>
          <a:ext cx="0" cy="0"/>
          <a:chOff x="0" y="0"/>
          <a:chExt cx="0" cy="0"/>
        </a:xfrm>
      </p:grpSpPr>
      <p:sp>
        <p:nvSpPr>
          <p:cNvPr id="159" name="Google Shape;159;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60" name="Google Shape;160;p3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61" name="Google Shape;161;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2" name="Shape 162"/>
        <p:cNvGrpSpPr/>
        <p:nvPr/>
      </p:nvGrpSpPr>
      <p:grpSpPr>
        <a:xfrm>
          <a:off x="0" y="0"/>
          <a:ext cx="0" cy="0"/>
          <a:chOff x="0" y="0"/>
          <a:chExt cx="0" cy="0"/>
        </a:xfrm>
      </p:grpSpPr>
      <p:sp>
        <p:nvSpPr>
          <p:cNvPr id="163" name="Google Shape;163;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
    <p:spTree>
      <p:nvGrpSpPr>
        <p:cNvPr id="164" name="Shape 164"/>
        <p:cNvGrpSpPr/>
        <p:nvPr/>
      </p:nvGrpSpPr>
      <p:grpSpPr>
        <a:xfrm>
          <a:off x="0" y="0"/>
          <a:ext cx="0" cy="0"/>
          <a:chOff x="0" y="0"/>
          <a:chExt cx="0" cy="0"/>
        </a:xfrm>
      </p:grpSpPr>
      <p:sp>
        <p:nvSpPr>
          <p:cNvPr id="165" name="Google Shape;165;p35"/>
          <p:cNvSpPr/>
          <p:nvPr/>
        </p:nvSpPr>
        <p:spPr>
          <a:xfrm>
            <a:off x="7668138" y="4623011"/>
            <a:ext cx="559200" cy="559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5"/>
          <p:cNvSpPr/>
          <p:nvPr/>
        </p:nvSpPr>
        <p:spPr>
          <a:xfrm rot="2700000">
            <a:off x="24133" y="2719061"/>
            <a:ext cx="542634" cy="54263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5"/>
          <p:cNvSpPr/>
          <p:nvPr/>
        </p:nvSpPr>
        <p:spPr>
          <a:xfrm rot="2700000">
            <a:off x="8554394" y="1033337"/>
            <a:ext cx="805677" cy="805677"/>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5"/>
          <p:cNvSpPr/>
          <p:nvPr/>
        </p:nvSpPr>
        <p:spPr>
          <a:xfrm>
            <a:off x="544450" y="1432591"/>
            <a:ext cx="625800" cy="6258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5"/>
          <p:cNvSpPr/>
          <p:nvPr/>
        </p:nvSpPr>
        <p:spPr>
          <a:xfrm rot="-1799860">
            <a:off x="8526950" y="3105703"/>
            <a:ext cx="607243" cy="607243"/>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5"/>
          <p:cNvSpPr/>
          <p:nvPr/>
        </p:nvSpPr>
        <p:spPr>
          <a:xfrm rot="-1527899">
            <a:off x="453203" y="3864921"/>
            <a:ext cx="901480" cy="90148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5"/>
          <p:cNvSpPr/>
          <p:nvPr/>
        </p:nvSpPr>
        <p:spPr>
          <a:xfrm>
            <a:off x="1775778" y="3374078"/>
            <a:ext cx="450000" cy="4500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5"/>
          <p:cNvSpPr/>
          <p:nvPr/>
        </p:nvSpPr>
        <p:spPr>
          <a:xfrm>
            <a:off x="7559892" y="831025"/>
            <a:ext cx="436800" cy="4368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5"/>
          <p:cNvSpPr/>
          <p:nvPr/>
        </p:nvSpPr>
        <p:spPr>
          <a:xfrm rot="-722907">
            <a:off x="1537971" y="647226"/>
            <a:ext cx="648178" cy="648178"/>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5"/>
          <p:cNvSpPr/>
          <p:nvPr/>
        </p:nvSpPr>
        <p:spPr>
          <a:xfrm>
            <a:off x="6827225" y="-36363"/>
            <a:ext cx="398100" cy="3981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5"/>
          <p:cNvSpPr/>
          <p:nvPr/>
        </p:nvSpPr>
        <p:spPr>
          <a:xfrm rot="1498435">
            <a:off x="607987" y="273510"/>
            <a:ext cx="386542" cy="386542"/>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5"/>
          <p:cNvSpPr/>
          <p:nvPr/>
        </p:nvSpPr>
        <p:spPr>
          <a:xfrm>
            <a:off x="7094543" y="3312272"/>
            <a:ext cx="573600" cy="5736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5"/>
          <p:cNvSpPr/>
          <p:nvPr/>
        </p:nvSpPr>
        <p:spPr>
          <a:xfrm>
            <a:off x="2947575" y="209975"/>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5"/>
          <p:cNvSpPr/>
          <p:nvPr/>
        </p:nvSpPr>
        <p:spPr>
          <a:xfrm>
            <a:off x="2423393" y="4259284"/>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5"/>
          <p:cNvSpPr/>
          <p:nvPr/>
        </p:nvSpPr>
        <p:spPr>
          <a:xfrm>
            <a:off x="4083290" y="4254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5"/>
          <p:cNvSpPr/>
          <p:nvPr/>
        </p:nvSpPr>
        <p:spPr>
          <a:xfrm>
            <a:off x="7755550" y="214850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5"/>
          <p:cNvSpPr/>
          <p:nvPr/>
        </p:nvSpPr>
        <p:spPr>
          <a:xfrm>
            <a:off x="3415225" y="444955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5"/>
          <p:cNvSpPr/>
          <p:nvPr/>
        </p:nvSpPr>
        <p:spPr>
          <a:xfrm>
            <a:off x="1479240" y="22205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5"/>
          <p:cNvSpPr/>
          <p:nvPr/>
        </p:nvSpPr>
        <p:spPr>
          <a:xfrm>
            <a:off x="5371265" y="4390604"/>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5"/>
          <p:cNvSpPr/>
          <p:nvPr/>
        </p:nvSpPr>
        <p:spPr>
          <a:xfrm rot="-2700000">
            <a:off x="6337338" y="4348472"/>
            <a:ext cx="260074" cy="26007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5"/>
          <p:cNvSpPr/>
          <p:nvPr/>
        </p:nvSpPr>
        <p:spPr>
          <a:xfrm>
            <a:off x="5622218" y="263309"/>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5"/>
          <p:cNvSpPr/>
          <p:nvPr/>
        </p:nvSpPr>
        <p:spPr>
          <a:xfrm>
            <a:off x="-25" y="0"/>
            <a:ext cx="9144000" cy="5143500"/>
          </a:xfrm>
          <a:prstGeom prst="rect">
            <a:avLst/>
          </a:prstGeom>
          <a:solidFill>
            <a:srgbClr val="FFFFFF">
              <a:alpha val="6499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87" name="Google Shape;187;p35"/>
          <p:cNvSpPr txBox="1"/>
          <p:nvPr>
            <p:ph type="ctrTitle"/>
          </p:nvPr>
        </p:nvSpPr>
        <p:spPr>
          <a:xfrm>
            <a:off x="2068850" y="1991825"/>
            <a:ext cx="5006400" cy="1159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rgbClr val="434343"/>
              </a:buClr>
              <a:buSzPts val="4800"/>
              <a:buNone/>
              <a:defRPr sz="4800">
                <a:solidFill>
                  <a:srgbClr val="434343"/>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_1">
    <p:spTree>
      <p:nvGrpSpPr>
        <p:cNvPr id="188" name="Shape 188"/>
        <p:cNvGrpSpPr/>
        <p:nvPr/>
      </p:nvGrpSpPr>
      <p:grpSpPr>
        <a:xfrm>
          <a:off x="0" y="0"/>
          <a:ext cx="0" cy="0"/>
          <a:chOff x="0" y="0"/>
          <a:chExt cx="0" cy="0"/>
        </a:xfrm>
      </p:grpSpPr>
      <p:sp>
        <p:nvSpPr>
          <p:cNvPr id="189" name="Google Shape;189;p36"/>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90" name="Google Shape;190;p36"/>
          <p:cNvSpPr/>
          <p:nvPr/>
        </p:nvSpPr>
        <p:spPr>
          <a:xfrm>
            <a:off x="7613863" y="4623011"/>
            <a:ext cx="559200" cy="559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6"/>
          <p:cNvSpPr/>
          <p:nvPr/>
        </p:nvSpPr>
        <p:spPr>
          <a:xfrm rot="2700000">
            <a:off x="24133" y="2719061"/>
            <a:ext cx="542634" cy="54263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6"/>
          <p:cNvSpPr/>
          <p:nvPr/>
        </p:nvSpPr>
        <p:spPr>
          <a:xfrm rot="2700000">
            <a:off x="8500119" y="1033337"/>
            <a:ext cx="805677" cy="805677"/>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6"/>
          <p:cNvSpPr/>
          <p:nvPr/>
        </p:nvSpPr>
        <p:spPr>
          <a:xfrm>
            <a:off x="544450" y="1432591"/>
            <a:ext cx="625800" cy="6258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6"/>
          <p:cNvSpPr/>
          <p:nvPr/>
        </p:nvSpPr>
        <p:spPr>
          <a:xfrm rot="-1799860">
            <a:off x="8472675" y="3105703"/>
            <a:ext cx="607243" cy="607243"/>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6"/>
          <p:cNvSpPr/>
          <p:nvPr/>
        </p:nvSpPr>
        <p:spPr>
          <a:xfrm rot="-1527899">
            <a:off x="453203" y="3864921"/>
            <a:ext cx="901480" cy="90148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6"/>
          <p:cNvSpPr/>
          <p:nvPr/>
        </p:nvSpPr>
        <p:spPr>
          <a:xfrm>
            <a:off x="1775778" y="3374078"/>
            <a:ext cx="450000" cy="4500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6"/>
          <p:cNvSpPr/>
          <p:nvPr/>
        </p:nvSpPr>
        <p:spPr>
          <a:xfrm>
            <a:off x="7505617" y="831025"/>
            <a:ext cx="436800" cy="4368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6"/>
          <p:cNvSpPr/>
          <p:nvPr/>
        </p:nvSpPr>
        <p:spPr>
          <a:xfrm rot="-722907">
            <a:off x="1483696" y="647226"/>
            <a:ext cx="648178" cy="64817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6"/>
          <p:cNvSpPr/>
          <p:nvPr/>
        </p:nvSpPr>
        <p:spPr>
          <a:xfrm>
            <a:off x="6772950" y="-36363"/>
            <a:ext cx="398100" cy="398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6"/>
          <p:cNvSpPr/>
          <p:nvPr/>
        </p:nvSpPr>
        <p:spPr>
          <a:xfrm rot="1498435">
            <a:off x="553712" y="273510"/>
            <a:ext cx="386542" cy="386542"/>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6"/>
          <p:cNvSpPr/>
          <p:nvPr/>
        </p:nvSpPr>
        <p:spPr>
          <a:xfrm>
            <a:off x="7040268" y="3312272"/>
            <a:ext cx="573600" cy="5736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6"/>
          <p:cNvSpPr/>
          <p:nvPr/>
        </p:nvSpPr>
        <p:spPr>
          <a:xfrm>
            <a:off x="2893300" y="2099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6"/>
          <p:cNvSpPr/>
          <p:nvPr/>
        </p:nvSpPr>
        <p:spPr>
          <a:xfrm>
            <a:off x="2423393" y="4259284"/>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6"/>
          <p:cNvSpPr/>
          <p:nvPr/>
        </p:nvSpPr>
        <p:spPr>
          <a:xfrm>
            <a:off x="4029015" y="425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6"/>
          <p:cNvSpPr/>
          <p:nvPr/>
        </p:nvSpPr>
        <p:spPr>
          <a:xfrm>
            <a:off x="7701275" y="214850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6"/>
          <p:cNvSpPr/>
          <p:nvPr/>
        </p:nvSpPr>
        <p:spPr>
          <a:xfrm>
            <a:off x="3415225" y="444955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6"/>
          <p:cNvSpPr/>
          <p:nvPr/>
        </p:nvSpPr>
        <p:spPr>
          <a:xfrm>
            <a:off x="1479240" y="22205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6"/>
          <p:cNvSpPr/>
          <p:nvPr/>
        </p:nvSpPr>
        <p:spPr>
          <a:xfrm>
            <a:off x="5371265" y="4390604"/>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6"/>
          <p:cNvSpPr/>
          <p:nvPr/>
        </p:nvSpPr>
        <p:spPr>
          <a:xfrm rot="-2700000">
            <a:off x="6337338" y="4348472"/>
            <a:ext cx="260074" cy="26007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6"/>
          <p:cNvSpPr/>
          <p:nvPr/>
        </p:nvSpPr>
        <p:spPr>
          <a:xfrm>
            <a:off x="5567943" y="263309"/>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6"/>
          <p:cNvSpPr txBox="1"/>
          <p:nvPr>
            <p:ph type="ctrTitle"/>
          </p:nvPr>
        </p:nvSpPr>
        <p:spPr>
          <a:xfrm>
            <a:off x="2068850" y="1354750"/>
            <a:ext cx="5006400" cy="115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12" name="Google Shape;212;p36"/>
          <p:cNvSpPr txBox="1"/>
          <p:nvPr>
            <p:ph idx="1" type="subTitle"/>
          </p:nvPr>
        </p:nvSpPr>
        <p:spPr>
          <a:xfrm>
            <a:off x="2961650" y="2992450"/>
            <a:ext cx="3220800" cy="7848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434343"/>
              </a:buClr>
              <a:buSzPts val="1800"/>
              <a:buNone/>
              <a:defRPr sz="1800">
                <a:solidFill>
                  <a:srgbClr val="434343"/>
                </a:solidFill>
              </a:defRPr>
            </a:lvl1pPr>
            <a:lvl2pPr lvl="1" rtl="0" algn="ctr">
              <a:spcBef>
                <a:spcPts val="1600"/>
              </a:spcBef>
              <a:spcAft>
                <a:spcPts val="0"/>
              </a:spcAft>
              <a:buClr>
                <a:srgbClr val="434343"/>
              </a:buClr>
              <a:buSzPts val="1800"/>
              <a:buNone/>
              <a:defRPr sz="1800">
                <a:solidFill>
                  <a:srgbClr val="434343"/>
                </a:solidFill>
              </a:defRPr>
            </a:lvl2pPr>
            <a:lvl3pPr lvl="2" rtl="0" algn="ctr">
              <a:spcBef>
                <a:spcPts val="1600"/>
              </a:spcBef>
              <a:spcAft>
                <a:spcPts val="0"/>
              </a:spcAft>
              <a:buClr>
                <a:srgbClr val="434343"/>
              </a:buClr>
              <a:buSzPts val="1800"/>
              <a:buNone/>
              <a:defRPr sz="1800">
                <a:solidFill>
                  <a:srgbClr val="434343"/>
                </a:solidFill>
              </a:defRPr>
            </a:lvl3pPr>
            <a:lvl4pPr lvl="3" rtl="0" algn="ctr">
              <a:spcBef>
                <a:spcPts val="1600"/>
              </a:spcBef>
              <a:spcAft>
                <a:spcPts val="0"/>
              </a:spcAft>
              <a:buClr>
                <a:srgbClr val="434343"/>
              </a:buClr>
              <a:buSzPts val="1400"/>
              <a:buNone/>
              <a:defRPr>
                <a:solidFill>
                  <a:srgbClr val="434343"/>
                </a:solidFill>
              </a:defRPr>
            </a:lvl4pPr>
            <a:lvl5pPr lvl="4" rtl="0" algn="ctr">
              <a:spcBef>
                <a:spcPts val="1600"/>
              </a:spcBef>
              <a:spcAft>
                <a:spcPts val="0"/>
              </a:spcAft>
              <a:buClr>
                <a:srgbClr val="434343"/>
              </a:buClr>
              <a:buSzPts val="1400"/>
              <a:buNone/>
              <a:defRPr>
                <a:solidFill>
                  <a:srgbClr val="434343"/>
                </a:solidFill>
              </a:defRPr>
            </a:lvl5pPr>
            <a:lvl6pPr lvl="5" rtl="0" algn="ctr">
              <a:spcBef>
                <a:spcPts val="1600"/>
              </a:spcBef>
              <a:spcAft>
                <a:spcPts val="0"/>
              </a:spcAft>
              <a:buClr>
                <a:srgbClr val="434343"/>
              </a:buClr>
              <a:buSzPts val="1400"/>
              <a:buNone/>
              <a:defRPr>
                <a:solidFill>
                  <a:srgbClr val="434343"/>
                </a:solidFill>
              </a:defRPr>
            </a:lvl6pPr>
            <a:lvl7pPr lvl="6" rtl="0" algn="ctr">
              <a:spcBef>
                <a:spcPts val="1600"/>
              </a:spcBef>
              <a:spcAft>
                <a:spcPts val="0"/>
              </a:spcAft>
              <a:buClr>
                <a:srgbClr val="434343"/>
              </a:buClr>
              <a:buSzPts val="1400"/>
              <a:buNone/>
              <a:defRPr>
                <a:solidFill>
                  <a:srgbClr val="434343"/>
                </a:solidFill>
              </a:defRPr>
            </a:lvl7pPr>
            <a:lvl8pPr lvl="7" rtl="0" algn="ctr">
              <a:spcBef>
                <a:spcPts val="1600"/>
              </a:spcBef>
              <a:spcAft>
                <a:spcPts val="0"/>
              </a:spcAft>
              <a:buClr>
                <a:srgbClr val="434343"/>
              </a:buClr>
              <a:buSzPts val="1400"/>
              <a:buNone/>
              <a:defRPr>
                <a:solidFill>
                  <a:srgbClr val="434343"/>
                </a:solidFill>
              </a:defRPr>
            </a:lvl8pPr>
            <a:lvl9pPr lvl="8" rtl="0" algn="ctr">
              <a:spcBef>
                <a:spcPts val="1600"/>
              </a:spcBef>
              <a:spcAft>
                <a:spcPts val="1600"/>
              </a:spcAft>
              <a:buClr>
                <a:srgbClr val="434343"/>
              </a:buClr>
              <a:buSzPts val="1400"/>
              <a:buNone/>
              <a:defRPr>
                <a:solidFill>
                  <a:srgbClr val="434343"/>
                </a:solidFill>
              </a:defRPr>
            </a:lvl9pPr>
          </a:lstStyle>
          <a:p/>
        </p:txBody>
      </p:sp>
      <p:sp>
        <p:nvSpPr>
          <p:cNvPr id="213" name="Google Shape;213;p36"/>
          <p:cNvSpPr/>
          <p:nvPr/>
        </p:nvSpPr>
        <p:spPr>
          <a:xfrm>
            <a:off x="4409077" y="2598899"/>
            <a:ext cx="325800" cy="325800"/>
          </a:xfrm>
          <a:prstGeom prst="mathMultiply">
            <a:avLst>
              <a:gd fmla="val 23520"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6"/>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_1">
    <p:spTree>
      <p:nvGrpSpPr>
        <p:cNvPr id="215" name="Shape 215"/>
        <p:cNvGrpSpPr/>
        <p:nvPr/>
      </p:nvGrpSpPr>
      <p:grpSpPr>
        <a:xfrm>
          <a:off x="0" y="0"/>
          <a:ext cx="0" cy="0"/>
          <a:chOff x="0" y="0"/>
          <a:chExt cx="0" cy="0"/>
        </a:xfrm>
      </p:grpSpPr>
      <p:sp>
        <p:nvSpPr>
          <p:cNvPr id="216" name="Google Shape;216;p37"/>
          <p:cNvSpPr txBox="1"/>
          <p:nvPr>
            <p:ph idx="1" type="body"/>
          </p:nvPr>
        </p:nvSpPr>
        <p:spPr>
          <a:xfrm>
            <a:off x="2032675" y="2161800"/>
            <a:ext cx="5078700" cy="819900"/>
          </a:xfrm>
          <a:prstGeom prst="rect">
            <a:avLst/>
          </a:prstGeom>
        </p:spPr>
        <p:txBody>
          <a:bodyPr anchorCtr="0" anchor="ctr" bIns="91425" lIns="91425" spcFirstLastPara="1" rIns="91425" wrap="square" tIns="91425">
            <a:noAutofit/>
          </a:bodyPr>
          <a:lstStyle>
            <a:lvl1pPr indent="-381000" lvl="0" marL="457200" rtl="0" algn="ctr">
              <a:spcBef>
                <a:spcPts val="0"/>
              </a:spcBef>
              <a:spcAft>
                <a:spcPts val="0"/>
              </a:spcAft>
              <a:buSzPts val="2400"/>
              <a:buChar char="●"/>
              <a:defRPr i="1" sz="2400"/>
            </a:lvl1pPr>
            <a:lvl2pPr indent="-317500" lvl="1" marL="914400" rtl="0" algn="ctr">
              <a:spcBef>
                <a:spcPts val="1600"/>
              </a:spcBef>
              <a:spcAft>
                <a:spcPts val="0"/>
              </a:spcAft>
              <a:buSzPts val="1400"/>
              <a:buChar char="○"/>
              <a:defRPr i="1"/>
            </a:lvl2pPr>
            <a:lvl3pPr indent="-317500" lvl="2" marL="1371600" rtl="0" algn="ctr">
              <a:spcBef>
                <a:spcPts val="1600"/>
              </a:spcBef>
              <a:spcAft>
                <a:spcPts val="0"/>
              </a:spcAft>
              <a:buSzPts val="1400"/>
              <a:buChar char="■"/>
              <a:defRPr i="1"/>
            </a:lvl3pPr>
            <a:lvl4pPr indent="-381000" lvl="3" marL="1828800" rtl="0" algn="ctr">
              <a:spcBef>
                <a:spcPts val="1600"/>
              </a:spcBef>
              <a:spcAft>
                <a:spcPts val="0"/>
              </a:spcAft>
              <a:buSzPts val="2400"/>
              <a:buChar char="●"/>
              <a:defRPr i="1" sz="2400"/>
            </a:lvl4pPr>
            <a:lvl5pPr indent="-381000" lvl="4" marL="2286000" rtl="0" algn="ctr">
              <a:spcBef>
                <a:spcPts val="1600"/>
              </a:spcBef>
              <a:spcAft>
                <a:spcPts val="0"/>
              </a:spcAft>
              <a:buSzPts val="2400"/>
              <a:buChar char="○"/>
              <a:defRPr i="1" sz="2400"/>
            </a:lvl5pPr>
            <a:lvl6pPr indent="-381000" lvl="5" marL="2743200" rtl="0" algn="ctr">
              <a:spcBef>
                <a:spcPts val="1600"/>
              </a:spcBef>
              <a:spcAft>
                <a:spcPts val="0"/>
              </a:spcAft>
              <a:buSzPts val="2400"/>
              <a:buChar char="■"/>
              <a:defRPr i="1" sz="2400"/>
            </a:lvl6pPr>
            <a:lvl7pPr indent="-381000" lvl="6" marL="3200400" rtl="0" algn="ctr">
              <a:spcBef>
                <a:spcPts val="1600"/>
              </a:spcBef>
              <a:spcAft>
                <a:spcPts val="0"/>
              </a:spcAft>
              <a:buSzPts val="2400"/>
              <a:buChar char="●"/>
              <a:defRPr i="1" sz="2400"/>
            </a:lvl7pPr>
            <a:lvl8pPr indent="-381000" lvl="7" marL="3657600" rtl="0" algn="ctr">
              <a:spcBef>
                <a:spcPts val="1600"/>
              </a:spcBef>
              <a:spcAft>
                <a:spcPts val="0"/>
              </a:spcAft>
              <a:buSzPts val="2400"/>
              <a:buChar char="○"/>
              <a:defRPr i="1" sz="2400"/>
            </a:lvl8pPr>
            <a:lvl9pPr indent="-381000" lvl="8" marL="4114800" rtl="0" algn="ctr">
              <a:spcBef>
                <a:spcPts val="1600"/>
              </a:spcBef>
              <a:spcAft>
                <a:spcPts val="1600"/>
              </a:spcAft>
              <a:buSzPts val="2400"/>
              <a:buChar char="■"/>
              <a:defRPr i="1" sz="2400"/>
            </a:lvl9pPr>
          </a:lstStyle>
          <a:p/>
        </p:txBody>
      </p:sp>
      <p:sp>
        <p:nvSpPr>
          <p:cNvPr id="217" name="Google Shape;217;p37"/>
          <p:cNvSpPr txBox="1"/>
          <p:nvPr/>
        </p:nvSpPr>
        <p:spPr>
          <a:xfrm>
            <a:off x="3689900" y="13311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rgbClr val="434343"/>
                </a:solidFill>
                <a:latin typeface="Varela Round"/>
                <a:ea typeface="Varela Round"/>
                <a:cs typeface="Varela Round"/>
                <a:sym typeface="Varela Round"/>
              </a:rPr>
              <a:t>“</a:t>
            </a:r>
            <a:endParaRPr sz="9600">
              <a:solidFill>
                <a:srgbClr val="434343"/>
              </a:solidFill>
              <a:latin typeface="Varela Round"/>
              <a:ea typeface="Varela Round"/>
              <a:cs typeface="Varela Round"/>
              <a:sym typeface="Varela Round"/>
            </a:endParaRPr>
          </a:p>
        </p:txBody>
      </p:sp>
      <p:sp>
        <p:nvSpPr>
          <p:cNvPr id="218" name="Google Shape;218;p37"/>
          <p:cNvSpPr/>
          <p:nvPr/>
        </p:nvSpPr>
        <p:spPr>
          <a:xfrm>
            <a:off x="7613863" y="4623011"/>
            <a:ext cx="559200" cy="559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7"/>
          <p:cNvSpPr/>
          <p:nvPr/>
        </p:nvSpPr>
        <p:spPr>
          <a:xfrm rot="2700000">
            <a:off x="24133" y="2719061"/>
            <a:ext cx="542634" cy="54263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7"/>
          <p:cNvSpPr/>
          <p:nvPr/>
        </p:nvSpPr>
        <p:spPr>
          <a:xfrm rot="2700000">
            <a:off x="8500119" y="1033337"/>
            <a:ext cx="805677" cy="805677"/>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7"/>
          <p:cNvSpPr/>
          <p:nvPr/>
        </p:nvSpPr>
        <p:spPr>
          <a:xfrm>
            <a:off x="544450" y="1432591"/>
            <a:ext cx="625800" cy="6258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7"/>
          <p:cNvSpPr/>
          <p:nvPr/>
        </p:nvSpPr>
        <p:spPr>
          <a:xfrm rot="-1799860">
            <a:off x="8472675" y="3105703"/>
            <a:ext cx="607243" cy="607243"/>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7"/>
          <p:cNvSpPr/>
          <p:nvPr/>
        </p:nvSpPr>
        <p:spPr>
          <a:xfrm rot="-1527899">
            <a:off x="453203" y="3864921"/>
            <a:ext cx="901480" cy="90148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7"/>
          <p:cNvSpPr/>
          <p:nvPr/>
        </p:nvSpPr>
        <p:spPr>
          <a:xfrm>
            <a:off x="1775778" y="3374078"/>
            <a:ext cx="450000" cy="4500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7"/>
          <p:cNvSpPr/>
          <p:nvPr/>
        </p:nvSpPr>
        <p:spPr>
          <a:xfrm>
            <a:off x="7505617" y="831025"/>
            <a:ext cx="436800" cy="4368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7"/>
          <p:cNvSpPr/>
          <p:nvPr/>
        </p:nvSpPr>
        <p:spPr>
          <a:xfrm rot="-722907">
            <a:off x="1483696" y="647226"/>
            <a:ext cx="648178" cy="648178"/>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7"/>
          <p:cNvSpPr/>
          <p:nvPr/>
        </p:nvSpPr>
        <p:spPr>
          <a:xfrm>
            <a:off x="6772950" y="-36363"/>
            <a:ext cx="398100" cy="3981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7"/>
          <p:cNvSpPr/>
          <p:nvPr/>
        </p:nvSpPr>
        <p:spPr>
          <a:xfrm rot="1498435">
            <a:off x="553712" y="273510"/>
            <a:ext cx="386542" cy="386542"/>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7"/>
          <p:cNvSpPr/>
          <p:nvPr/>
        </p:nvSpPr>
        <p:spPr>
          <a:xfrm>
            <a:off x="7040268" y="3312272"/>
            <a:ext cx="573600" cy="5736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7"/>
          <p:cNvSpPr/>
          <p:nvPr/>
        </p:nvSpPr>
        <p:spPr>
          <a:xfrm>
            <a:off x="2893300" y="209975"/>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7"/>
          <p:cNvSpPr/>
          <p:nvPr/>
        </p:nvSpPr>
        <p:spPr>
          <a:xfrm>
            <a:off x="2423393" y="4259284"/>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7"/>
          <p:cNvSpPr/>
          <p:nvPr/>
        </p:nvSpPr>
        <p:spPr>
          <a:xfrm>
            <a:off x="4029015" y="4254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7"/>
          <p:cNvSpPr/>
          <p:nvPr/>
        </p:nvSpPr>
        <p:spPr>
          <a:xfrm>
            <a:off x="7701275" y="214850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7"/>
          <p:cNvSpPr/>
          <p:nvPr/>
        </p:nvSpPr>
        <p:spPr>
          <a:xfrm>
            <a:off x="3415225" y="444955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7"/>
          <p:cNvSpPr/>
          <p:nvPr/>
        </p:nvSpPr>
        <p:spPr>
          <a:xfrm>
            <a:off x="1479240" y="22205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7"/>
          <p:cNvSpPr/>
          <p:nvPr/>
        </p:nvSpPr>
        <p:spPr>
          <a:xfrm>
            <a:off x="5371265" y="4390604"/>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7"/>
          <p:cNvSpPr/>
          <p:nvPr/>
        </p:nvSpPr>
        <p:spPr>
          <a:xfrm rot="-2700000">
            <a:off x="6337338" y="4348472"/>
            <a:ext cx="260074" cy="26007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7"/>
          <p:cNvSpPr/>
          <p:nvPr/>
        </p:nvSpPr>
        <p:spPr>
          <a:xfrm>
            <a:off x="5567943" y="263309"/>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7"/>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240" name="Shape 240"/>
        <p:cNvGrpSpPr/>
        <p:nvPr/>
      </p:nvGrpSpPr>
      <p:grpSpPr>
        <a:xfrm>
          <a:off x="0" y="0"/>
          <a:ext cx="0" cy="0"/>
          <a:chOff x="0" y="0"/>
          <a:chExt cx="0" cy="0"/>
        </a:xfrm>
      </p:grpSpPr>
      <p:sp>
        <p:nvSpPr>
          <p:cNvPr id="241" name="Google Shape;241;p38"/>
          <p:cNvSpPr/>
          <p:nvPr/>
        </p:nvSpPr>
        <p:spPr>
          <a:xfrm>
            <a:off x="-25" y="0"/>
            <a:ext cx="9144000" cy="106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42" name="Google Shape;242;p38"/>
          <p:cNvSpPr/>
          <p:nvPr/>
        </p:nvSpPr>
        <p:spPr>
          <a:xfrm>
            <a:off x="0" y="1063500"/>
            <a:ext cx="9144000" cy="4080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8"/>
          <p:cNvSpPr/>
          <p:nvPr/>
        </p:nvSpPr>
        <p:spPr>
          <a:xfrm>
            <a:off x="600350" y="3191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8"/>
          <p:cNvSpPr/>
          <p:nvPr/>
        </p:nvSpPr>
        <p:spPr>
          <a:xfrm>
            <a:off x="1771440" y="586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8"/>
          <p:cNvSpPr/>
          <p:nvPr/>
        </p:nvSpPr>
        <p:spPr>
          <a:xfrm rot="-1295565">
            <a:off x="1719773" y="-14241"/>
            <a:ext cx="260049" cy="260049"/>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8"/>
          <p:cNvSpPr/>
          <p:nvPr/>
        </p:nvSpPr>
        <p:spPr>
          <a:xfrm>
            <a:off x="7099000" y="-1832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8"/>
          <p:cNvSpPr/>
          <p:nvPr/>
        </p:nvSpPr>
        <p:spPr>
          <a:xfrm rot="1050327">
            <a:off x="7064662" y="770637"/>
            <a:ext cx="385975" cy="385975"/>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8"/>
          <p:cNvSpPr/>
          <p:nvPr/>
        </p:nvSpPr>
        <p:spPr>
          <a:xfrm rot="1498139">
            <a:off x="8048547" y="796761"/>
            <a:ext cx="260111" cy="260111"/>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8"/>
          <p:cNvSpPr/>
          <p:nvPr/>
        </p:nvSpPr>
        <p:spPr>
          <a:xfrm>
            <a:off x="272750" y="91451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8"/>
          <p:cNvSpPr/>
          <p:nvPr/>
        </p:nvSpPr>
        <p:spPr>
          <a:xfrm rot="1222482">
            <a:off x="108247" y="115143"/>
            <a:ext cx="266258" cy="26625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8"/>
          <p:cNvSpPr/>
          <p:nvPr/>
        </p:nvSpPr>
        <p:spPr>
          <a:xfrm rot="2700000">
            <a:off x="1130105" y="721484"/>
            <a:ext cx="179464" cy="17946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8"/>
          <p:cNvSpPr/>
          <p:nvPr/>
        </p:nvSpPr>
        <p:spPr>
          <a:xfrm>
            <a:off x="8797925" y="68696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8"/>
          <p:cNvSpPr/>
          <p:nvPr/>
        </p:nvSpPr>
        <p:spPr>
          <a:xfrm>
            <a:off x="8434357" y="190568"/>
            <a:ext cx="266400" cy="2664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8"/>
          <p:cNvSpPr/>
          <p:nvPr/>
        </p:nvSpPr>
        <p:spPr>
          <a:xfrm>
            <a:off x="7656287" y="319171"/>
            <a:ext cx="179400" cy="1794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8"/>
          <p:cNvSpPr txBox="1"/>
          <p:nvPr>
            <p:ph type="title"/>
          </p:nvPr>
        </p:nvSpPr>
        <p:spPr>
          <a:xfrm>
            <a:off x="457200" y="-1"/>
            <a:ext cx="8229600" cy="10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6" name="Google Shape;256;p38"/>
          <p:cNvSpPr txBox="1"/>
          <p:nvPr>
            <p:ph idx="1" type="body"/>
          </p:nvPr>
        </p:nvSpPr>
        <p:spPr>
          <a:xfrm>
            <a:off x="457200"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57" name="Google Shape;257;p38"/>
          <p:cNvSpPr txBox="1"/>
          <p:nvPr>
            <p:ph idx="2" type="body"/>
          </p:nvPr>
        </p:nvSpPr>
        <p:spPr>
          <a:xfrm>
            <a:off x="3223964"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58" name="Google Shape;258;p38"/>
          <p:cNvSpPr txBox="1"/>
          <p:nvPr>
            <p:ph idx="3" type="body"/>
          </p:nvPr>
        </p:nvSpPr>
        <p:spPr>
          <a:xfrm>
            <a:off x="5990727" y="1363150"/>
            <a:ext cx="2631900" cy="3562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sz="1800"/>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59" name="Google Shape;259;p38"/>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out decoration">
  <p:cSld name="BLANK_1">
    <p:spTree>
      <p:nvGrpSpPr>
        <p:cNvPr id="260" name="Shape 260"/>
        <p:cNvGrpSpPr/>
        <p:nvPr/>
      </p:nvGrpSpPr>
      <p:grpSpPr>
        <a:xfrm>
          <a:off x="0" y="0"/>
          <a:ext cx="0" cy="0"/>
          <a:chOff x="0" y="0"/>
          <a:chExt cx="0" cy="0"/>
        </a:xfrm>
      </p:grpSpPr>
      <p:sp>
        <p:nvSpPr>
          <p:cNvPr id="261" name="Google Shape;261;p39"/>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62" name="Google Shape;262;p39"/>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7" name="Shape 267"/>
        <p:cNvGrpSpPr/>
        <p:nvPr/>
      </p:nvGrpSpPr>
      <p:grpSpPr>
        <a:xfrm>
          <a:off x="0" y="0"/>
          <a:ext cx="0" cy="0"/>
          <a:chOff x="0" y="0"/>
          <a:chExt cx="0" cy="0"/>
        </a:xfrm>
      </p:grpSpPr>
      <p:sp>
        <p:nvSpPr>
          <p:cNvPr id="268" name="Google Shape;268;p4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69" name="Google Shape;269;p4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70" name="Google Shape;270;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1" name="Shape 271"/>
        <p:cNvGrpSpPr/>
        <p:nvPr/>
      </p:nvGrpSpPr>
      <p:grpSpPr>
        <a:xfrm>
          <a:off x="0" y="0"/>
          <a:ext cx="0" cy="0"/>
          <a:chOff x="0" y="0"/>
          <a:chExt cx="0" cy="0"/>
        </a:xfrm>
      </p:grpSpPr>
      <p:sp>
        <p:nvSpPr>
          <p:cNvPr id="272" name="Google Shape;272;p4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73" name="Google Shape;273;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4" name="Shape 274"/>
        <p:cNvGrpSpPr/>
        <p:nvPr/>
      </p:nvGrpSpPr>
      <p:grpSpPr>
        <a:xfrm>
          <a:off x="0" y="0"/>
          <a:ext cx="0" cy="0"/>
          <a:chOff x="0" y="0"/>
          <a:chExt cx="0" cy="0"/>
        </a:xfrm>
      </p:grpSpPr>
      <p:sp>
        <p:nvSpPr>
          <p:cNvPr id="275" name="Google Shape;275;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6" name="Google Shape;276;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77" name="Google Shape;277;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8" name="Shape 278"/>
        <p:cNvGrpSpPr/>
        <p:nvPr/>
      </p:nvGrpSpPr>
      <p:grpSpPr>
        <a:xfrm>
          <a:off x="0" y="0"/>
          <a:ext cx="0" cy="0"/>
          <a:chOff x="0" y="0"/>
          <a:chExt cx="0" cy="0"/>
        </a:xfrm>
      </p:grpSpPr>
      <p:sp>
        <p:nvSpPr>
          <p:cNvPr id="279" name="Google Shape;279;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0" name="Google Shape;280;p4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1" name="Google Shape;281;p4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2" name="Google Shape;282;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3" name="Shape 283"/>
        <p:cNvGrpSpPr/>
        <p:nvPr/>
      </p:nvGrpSpPr>
      <p:grpSpPr>
        <a:xfrm>
          <a:off x="0" y="0"/>
          <a:ext cx="0" cy="0"/>
          <a:chOff x="0" y="0"/>
          <a:chExt cx="0" cy="0"/>
        </a:xfrm>
      </p:grpSpPr>
      <p:sp>
        <p:nvSpPr>
          <p:cNvPr id="284" name="Google Shape;284;p4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5" name="Google Shape;285;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6" name="Shape 286"/>
        <p:cNvGrpSpPr/>
        <p:nvPr/>
      </p:nvGrpSpPr>
      <p:grpSpPr>
        <a:xfrm>
          <a:off x="0" y="0"/>
          <a:ext cx="0" cy="0"/>
          <a:chOff x="0" y="0"/>
          <a:chExt cx="0" cy="0"/>
        </a:xfrm>
      </p:grpSpPr>
      <p:sp>
        <p:nvSpPr>
          <p:cNvPr id="287" name="Google Shape;287;p46"/>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88" name="Google Shape;288;p46"/>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9" name="Google Shape;289;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0" name="Shape 290"/>
        <p:cNvGrpSpPr/>
        <p:nvPr/>
      </p:nvGrpSpPr>
      <p:grpSpPr>
        <a:xfrm>
          <a:off x="0" y="0"/>
          <a:ext cx="0" cy="0"/>
          <a:chOff x="0" y="0"/>
          <a:chExt cx="0" cy="0"/>
        </a:xfrm>
      </p:grpSpPr>
      <p:sp>
        <p:nvSpPr>
          <p:cNvPr id="291" name="Google Shape;291;p47"/>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292" name="Google Shape;292;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3" name="Shape 293"/>
        <p:cNvGrpSpPr/>
        <p:nvPr/>
      </p:nvGrpSpPr>
      <p:grpSpPr>
        <a:xfrm>
          <a:off x="0" y="0"/>
          <a:ext cx="0" cy="0"/>
          <a:chOff x="0" y="0"/>
          <a:chExt cx="0" cy="0"/>
        </a:xfrm>
      </p:grpSpPr>
      <p:sp>
        <p:nvSpPr>
          <p:cNvPr id="294" name="Google Shape;294;p4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48"/>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296" name="Google Shape;296;p48"/>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97" name="Google Shape;297;p48"/>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98" name="Google Shape;298;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99" name="Shape 299"/>
        <p:cNvGrpSpPr/>
        <p:nvPr/>
      </p:nvGrpSpPr>
      <p:grpSpPr>
        <a:xfrm>
          <a:off x="0" y="0"/>
          <a:ext cx="0" cy="0"/>
          <a:chOff x="0" y="0"/>
          <a:chExt cx="0" cy="0"/>
        </a:xfrm>
      </p:grpSpPr>
      <p:sp>
        <p:nvSpPr>
          <p:cNvPr id="300" name="Google Shape;300;p49"/>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301" name="Google Shape;30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02" name="Shape 302"/>
        <p:cNvGrpSpPr/>
        <p:nvPr/>
      </p:nvGrpSpPr>
      <p:grpSpPr>
        <a:xfrm>
          <a:off x="0" y="0"/>
          <a:ext cx="0" cy="0"/>
          <a:chOff x="0" y="0"/>
          <a:chExt cx="0" cy="0"/>
        </a:xfrm>
      </p:grpSpPr>
      <p:sp>
        <p:nvSpPr>
          <p:cNvPr id="303" name="Google Shape;303;p5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04" name="Google Shape;304;p50"/>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305" name="Google Shape;305;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06" name="Shape 306"/>
        <p:cNvGrpSpPr/>
        <p:nvPr/>
      </p:nvGrpSpPr>
      <p:grpSpPr>
        <a:xfrm>
          <a:off x="0" y="0"/>
          <a:ext cx="0" cy="0"/>
          <a:chOff x="0" y="0"/>
          <a:chExt cx="0" cy="0"/>
        </a:xfrm>
      </p:grpSpPr>
      <p:sp>
        <p:nvSpPr>
          <p:cNvPr id="307" name="Google Shape;307;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2" name="Shape 312"/>
        <p:cNvGrpSpPr/>
        <p:nvPr/>
      </p:nvGrpSpPr>
      <p:grpSpPr>
        <a:xfrm>
          <a:off x="0" y="0"/>
          <a:ext cx="0" cy="0"/>
          <a:chOff x="0" y="0"/>
          <a:chExt cx="0" cy="0"/>
        </a:xfrm>
      </p:grpSpPr>
      <p:sp>
        <p:nvSpPr>
          <p:cNvPr id="313" name="Google Shape;313;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4" name="Google Shape;314;p5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15" name="Google Shape;315;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16" name="Shape 316"/>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2">
  <p:cSld name="TITLE_AND_BODY_1_2">
    <p:spTree>
      <p:nvGrpSpPr>
        <p:cNvPr id="317" name="Shape 317"/>
        <p:cNvGrpSpPr/>
        <p:nvPr/>
      </p:nvGrpSpPr>
      <p:grpSpPr>
        <a:xfrm>
          <a:off x="0" y="0"/>
          <a:ext cx="0" cy="0"/>
          <a:chOff x="0" y="0"/>
          <a:chExt cx="0" cy="0"/>
        </a:xfrm>
      </p:grpSpPr>
      <p:sp>
        <p:nvSpPr>
          <p:cNvPr id="318" name="Google Shape;318;p55"/>
          <p:cNvSpPr/>
          <p:nvPr/>
        </p:nvSpPr>
        <p:spPr>
          <a:xfrm>
            <a:off x="4575850" y="0"/>
            <a:ext cx="4568100" cy="5143500"/>
          </a:xfrm>
          <a:prstGeom prst="rect">
            <a:avLst/>
          </a:prstGeom>
          <a:gradFill>
            <a:gsLst>
              <a:gs pos="0">
                <a:srgbClr val="000000">
                  <a:alpha val="0"/>
                </a:srgbClr>
              </a:gs>
              <a:gs pos="50000">
                <a:schemeClr val="dk1"/>
              </a:gs>
              <a:gs pos="100000">
                <a:srgbClr val="000000">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2 1">
  <p:cSld name="TITLE_AND_BODY_1_2_1">
    <p:spTree>
      <p:nvGrpSpPr>
        <p:cNvPr id="320" name="Shape 320"/>
        <p:cNvGrpSpPr/>
        <p:nvPr/>
      </p:nvGrpSpPr>
      <p:grpSpPr>
        <a:xfrm>
          <a:off x="0" y="0"/>
          <a:ext cx="0" cy="0"/>
          <a:chOff x="0" y="0"/>
          <a:chExt cx="0" cy="0"/>
        </a:xfrm>
      </p:grpSpPr>
      <p:sp>
        <p:nvSpPr>
          <p:cNvPr id="321" name="Google Shape;321;p56"/>
          <p:cNvSpPr/>
          <p:nvPr/>
        </p:nvSpPr>
        <p:spPr>
          <a:xfrm>
            <a:off x="4023300" y="0"/>
            <a:ext cx="51207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23" name="Google Shape;323;p56"/>
          <p:cNvPicPr preferRelativeResize="0"/>
          <p:nvPr/>
        </p:nvPicPr>
        <p:blipFill>
          <a:blip r:embed="rId2">
            <a:alphaModFix/>
          </a:blip>
          <a:stretch>
            <a:fillRect/>
          </a:stretch>
        </p:blipFill>
        <p:spPr>
          <a:xfrm>
            <a:off x="8190227" y="4869025"/>
            <a:ext cx="687950" cy="1409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xx">
  <p:cSld name="CUSTOM">
    <p:bg>
      <p:bgPr>
        <a:gradFill>
          <a:gsLst>
            <a:gs pos="0">
              <a:srgbClr val="494949"/>
            </a:gs>
            <a:gs pos="25000">
              <a:schemeClr val="dk1"/>
            </a:gs>
            <a:gs pos="50000">
              <a:schemeClr val="dk1"/>
            </a:gs>
            <a:gs pos="75000">
              <a:schemeClr val="dk1"/>
            </a:gs>
            <a:gs pos="100000">
              <a:srgbClr val="494949"/>
            </a:gs>
          </a:gsLst>
          <a:lin ang="5400012" scaled="0"/>
        </a:gradFill>
      </p:bgPr>
    </p:bg>
    <p:spTree>
      <p:nvGrpSpPr>
        <p:cNvPr id="324" name="Shape 324"/>
        <p:cNvGrpSpPr/>
        <p:nvPr/>
      </p:nvGrpSpPr>
      <p:grpSpPr>
        <a:xfrm>
          <a:off x="0" y="0"/>
          <a:ext cx="0" cy="0"/>
          <a:chOff x="0" y="0"/>
          <a:chExt cx="0" cy="0"/>
        </a:xfrm>
      </p:grpSpPr>
      <p:pic>
        <p:nvPicPr>
          <p:cNvPr id="325" name="Google Shape;325;p57"/>
          <p:cNvPicPr preferRelativeResize="0"/>
          <p:nvPr/>
        </p:nvPicPr>
        <p:blipFill rotWithShape="1">
          <a:blip r:embed="rId2">
            <a:alphaModFix amt="70000"/>
          </a:blip>
          <a:srcRect b="48138" l="46919" r="0" t="0"/>
          <a:stretch/>
        </p:blipFill>
        <p:spPr>
          <a:xfrm>
            <a:off x="0" y="1300675"/>
            <a:ext cx="8420100" cy="3842826"/>
          </a:xfrm>
          <a:prstGeom prst="rect">
            <a:avLst/>
          </a:prstGeom>
          <a:noFill/>
          <a:ln>
            <a:noFill/>
          </a:ln>
        </p:spPr>
      </p:pic>
      <p:pic>
        <p:nvPicPr>
          <p:cNvPr id="326" name="Google Shape;326;p57"/>
          <p:cNvPicPr preferRelativeResize="0"/>
          <p:nvPr/>
        </p:nvPicPr>
        <p:blipFill rotWithShape="1">
          <a:blip r:embed="rId2">
            <a:alphaModFix amt="70000"/>
          </a:blip>
          <a:srcRect b="48256" l="0" r="49045" t="0"/>
          <a:stretch/>
        </p:blipFill>
        <p:spPr>
          <a:xfrm>
            <a:off x="2048575" y="1053425"/>
            <a:ext cx="7095426" cy="4090074"/>
          </a:xfrm>
          <a:prstGeom prst="rect">
            <a:avLst/>
          </a:prstGeom>
          <a:noFill/>
          <a:ln>
            <a:noFill/>
          </a:ln>
        </p:spPr>
      </p:pic>
      <p:grpSp>
        <p:nvGrpSpPr>
          <p:cNvPr id="327" name="Google Shape;327;p57"/>
          <p:cNvGrpSpPr/>
          <p:nvPr/>
        </p:nvGrpSpPr>
        <p:grpSpPr>
          <a:xfrm>
            <a:off x="-1785312" y="0"/>
            <a:ext cx="12185613" cy="4810124"/>
            <a:chOff x="-1499562" y="0"/>
            <a:chExt cx="12185613" cy="4810124"/>
          </a:xfrm>
        </p:grpSpPr>
        <p:pic>
          <p:nvPicPr>
            <p:cNvPr id="328" name="Google Shape;328;p57"/>
            <p:cNvPicPr preferRelativeResize="0"/>
            <p:nvPr/>
          </p:nvPicPr>
          <p:blipFill rotWithShape="1">
            <a:blip r:embed="rId2">
              <a:alphaModFix amt="60000"/>
            </a:blip>
            <a:srcRect b="3707" l="0" r="46930" t="43639"/>
            <a:stretch/>
          </p:blipFill>
          <p:spPr>
            <a:xfrm>
              <a:off x="-1499562" y="0"/>
              <a:ext cx="6092800" cy="4810124"/>
            </a:xfrm>
            <a:prstGeom prst="rect">
              <a:avLst/>
            </a:prstGeom>
            <a:noFill/>
            <a:ln>
              <a:noFill/>
            </a:ln>
          </p:spPr>
        </p:pic>
        <p:pic>
          <p:nvPicPr>
            <p:cNvPr id="329" name="Google Shape;329;p57"/>
            <p:cNvPicPr preferRelativeResize="0"/>
            <p:nvPr/>
          </p:nvPicPr>
          <p:blipFill rotWithShape="1">
            <a:blip r:embed="rId2">
              <a:alphaModFix amt="60000"/>
            </a:blip>
            <a:srcRect b="3707" l="0" r="46930" t="43639"/>
            <a:stretch/>
          </p:blipFill>
          <p:spPr>
            <a:xfrm flipH="1">
              <a:off x="4593250" y="0"/>
              <a:ext cx="6092800" cy="4810124"/>
            </a:xfrm>
            <a:prstGeom prst="rect">
              <a:avLst/>
            </a:prstGeom>
            <a:noFill/>
            <a:ln>
              <a:noFill/>
            </a:ln>
          </p:spPr>
        </p:pic>
      </p:grpSp>
      <p:grpSp>
        <p:nvGrpSpPr>
          <p:cNvPr id="330" name="Google Shape;330;p57"/>
          <p:cNvGrpSpPr/>
          <p:nvPr/>
        </p:nvGrpSpPr>
        <p:grpSpPr>
          <a:xfrm>
            <a:off x="-2837829" y="0"/>
            <a:ext cx="15162558" cy="5985237"/>
            <a:chOff x="-1499562" y="0"/>
            <a:chExt cx="12185613" cy="4810124"/>
          </a:xfrm>
        </p:grpSpPr>
        <p:pic>
          <p:nvPicPr>
            <p:cNvPr id="331" name="Google Shape;331;p57"/>
            <p:cNvPicPr preferRelativeResize="0"/>
            <p:nvPr/>
          </p:nvPicPr>
          <p:blipFill rotWithShape="1">
            <a:blip r:embed="rId2">
              <a:alphaModFix amt="60000"/>
            </a:blip>
            <a:srcRect b="3707" l="0" r="46930" t="43639"/>
            <a:stretch/>
          </p:blipFill>
          <p:spPr>
            <a:xfrm>
              <a:off x="-1499562" y="0"/>
              <a:ext cx="6092800" cy="4810124"/>
            </a:xfrm>
            <a:prstGeom prst="rect">
              <a:avLst/>
            </a:prstGeom>
            <a:noFill/>
            <a:ln>
              <a:noFill/>
            </a:ln>
          </p:spPr>
        </p:pic>
        <p:pic>
          <p:nvPicPr>
            <p:cNvPr id="332" name="Google Shape;332;p57"/>
            <p:cNvPicPr preferRelativeResize="0"/>
            <p:nvPr/>
          </p:nvPicPr>
          <p:blipFill rotWithShape="1">
            <a:blip r:embed="rId2">
              <a:alphaModFix amt="60000"/>
            </a:blip>
            <a:srcRect b="3707" l="0" r="46930" t="43639"/>
            <a:stretch/>
          </p:blipFill>
          <p:spPr>
            <a:xfrm flipH="1">
              <a:off x="4593250" y="0"/>
              <a:ext cx="6092800" cy="4810124"/>
            </a:xfrm>
            <a:prstGeom prst="rect">
              <a:avLst/>
            </a:prstGeom>
            <a:noFill/>
            <a:ln>
              <a:noFill/>
            </a:ln>
          </p:spPr>
        </p:pic>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xx">
  <p:cSld name="CUSTOM_2">
    <p:bg>
      <p:bgPr>
        <a:gradFill>
          <a:gsLst>
            <a:gs pos="0">
              <a:srgbClr val="353535"/>
            </a:gs>
            <a:gs pos="21000">
              <a:schemeClr val="dk1"/>
            </a:gs>
            <a:gs pos="50000">
              <a:schemeClr val="dk1"/>
            </a:gs>
            <a:gs pos="81000">
              <a:schemeClr val="dk1"/>
            </a:gs>
            <a:gs pos="100000">
              <a:srgbClr val="353535"/>
            </a:gs>
          </a:gsLst>
          <a:lin ang="5400700" scaled="0"/>
        </a:gradFill>
      </p:bgPr>
    </p:bg>
    <p:spTree>
      <p:nvGrpSpPr>
        <p:cNvPr id="333" name="Shape 333"/>
        <p:cNvGrpSpPr/>
        <p:nvPr/>
      </p:nvGrpSpPr>
      <p:grpSpPr>
        <a:xfrm>
          <a:off x="0" y="0"/>
          <a:ext cx="0" cy="0"/>
          <a:chOff x="0" y="0"/>
          <a:chExt cx="0" cy="0"/>
        </a:xfrm>
      </p:grpSpPr>
      <p:pic>
        <p:nvPicPr>
          <p:cNvPr id="334" name="Google Shape;334;p58"/>
          <p:cNvPicPr preferRelativeResize="0"/>
          <p:nvPr/>
        </p:nvPicPr>
        <p:blipFill rotWithShape="1">
          <a:blip r:embed="rId2">
            <a:alphaModFix amt="70000"/>
          </a:blip>
          <a:srcRect b="48138" l="46919" r="0" t="0"/>
          <a:stretch/>
        </p:blipFill>
        <p:spPr>
          <a:xfrm>
            <a:off x="0" y="1300675"/>
            <a:ext cx="8420100" cy="3842826"/>
          </a:xfrm>
          <a:prstGeom prst="rect">
            <a:avLst/>
          </a:prstGeom>
          <a:noFill/>
          <a:ln>
            <a:noFill/>
          </a:ln>
        </p:spPr>
      </p:pic>
      <p:pic>
        <p:nvPicPr>
          <p:cNvPr id="335" name="Google Shape;335;p58"/>
          <p:cNvPicPr preferRelativeResize="0"/>
          <p:nvPr/>
        </p:nvPicPr>
        <p:blipFill rotWithShape="1">
          <a:blip r:embed="rId2">
            <a:alphaModFix amt="70000"/>
          </a:blip>
          <a:srcRect b="48256" l="0" r="49045" t="0"/>
          <a:stretch/>
        </p:blipFill>
        <p:spPr>
          <a:xfrm>
            <a:off x="2048575" y="1053425"/>
            <a:ext cx="7095426" cy="4090074"/>
          </a:xfrm>
          <a:prstGeom prst="rect">
            <a:avLst/>
          </a:prstGeom>
          <a:noFill/>
          <a:ln>
            <a:noFill/>
          </a:ln>
        </p:spPr>
      </p:pic>
      <p:grpSp>
        <p:nvGrpSpPr>
          <p:cNvPr id="336" name="Google Shape;336;p58"/>
          <p:cNvGrpSpPr/>
          <p:nvPr/>
        </p:nvGrpSpPr>
        <p:grpSpPr>
          <a:xfrm>
            <a:off x="-1785312" y="0"/>
            <a:ext cx="12185613" cy="4810124"/>
            <a:chOff x="-1499562" y="0"/>
            <a:chExt cx="12185613" cy="4810124"/>
          </a:xfrm>
        </p:grpSpPr>
        <p:pic>
          <p:nvPicPr>
            <p:cNvPr id="337" name="Google Shape;337;p58"/>
            <p:cNvPicPr preferRelativeResize="0"/>
            <p:nvPr/>
          </p:nvPicPr>
          <p:blipFill rotWithShape="1">
            <a:blip r:embed="rId2">
              <a:alphaModFix amt="60000"/>
            </a:blip>
            <a:srcRect b="3707" l="0" r="46930" t="43639"/>
            <a:stretch/>
          </p:blipFill>
          <p:spPr>
            <a:xfrm>
              <a:off x="-1499562" y="0"/>
              <a:ext cx="6092800" cy="4810124"/>
            </a:xfrm>
            <a:prstGeom prst="rect">
              <a:avLst/>
            </a:prstGeom>
            <a:noFill/>
            <a:ln>
              <a:noFill/>
            </a:ln>
          </p:spPr>
        </p:pic>
        <p:pic>
          <p:nvPicPr>
            <p:cNvPr id="338" name="Google Shape;338;p58"/>
            <p:cNvPicPr preferRelativeResize="0"/>
            <p:nvPr/>
          </p:nvPicPr>
          <p:blipFill rotWithShape="1">
            <a:blip r:embed="rId2">
              <a:alphaModFix amt="60000"/>
            </a:blip>
            <a:srcRect b="3707" l="0" r="46930" t="43639"/>
            <a:stretch/>
          </p:blipFill>
          <p:spPr>
            <a:xfrm flipH="1">
              <a:off x="4593250" y="0"/>
              <a:ext cx="6092800" cy="4810124"/>
            </a:xfrm>
            <a:prstGeom prst="rect">
              <a:avLst/>
            </a:prstGeom>
            <a:noFill/>
            <a:ln>
              <a:noFill/>
            </a:ln>
          </p:spPr>
        </p:pic>
      </p:grpSp>
      <p:grpSp>
        <p:nvGrpSpPr>
          <p:cNvPr id="339" name="Google Shape;339;p58"/>
          <p:cNvGrpSpPr/>
          <p:nvPr/>
        </p:nvGrpSpPr>
        <p:grpSpPr>
          <a:xfrm>
            <a:off x="-2837829" y="0"/>
            <a:ext cx="15162558" cy="5985237"/>
            <a:chOff x="-1499562" y="0"/>
            <a:chExt cx="12185613" cy="4810124"/>
          </a:xfrm>
        </p:grpSpPr>
        <p:pic>
          <p:nvPicPr>
            <p:cNvPr id="340" name="Google Shape;340;p58"/>
            <p:cNvPicPr preferRelativeResize="0"/>
            <p:nvPr/>
          </p:nvPicPr>
          <p:blipFill rotWithShape="1">
            <a:blip r:embed="rId2">
              <a:alphaModFix amt="60000"/>
            </a:blip>
            <a:srcRect b="3707" l="0" r="46930" t="43639"/>
            <a:stretch/>
          </p:blipFill>
          <p:spPr>
            <a:xfrm>
              <a:off x="-1499562" y="0"/>
              <a:ext cx="6092800" cy="4810124"/>
            </a:xfrm>
            <a:prstGeom prst="rect">
              <a:avLst/>
            </a:prstGeom>
            <a:noFill/>
            <a:ln>
              <a:noFill/>
            </a:ln>
          </p:spPr>
        </p:pic>
        <p:pic>
          <p:nvPicPr>
            <p:cNvPr id="341" name="Google Shape;341;p58"/>
            <p:cNvPicPr preferRelativeResize="0"/>
            <p:nvPr/>
          </p:nvPicPr>
          <p:blipFill rotWithShape="1">
            <a:blip r:embed="rId2">
              <a:alphaModFix amt="60000"/>
            </a:blip>
            <a:srcRect b="3707" l="0" r="46930" t="43639"/>
            <a:stretch/>
          </p:blipFill>
          <p:spPr>
            <a:xfrm flipH="1">
              <a:off x="4593250" y="0"/>
              <a:ext cx="6092800" cy="4810124"/>
            </a:xfrm>
            <a:prstGeom prst="rect">
              <a:avLst/>
            </a:prstGeom>
            <a:noFill/>
            <a:ln>
              <a:noFill/>
            </a:ln>
          </p:spPr>
        </p:pic>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xx">
  <p:cSld name="CUSTOM_2_1">
    <p:bg>
      <p:bgPr>
        <a:gradFill>
          <a:gsLst>
            <a:gs pos="0">
              <a:schemeClr val="dk1"/>
            </a:gs>
            <a:gs pos="100000">
              <a:srgbClr val="353535"/>
            </a:gs>
          </a:gsLst>
          <a:path path="circle">
            <a:fillToRect b="50%" l="50%" r="50%" t="50%"/>
          </a:path>
          <a:tileRect/>
        </a:gradFill>
      </p:bgPr>
    </p:bg>
    <p:spTree>
      <p:nvGrpSpPr>
        <p:cNvPr id="342" name="Shape 342"/>
        <p:cNvGrpSpPr/>
        <p:nvPr/>
      </p:nvGrpSpPr>
      <p:grpSpPr>
        <a:xfrm>
          <a:off x="0" y="0"/>
          <a:ext cx="0" cy="0"/>
          <a:chOff x="0" y="0"/>
          <a:chExt cx="0" cy="0"/>
        </a:xfrm>
      </p:grpSpPr>
      <p:pic>
        <p:nvPicPr>
          <p:cNvPr id="343" name="Google Shape;343;p59"/>
          <p:cNvPicPr preferRelativeResize="0"/>
          <p:nvPr/>
        </p:nvPicPr>
        <p:blipFill rotWithShape="1">
          <a:blip r:embed="rId2">
            <a:alphaModFix amt="60000"/>
          </a:blip>
          <a:srcRect b="382" l="4267" r="42663" t="38949"/>
          <a:stretch/>
        </p:blipFill>
        <p:spPr>
          <a:xfrm flipH="1" rot="-5400000">
            <a:off x="-342585" y="-2095188"/>
            <a:ext cx="7581274" cy="6896100"/>
          </a:xfrm>
          <a:prstGeom prst="rect">
            <a:avLst/>
          </a:prstGeom>
          <a:noFill/>
          <a:ln>
            <a:noFill/>
          </a:ln>
        </p:spPr>
      </p:pic>
      <p:pic>
        <p:nvPicPr>
          <p:cNvPr id="344" name="Google Shape;344;p59"/>
          <p:cNvPicPr preferRelativeResize="0"/>
          <p:nvPr/>
        </p:nvPicPr>
        <p:blipFill rotWithShape="1">
          <a:blip r:embed="rId2">
            <a:alphaModFix amt="60000"/>
          </a:blip>
          <a:srcRect b="382" l="4267" r="42663" t="38949"/>
          <a:stretch/>
        </p:blipFill>
        <p:spPr>
          <a:xfrm rot="5400000">
            <a:off x="1905315" y="-2095188"/>
            <a:ext cx="7581274" cy="68961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1">
  <p:cSld name="CUSTOM_1">
    <p:bg>
      <p:bgPr>
        <a:gradFill>
          <a:gsLst>
            <a:gs pos="0">
              <a:srgbClr val="494949"/>
            </a:gs>
            <a:gs pos="25000">
              <a:schemeClr val="dk1"/>
            </a:gs>
            <a:gs pos="50000">
              <a:schemeClr val="dk1"/>
            </a:gs>
            <a:gs pos="75000">
              <a:schemeClr val="dk1"/>
            </a:gs>
            <a:gs pos="100000">
              <a:srgbClr val="494949"/>
            </a:gs>
          </a:gsLst>
          <a:lin ang="5400012" scaled="0"/>
        </a:gradFill>
      </p:bgPr>
    </p:bg>
    <p:spTree>
      <p:nvGrpSpPr>
        <p:cNvPr id="345" name="Shape 345"/>
        <p:cNvGrpSpPr/>
        <p:nvPr/>
      </p:nvGrpSpPr>
      <p:grpSpPr>
        <a:xfrm>
          <a:off x="0" y="0"/>
          <a:ext cx="0" cy="0"/>
          <a:chOff x="0" y="0"/>
          <a:chExt cx="0" cy="0"/>
        </a:xfrm>
      </p:grpSpPr>
      <p:pic>
        <p:nvPicPr>
          <p:cNvPr id="346" name="Google Shape;346;p60"/>
          <p:cNvPicPr preferRelativeResize="0"/>
          <p:nvPr/>
        </p:nvPicPr>
        <p:blipFill rotWithShape="1">
          <a:blip r:embed="rId2">
            <a:alphaModFix amt="60000"/>
          </a:blip>
          <a:srcRect b="0" l="45510" r="0" t="46553"/>
          <a:stretch/>
        </p:blipFill>
        <p:spPr>
          <a:xfrm>
            <a:off x="0" y="0"/>
            <a:ext cx="6255976" cy="4577376"/>
          </a:xfrm>
          <a:prstGeom prst="rect">
            <a:avLst/>
          </a:prstGeom>
          <a:noFill/>
          <a:ln>
            <a:noFill/>
          </a:ln>
        </p:spPr>
      </p:pic>
      <p:pic>
        <p:nvPicPr>
          <p:cNvPr id="347" name="Google Shape;347;p60"/>
          <p:cNvPicPr preferRelativeResize="0"/>
          <p:nvPr/>
        </p:nvPicPr>
        <p:blipFill rotWithShape="1">
          <a:blip r:embed="rId2">
            <a:alphaModFix amt="70000"/>
          </a:blip>
          <a:srcRect b="48138" l="46919" r="0" t="0"/>
          <a:stretch/>
        </p:blipFill>
        <p:spPr>
          <a:xfrm>
            <a:off x="0" y="1300675"/>
            <a:ext cx="8420100" cy="3842826"/>
          </a:xfrm>
          <a:prstGeom prst="rect">
            <a:avLst/>
          </a:prstGeom>
          <a:noFill/>
          <a:ln>
            <a:noFill/>
          </a:ln>
        </p:spPr>
      </p:pic>
      <p:pic>
        <p:nvPicPr>
          <p:cNvPr id="348" name="Google Shape;348;p60"/>
          <p:cNvPicPr preferRelativeResize="0"/>
          <p:nvPr/>
        </p:nvPicPr>
        <p:blipFill rotWithShape="1">
          <a:blip r:embed="rId2">
            <a:alphaModFix amt="70000"/>
          </a:blip>
          <a:srcRect b="48256" l="0" r="49045" t="0"/>
          <a:stretch/>
        </p:blipFill>
        <p:spPr>
          <a:xfrm>
            <a:off x="2048575" y="1053425"/>
            <a:ext cx="7095426" cy="4090074"/>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1">
  <p:cSld name="TITLE_AND_BODY_1_1">
    <p:spTree>
      <p:nvGrpSpPr>
        <p:cNvPr id="349" name="Shape 349"/>
        <p:cNvGrpSpPr/>
        <p:nvPr/>
      </p:nvGrpSpPr>
      <p:grpSpPr>
        <a:xfrm>
          <a:off x="0" y="0"/>
          <a:ext cx="0" cy="0"/>
          <a:chOff x="0" y="0"/>
          <a:chExt cx="0" cy="0"/>
        </a:xfrm>
      </p:grpSpPr>
      <p:sp>
        <p:nvSpPr>
          <p:cNvPr id="350" name="Google Shape;350;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51" name="Shape 351"/>
        <p:cNvGrpSpPr/>
        <p:nvPr/>
      </p:nvGrpSpPr>
      <p:grpSpPr>
        <a:xfrm>
          <a:off x="0" y="0"/>
          <a:ext cx="0" cy="0"/>
          <a:chOff x="0" y="0"/>
          <a:chExt cx="0" cy="0"/>
        </a:xfrm>
      </p:grpSpPr>
      <p:sp>
        <p:nvSpPr>
          <p:cNvPr id="352" name="Google Shape;352;p6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53" name="Google Shape;353;p6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54" name="Google Shape;354;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type="obj">
  <p:cSld name="OBJECT">
    <p:bg>
      <p:bgPr>
        <a:solidFill>
          <a:srgbClr val="191D28"/>
        </a:solidFill>
      </p:bgPr>
    </p:bg>
    <p:spTree>
      <p:nvGrpSpPr>
        <p:cNvPr id="355" name="Shape 355"/>
        <p:cNvGrpSpPr/>
        <p:nvPr/>
      </p:nvGrpSpPr>
      <p:grpSpPr>
        <a:xfrm>
          <a:off x="0" y="0"/>
          <a:ext cx="0" cy="0"/>
          <a:chOff x="0" y="0"/>
          <a:chExt cx="0" cy="0"/>
        </a:xfrm>
      </p:grpSpPr>
      <p:sp>
        <p:nvSpPr>
          <p:cNvPr id="356" name="Google Shape;356;p63"/>
          <p:cNvSpPr txBox="1"/>
          <p:nvPr>
            <p:ph type="title"/>
          </p:nvPr>
        </p:nvSpPr>
        <p:spPr>
          <a:xfrm>
            <a:off x="628650" y="336190"/>
            <a:ext cx="7886700" cy="612900"/>
          </a:xfrm>
          <a:prstGeom prst="rect">
            <a:avLst/>
          </a:prstGeom>
          <a:noFill/>
          <a:ln>
            <a:noFill/>
          </a:ln>
        </p:spPr>
        <p:txBody>
          <a:bodyPr anchorCtr="0" anchor="t" bIns="34275" lIns="0" spcFirstLastPara="1" rIns="0" wrap="square" tIns="34275">
            <a:noAutofit/>
          </a:bodyPr>
          <a:lstStyle>
            <a:lvl1pPr lvl="0" algn="l">
              <a:lnSpc>
                <a:spcPct val="100000"/>
              </a:lnSpc>
              <a:spcBef>
                <a:spcPts val="0"/>
              </a:spcBef>
              <a:spcAft>
                <a:spcPts val="0"/>
              </a:spcAft>
              <a:buClr>
                <a:schemeClr val="lt1"/>
              </a:buClr>
              <a:buSzPts val="2400"/>
              <a:buFont typeface="Montserrat"/>
              <a:buNone/>
              <a:defRPr>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7" name="Google Shape;357;p63"/>
          <p:cNvSpPr txBox="1"/>
          <p:nvPr>
            <p:ph idx="1" type="body"/>
          </p:nvPr>
        </p:nvSpPr>
        <p:spPr>
          <a:xfrm>
            <a:off x="628650" y="1285226"/>
            <a:ext cx="7886700" cy="3428700"/>
          </a:xfrm>
          <a:prstGeom prst="rect">
            <a:avLst/>
          </a:prstGeom>
          <a:noFill/>
          <a:ln>
            <a:noFill/>
          </a:ln>
        </p:spPr>
        <p:txBody>
          <a:bodyPr anchorCtr="0" anchor="t" bIns="34275" lIns="0" spcFirstLastPara="1" rIns="0" wrap="square" tIns="34275">
            <a:noAutofit/>
          </a:bodyPr>
          <a:lstStyle>
            <a:lvl1pPr indent="-298450" lvl="0" marL="457200" algn="l">
              <a:lnSpc>
                <a:spcPct val="110000"/>
              </a:lnSpc>
              <a:spcBef>
                <a:spcPts val="300"/>
              </a:spcBef>
              <a:spcAft>
                <a:spcPts val="0"/>
              </a:spcAft>
              <a:buClr>
                <a:schemeClr val="accent6"/>
              </a:buClr>
              <a:buSzPts val="1100"/>
              <a:buChar char="●"/>
              <a:defRPr>
                <a:solidFill>
                  <a:schemeClr val="lt1"/>
                </a:solidFill>
              </a:defRPr>
            </a:lvl1pPr>
            <a:lvl2pPr indent="-285750" lvl="1" marL="914400" algn="l">
              <a:lnSpc>
                <a:spcPct val="110000"/>
              </a:lnSpc>
              <a:spcBef>
                <a:spcPts val="300"/>
              </a:spcBef>
              <a:spcAft>
                <a:spcPts val="0"/>
              </a:spcAft>
              <a:buClr>
                <a:schemeClr val="accent6"/>
              </a:buClr>
              <a:buSzPts val="900"/>
              <a:buChar char="○"/>
              <a:defRPr>
                <a:solidFill>
                  <a:schemeClr val="lt1"/>
                </a:solidFill>
              </a:defRPr>
            </a:lvl2pPr>
            <a:lvl3pPr indent="-279400" lvl="2" marL="1371600" algn="l">
              <a:lnSpc>
                <a:spcPct val="110000"/>
              </a:lnSpc>
              <a:spcBef>
                <a:spcPts val="300"/>
              </a:spcBef>
              <a:spcAft>
                <a:spcPts val="0"/>
              </a:spcAft>
              <a:buClr>
                <a:schemeClr val="accent6"/>
              </a:buClr>
              <a:buSzPts val="800"/>
              <a:buChar char="■"/>
              <a:defRPr>
                <a:solidFill>
                  <a:schemeClr val="lt1"/>
                </a:solidFill>
              </a:defRPr>
            </a:lvl3pPr>
            <a:lvl4pPr indent="-279400" lvl="3" marL="1828800" algn="l">
              <a:lnSpc>
                <a:spcPct val="110000"/>
              </a:lnSpc>
              <a:spcBef>
                <a:spcPts val="300"/>
              </a:spcBef>
              <a:spcAft>
                <a:spcPts val="0"/>
              </a:spcAft>
              <a:buClr>
                <a:schemeClr val="accent6"/>
              </a:buClr>
              <a:buSzPts val="800"/>
              <a:buChar char="●"/>
              <a:defRPr>
                <a:solidFill>
                  <a:schemeClr val="lt1"/>
                </a:solidFill>
              </a:defRPr>
            </a:lvl4pPr>
            <a:lvl5pPr indent="-279400" lvl="4" marL="2286000" algn="l">
              <a:lnSpc>
                <a:spcPct val="110000"/>
              </a:lnSpc>
              <a:spcBef>
                <a:spcPts val="300"/>
              </a:spcBef>
              <a:spcAft>
                <a:spcPts val="0"/>
              </a:spcAft>
              <a:buClr>
                <a:schemeClr val="accent6"/>
              </a:buClr>
              <a:buSzPts val="8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1600"/>
              </a:spcBef>
              <a:spcAft>
                <a:spcPts val="0"/>
              </a:spcAft>
              <a:buClr>
                <a:schemeClr val="dk1"/>
              </a:buClr>
              <a:buSzPts val="1400"/>
              <a:buChar char="●"/>
              <a:defRPr/>
            </a:lvl7pPr>
            <a:lvl8pPr indent="-317500" lvl="7" marL="3657600" algn="l">
              <a:lnSpc>
                <a:spcPct val="90000"/>
              </a:lnSpc>
              <a:spcBef>
                <a:spcPts val="1600"/>
              </a:spcBef>
              <a:spcAft>
                <a:spcPts val="0"/>
              </a:spcAft>
              <a:buClr>
                <a:schemeClr val="dk1"/>
              </a:buClr>
              <a:buSzPts val="1400"/>
              <a:buChar char="○"/>
              <a:defRPr/>
            </a:lvl8pPr>
            <a:lvl9pPr indent="-317500" lvl="8" marL="4114800" algn="l">
              <a:lnSpc>
                <a:spcPct val="90000"/>
              </a:lnSpc>
              <a:spcBef>
                <a:spcPts val="1600"/>
              </a:spcBef>
              <a:spcAft>
                <a:spcPts val="1600"/>
              </a:spcAft>
              <a:buClr>
                <a:schemeClr val="dk1"/>
              </a:buClr>
              <a:buSzPts val="1400"/>
              <a:buChar char="■"/>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58" name="Shape 358"/>
        <p:cNvGrpSpPr/>
        <p:nvPr/>
      </p:nvGrpSpPr>
      <p:grpSpPr>
        <a:xfrm>
          <a:off x="0" y="0"/>
          <a:ext cx="0" cy="0"/>
          <a:chOff x="0" y="0"/>
          <a:chExt cx="0" cy="0"/>
        </a:xfrm>
      </p:grpSpPr>
      <p:sp>
        <p:nvSpPr>
          <p:cNvPr id="359" name="Google Shape;359;p64"/>
          <p:cNvSpPr txBox="1"/>
          <p:nvPr>
            <p:ph type="title"/>
          </p:nvPr>
        </p:nvSpPr>
        <p:spPr>
          <a:xfrm>
            <a:off x="628650" y="336190"/>
            <a:ext cx="7886700" cy="612900"/>
          </a:xfrm>
          <a:prstGeom prst="rect">
            <a:avLst/>
          </a:prstGeom>
          <a:noFill/>
          <a:ln>
            <a:noFill/>
          </a:ln>
        </p:spPr>
        <p:txBody>
          <a:bodyPr anchorCtr="0" anchor="t" bIns="34275" lIns="0" spcFirstLastPara="1" rIns="0" wrap="square" tIns="34275">
            <a:noAutofit/>
          </a:bodyPr>
          <a:lstStyle>
            <a:lvl1pPr lvl="0" algn="l">
              <a:lnSpc>
                <a:spcPct val="10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0" name="Google Shape;360;p64"/>
          <p:cNvSpPr txBox="1"/>
          <p:nvPr>
            <p:ph idx="1" type="body"/>
          </p:nvPr>
        </p:nvSpPr>
        <p:spPr>
          <a:xfrm>
            <a:off x="628650" y="1285226"/>
            <a:ext cx="7886700" cy="3428700"/>
          </a:xfrm>
          <a:prstGeom prst="rect">
            <a:avLst/>
          </a:prstGeom>
          <a:noFill/>
          <a:ln>
            <a:noFill/>
          </a:ln>
        </p:spPr>
        <p:txBody>
          <a:bodyPr anchorCtr="0" anchor="t" bIns="34275" lIns="0" spcFirstLastPara="1" rIns="0" wrap="square" tIns="34275">
            <a:noAutofit/>
          </a:bodyPr>
          <a:lstStyle>
            <a:lvl1pPr indent="-317500" lvl="0" marL="457200" algn="l">
              <a:lnSpc>
                <a:spcPct val="110000"/>
              </a:lnSpc>
              <a:spcBef>
                <a:spcPts val="300"/>
              </a:spcBef>
              <a:spcAft>
                <a:spcPts val="0"/>
              </a:spcAft>
              <a:buSzPts val="1400"/>
              <a:buChar char="●"/>
              <a:defRPr/>
            </a:lvl1pPr>
            <a:lvl2pPr indent="-317500" lvl="1" marL="914400" algn="l">
              <a:lnSpc>
                <a:spcPct val="110000"/>
              </a:lnSpc>
              <a:spcBef>
                <a:spcPts val="300"/>
              </a:spcBef>
              <a:spcAft>
                <a:spcPts val="0"/>
              </a:spcAft>
              <a:buSzPts val="1400"/>
              <a:buChar char="○"/>
              <a:defRPr/>
            </a:lvl2pPr>
            <a:lvl3pPr indent="-317500" lvl="2" marL="1371600" algn="l">
              <a:lnSpc>
                <a:spcPct val="110000"/>
              </a:lnSpc>
              <a:spcBef>
                <a:spcPts val="300"/>
              </a:spcBef>
              <a:spcAft>
                <a:spcPts val="0"/>
              </a:spcAft>
              <a:buSzPts val="1400"/>
              <a:buChar char="■"/>
              <a:defRPr/>
            </a:lvl3pPr>
            <a:lvl4pPr indent="-317500" lvl="3" marL="1828800" algn="l">
              <a:lnSpc>
                <a:spcPct val="110000"/>
              </a:lnSpc>
              <a:spcBef>
                <a:spcPts val="300"/>
              </a:spcBef>
              <a:spcAft>
                <a:spcPts val="0"/>
              </a:spcAft>
              <a:buSzPts val="1400"/>
              <a:buChar char="●"/>
              <a:defRPr/>
            </a:lvl4pPr>
            <a:lvl5pPr indent="-317500" lvl="4" marL="2286000" algn="l">
              <a:lnSpc>
                <a:spcPct val="110000"/>
              </a:lnSpc>
              <a:spcBef>
                <a:spcPts val="300"/>
              </a:spcBef>
              <a:spcAft>
                <a:spcPts val="0"/>
              </a:spcAft>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1600"/>
              </a:spcBef>
              <a:spcAft>
                <a:spcPts val="0"/>
              </a:spcAft>
              <a:buClr>
                <a:schemeClr val="dk1"/>
              </a:buClr>
              <a:buSzPts val="1400"/>
              <a:buChar char="●"/>
              <a:defRPr/>
            </a:lvl7pPr>
            <a:lvl8pPr indent="-317500" lvl="7" marL="3657600" algn="l">
              <a:lnSpc>
                <a:spcPct val="90000"/>
              </a:lnSpc>
              <a:spcBef>
                <a:spcPts val="1600"/>
              </a:spcBef>
              <a:spcAft>
                <a:spcPts val="0"/>
              </a:spcAft>
              <a:buClr>
                <a:schemeClr val="dk1"/>
              </a:buClr>
              <a:buSzPts val="1400"/>
              <a:buChar char="○"/>
              <a:defRPr/>
            </a:lvl8pPr>
            <a:lvl9pPr indent="-317500" lvl="8" marL="4114800" algn="l">
              <a:lnSpc>
                <a:spcPct val="90000"/>
              </a:lnSpc>
              <a:spcBef>
                <a:spcPts val="1600"/>
              </a:spcBef>
              <a:spcAft>
                <a:spcPts val="1600"/>
              </a:spcAft>
              <a:buClr>
                <a:schemeClr val="dk1"/>
              </a:buClr>
              <a:buSzPts val="1400"/>
              <a:buChar char="■"/>
              <a:defRPr/>
            </a:lvl9pPr>
          </a:lstStyle>
          <a:p/>
        </p:txBody>
      </p:sp>
      <p:pic>
        <p:nvPicPr>
          <p:cNvPr id="361" name="Google Shape;361;p64"/>
          <p:cNvPicPr preferRelativeResize="0"/>
          <p:nvPr/>
        </p:nvPicPr>
        <p:blipFill>
          <a:blip r:embed="rId2">
            <a:alphaModFix/>
          </a:blip>
          <a:stretch>
            <a:fillRect/>
          </a:stretch>
        </p:blipFill>
        <p:spPr>
          <a:xfrm>
            <a:off x="8190227" y="4869025"/>
            <a:ext cx="687950" cy="140900"/>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2 1 1">
  <p:cSld name="TITLE_AND_BODY_1_2_1_1">
    <p:spTree>
      <p:nvGrpSpPr>
        <p:cNvPr id="362" name="Shape 362"/>
        <p:cNvGrpSpPr/>
        <p:nvPr/>
      </p:nvGrpSpPr>
      <p:grpSpPr>
        <a:xfrm>
          <a:off x="0" y="0"/>
          <a:ext cx="0" cy="0"/>
          <a:chOff x="0" y="0"/>
          <a:chExt cx="0" cy="0"/>
        </a:xfrm>
      </p:grpSpPr>
      <p:sp>
        <p:nvSpPr>
          <p:cNvPr id="363" name="Google Shape;363;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pSp>
        <p:nvGrpSpPr>
          <p:cNvPr id="364" name="Google Shape;364;p65"/>
          <p:cNvGrpSpPr/>
          <p:nvPr/>
        </p:nvGrpSpPr>
        <p:grpSpPr>
          <a:xfrm>
            <a:off x="8410681" y="4781828"/>
            <a:ext cx="419797" cy="246836"/>
            <a:chOff x="4772025" y="2638425"/>
            <a:chExt cx="2650234" cy="1579245"/>
          </a:xfrm>
        </p:grpSpPr>
        <p:sp>
          <p:nvSpPr>
            <p:cNvPr id="365" name="Google Shape;365;p65"/>
            <p:cNvSpPr/>
            <p:nvPr/>
          </p:nvSpPr>
          <p:spPr>
            <a:xfrm>
              <a:off x="4772025" y="2638425"/>
              <a:ext cx="1895094" cy="1579245"/>
            </a:xfrm>
            <a:custGeom>
              <a:rect b="b" l="l" r="r" t="t"/>
              <a:pathLst>
                <a:path extrusionOk="0" h="1579245" w="1895094">
                  <a:moveTo>
                    <a:pt x="1711071" y="38100"/>
                  </a:moveTo>
                  <a:lnTo>
                    <a:pt x="1711071" y="38100"/>
                  </a:lnTo>
                  <a:cubicBezTo>
                    <a:pt x="1791462" y="38100"/>
                    <a:pt x="1856994" y="103727"/>
                    <a:pt x="1857089" y="184023"/>
                  </a:cubicBezTo>
                  <a:lnTo>
                    <a:pt x="1857089" y="1395127"/>
                  </a:lnTo>
                  <a:cubicBezTo>
                    <a:pt x="1857089" y="1475518"/>
                    <a:pt x="1791462" y="1541050"/>
                    <a:pt x="1711166" y="1541145"/>
                  </a:cubicBezTo>
                  <a:lnTo>
                    <a:pt x="184118" y="1541145"/>
                  </a:lnTo>
                  <a:cubicBezTo>
                    <a:pt x="103727" y="1541145"/>
                    <a:pt x="38195" y="1475518"/>
                    <a:pt x="38100" y="1395222"/>
                  </a:cubicBezTo>
                  <a:lnTo>
                    <a:pt x="38100" y="184118"/>
                  </a:lnTo>
                  <a:cubicBezTo>
                    <a:pt x="38195" y="103727"/>
                    <a:pt x="103727" y="38195"/>
                    <a:pt x="184023" y="38100"/>
                  </a:cubicBezTo>
                  <a:lnTo>
                    <a:pt x="1711071" y="38100"/>
                  </a:lnTo>
                  <a:moveTo>
                    <a:pt x="1711071" y="0"/>
                  </a:moveTo>
                  <a:lnTo>
                    <a:pt x="184023" y="0"/>
                  </a:lnTo>
                  <a:cubicBezTo>
                    <a:pt x="82391" y="95"/>
                    <a:pt x="95" y="82391"/>
                    <a:pt x="0" y="184023"/>
                  </a:cubicBezTo>
                  <a:lnTo>
                    <a:pt x="0" y="1395222"/>
                  </a:lnTo>
                  <a:cubicBezTo>
                    <a:pt x="95" y="1496854"/>
                    <a:pt x="82391" y="1579150"/>
                    <a:pt x="184023" y="1579245"/>
                  </a:cubicBezTo>
                  <a:lnTo>
                    <a:pt x="1711071" y="1579245"/>
                  </a:lnTo>
                  <a:cubicBezTo>
                    <a:pt x="1812703" y="1579150"/>
                    <a:pt x="1894999" y="1496854"/>
                    <a:pt x="1895094" y="1395222"/>
                  </a:cubicBezTo>
                  <a:lnTo>
                    <a:pt x="1895094" y="184023"/>
                  </a:lnTo>
                  <a:cubicBezTo>
                    <a:pt x="1894999" y="82391"/>
                    <a:pt x="1812608" y="95"/>
                    <a:pt x="1711071" y="0"/>
                  </a:cubicBezTo>
                  <a:lnTo>
                    <a:pt x="1711071" y="0"/>
                  </a:lnTo>
                  <a:close/>
                </a:path>
              </a:pathLst>
            </a:custGeom>
            <a:solidFill>
              <a:srgbClr val="E1523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6" name="Google Shape;366;p65"/>
            <p:cNvSpPr/>
            <p:nvPr/>
          </p:nvSpPr>
          <p:spPr>
            <a:xfrm>
              <a:off x="6789800" y="2834640"/>
              <a:ext cx="632459" cy="1190815"/>
            </a:xfrm>
            <a:custGeom>
              <a:rect b="b" l="l" r="r" t="t"/>
              <a:pathLst>
                <a:path extrusionOk="0" h="1190815" w="632459">
                  <a:moveTo>
                    <a:pt x="594360" y="64198"/>
                  </a:moveTo>
                  <a:lnTo>
                    <a:pt x="594360" y="1126617"/>
                  </a:lnTo>
                  <a:lnTo>
                    <a:pt x="38100" y="822960"/>
                  </a:lnTo>
                  <a:lnTo>
                    <a:pt x="38100" y="367856"/>
                  </a:lnTo>
                  <a:lnTo>
                    <a:pt x="594360" y="64198"/>
                  </a:lnTo>
                  <a:moveTo>
                    <a:pt x="632460" y="0"/>
                  </a:moveTo>
                  <a:lnTo>
                    <a:pt x="0" y="345281"/>
                  </a:lnTo>
                  <a:lnTo>
                    <a:pt x="0" y="845534"/>
                  </a:lnTo>
                  <a:lnTo>
                    <a:pt x="632460" y="1190816"/>
                  </a:lnTo>
                  <a:lnTo>
                    <a:pt x="632460" y="0"/>
                  </a:lnTo>
                  <a:lnTo>
                    <a:pt x="632460" y="0"/>
                  </a:lnTo>
                  <a:close/>
                </a:path>
              </a:pathLst>
            </a:custGeom>
            <a:solidFill>
              <a:srgbClr val="E1523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67" name="Google Shape;367;p65"/>
            <p:cNvGrpSpPr/>
            <p:nvPr/>
          </p:nvGrpSpPr>
          <p:grpSpPr>
            <a:xfrm>
              <a:off x="5322951" y="2923222"/>
              <a:ext cx="837151" cy="1038129"/>
              <a:chOff x="5322951" y="2923222"/>
              <a:chExt cx="837151" cy="1038129"/>
            </a:xfrm>
          </p:grpSpPr>
          <p:sp>
            <p:nvSpPr>
              <p:cNvPr id="368" name="Google Shape;368;p65"/>
              <p:cNvSpPr/>
              <p:nvPr/>
            </p:nvSpPr>
            <p:spPr>
              <a:xfrm>
                <a:off x="5322951" y="2923222"/>
                <a:ext cx="756872" cy="787050"/>
              </a:xfrm>
              <a:custGeom>
                <a:rect b="b" l="l" r="r" t="t"/>
                <a:pathLst>
                  <a:path extrusionOk="0" h="787050" w="756872">
                    <a:moveTo>
                      <a:pt x="415481" y="713423"/>
                    </a:moveTo>
                    <a:cubicBezTo>
                      <a:pt x="369856" y="732377"/>
                      <a:pt x="320802" y="741807"/>
                      <a:pt x="271462" y="741236"/>
                    </a:cubicBezTo>
                    <a:lnTo>
                      <a:pt x="271462" y="741236"/>
                    </a:lnTo>
                    <a:lnTo>
                      <a:pt x="271462" y="45815"/>
                    </a:lnTo>
                    <a:lnTo>
                      <a:pt x="271462" y="45815"/>
                    </a:lnTo>
                    <a:cubicBezTo>
                      <a:pt x="271462" y="45815"/>
                      <a:pt x="430720" y="38767"/>
                      <a:pt x="507397" y="144971"/>
                    </a:cubicBezTo>
                    <a:cubicBezTo>
                      <a:pt x="573405" y="236315"/>
                      <a:pt x="570167" y="322993"/>
                      <a:pt x="570167" y="385667"/>
                    </a:cubicBezTo>
                    <a:cubicBezTo>
                      <a:pt x="571024" y="421767"/>
                      <a:pt x="569309" y="457867"/>
                      <a:pt x="564928" y="493681"/>
                    </a:cubicBezTo>
                    <a:lnTo>
                      <a:pt x="715423" y="594646"/>
                    </a:lnTo>
                    <a:cubicBezTo>
                      <a:pt x="744093" y="536734"/>
                      <a:pt x="758285" y="472726"/>
                      <a:pt x="756761" y="408051"/>
                    </a:cubicBezTo>
                    <a:lnTo>
                      <a:pt x="756761" y="379000"/>
                    </a:lnTo>
                    <a:cubicBezTo>
                      <a:pt x="756761" y="111252"/>
                      <a:pt x="553498" y="0"/>
                      <a:pt x="323850" y="0"/>
                    </a:cubicBezTo>
                    <a:lnTo>
                      <a:pt x="0" y="0"/>
                    </a:lnTo>
                    <a:lnTo>
                      <a:pt x="89535" y="89916"/>
                    </a:lnTo>
                    <a:lnTo>
                      <a:pt x="89535" y="697040"/>
                    </a:lnTo>
                    <a:lnTo>
                      <a:pt x="0" y="787051"/>
                    </a:lnTo>
                    <a:lnTo>
                      <a:pt x="323660" y="787051"/>
                    </a:lnTo>
                    <a:cubicBezTo>
                      <a:pt x="359664" y="787051"/>
                      <a:pt x="395573" y="784384"/>
                      <a:pt x="431101" y="778669"/>
                    </a:cubicBezTo>
                    <a:lnTo>
                      <a:pt x="415481" y="7134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9" name="Google Shape;369;p65"/>
              <p:cNvSpPr/>
              <p:nvPr/>
            </p:nvSpPr>
            <p:spPr>
              <a:xfrm>
                <a:off x="5825013" y="3511581"/>
                <a:ext cx="335089" cy="449770"/>
              </a:xfrm>
              <a:custGeom>
                <a:rect b="b" l="l" r="r" t="t"/>
                <a:pathLst>
                  <a:path extrusionOk="0" h="449770" w="335089">
                    <a:moveTo>
                      <a:pt x="335089" y="224885"/>
                    </a:moveTo>
                    <a:lnTo>
                      <a:pt x="0" y="0"/>
                    </a:lnTo>
                    <a:lnTo>
                      <a:pt x="54102" y="224885"/>
                    </a:lnTo>
                    <a:lnTo>
                      <a:pt x="0" y="449771"/>
                    </a:lnTo>
                    <a:lnTo>
                      <a:pt x="335089" y="22488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70" name="Shape 370"/>
        <p:cNvGrpSpPr/>
        <p:nvPr/>
      </p:nvGrpSpPr>
      <p:grpSpPr>
        <a:xfrm>
          <a:off x="0" y="0"/>
          <a:ext cx="0" cy="0"/>
          <a:chOff x="0" y="0"/>
          <a:chExt cx="0" cy="0"/>
        </a:xfrm>
      </p:grpSpPr>
      <p:sp>
        <p:nvSpPr>
          <p:cNvPr id="371" name="Google Shape;371;p6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2" name="Google Shape;372;p6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73" name="Google Shape;373;p6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74" name="Google Shape;374;p66"/>
          <p:cNvSpPr txBox="1"/>
          <p:nvPr>
            <p:ph idx="12" type="sldNum"/>
          </p:nvPr>
        </p:nvSpPr>
        <p:spPr>
          <a:xfrm>
            <a:off x="8424808" y="457757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p:cSld name="TITLE_1">
    <p:spTree>
      <p:nvGrpSpPr>
        <p:cNvPr id="375" name="Shape 375"/>
        <p:cNvGrpSpPr/>
        <p:nvPr/>
      </p:nvGrpSpPr>
      <p:grpSpPr>
        <a:xfrm>
          <a:off x="0" y="0"/>
          <a:ext cx="0" cy="0"/>
          <a:chOff x="0" y="0"/>
          <a:chExt cx="0" cy="0"/>
        </a:xfrm>
      </p:grpSpPr>
      <p:pic>
        <p:nvPicPr>
          <p:cNvPr id="376" name="Google Shape;376;p67"/>
          <p:cNvPicPr preferRelativeResize="0"/>
          <p:nvPr/>
        </p:nvPicPr>
        <p:blipFill rotWithShape="1">
          <a:blip r:embed="rId2">
            <a:alphaModFix/>
          </a:blip>
          <a:srcRect b="0" l="0" r="85258" t="0"/>
          <a:stretch/>
        </p:blipFill>
        <p:spPr>
          <a:xfrm>
            <a:off x="168275" y="4842900"/>
            <a:ext cx="144451" cy="129800"/>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1">
  <p:cSld name="TITLE_2">
    <p:spTree>
      <p:nvGrpSpPr>
        <p:cNvPr id="377" name="Shape 377"/>
        <p:cNvGrpSpPr/>
        <p:nvPr/>
      </p:nvGrpSpPr>
      <p:grpSpPr>
        <a:xfrm>
          <a:off x="0" y="0"/>
          <a:ext cx="0" cy="0"/>
          <a:chOff x="0" y="0"/>
          <a:chExt cx="0" cy="0"/>
        </a:xfrm>
      </p:grpSpPr>
      <p:pic>
        <p:nvPicPr>
          <p:cNvPr id="378" name="Google Shape;378;p68"/>
          <p:cNvPicPr preferRelativeResize="0"/>
          <p:nvPr/>
        </p:nvPicPr>
        <p:blipFill rotWithShape="1">
          <a:blip r:embed="rId2">
            <a:alphaModFix/>
          </a:blip>
          <a:srcRect b="0" l="0" r="85258" t="0"/>
          <a:stretch/>
        </p:blipFill>
        <p:spPr>
          <a:xfrm>
            <a:off x="168275" y="4842900"/>
            <a:ext cx="144451" cy="129800"/>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1 1">
  <p:cSld name="TITLE_AND_BODY_1_1_1">
    <p:spTree>
      <p:nvGrpSpPr>
        <p:cNvPr id="379" name="Shape 379"/>
        <p:cNvGrpSpPr/>
        <p:nvPr/>
      </p:nvGrpSpPr>
      <p:grpSpPr>
        <a:xfrm>
          <a:off x="0" y="0"/>
          <a:ext cx="0" cy="0"/>
          <a:chOff x="0" y="0"/>
          <a:chExt cx="0" cy="0"/>
        </a:xfrm>
      </p:grpSpPr>
      <p:sp>
        <p:nvSpPr>
          <p:cNvPr id="380" name="Google Shape;380;p69"/>
          <p:cNvSpPr txBox="1"/>
          <p:nvPr>
            <p:ph type="title"/>
          </p:nvPr>
        </p:nvSpPr>
        <p:spPr>
          <a:xfrm>
            <a:off x="311700" y="13347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100"/>
              <a:buFont typeface="Century Gothic"/>
              <a:buNone/>
              <a:defRPr b="1" sz="2100">
                <a:latin typeface="Century Gothic"/>
                <a:ea typeface="Century Gothic"/>
                <a:cs typeface="Century Gothic"/>
                <a:sym typeface="Century Gothic"/>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1" name="Google Shape;381;p6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Century Gothic"/>
              <a:buChar char="●"/>
              <a:defRPr sz="1200">
                <a:latin typeface="Century Gothic"/>
                <a:ea typeface="Century Gothic"/>
                <a:cs typeface="Century Gothic"/>
                <a:sym typeface="Century Gothic"/>
              </a:defRPr>
            </a:lvl1pPr>
            <a:lvl2pPr indent="-304800" lvl="1" marL="914400">
              <a:spcBef>
                <a:spcPts val="1600"/>
              </a:spcBef>
              <a:spcAft>
                <a:spcPts val="0"/>
              </a:spcAft>
              <a:buSzPts val="1200"/>
              <a:buFont typeface="Century Gothic"/>
              <a:buChar char="○"/>
              <a:defRPr sz="1200">
                <a:latin typeface="Century Gothic"/>
                <a:ea typeface="Century Gothic"/>
                <a:cs typeface="Century Gothic"/>
                <a:sym typeface="Century Gothic"/>
              </a:defRPr>
            </a:lvl2pPr>
            <a:lvl3pPr indent="-304800" lvl="2" marL="1371600">
              <a:spcBef>
                <a:spcPts val="1600"/>
              </a:spcBef>
              <a:spcAft>
                <a:spcPts val="0"/>
              </a:spcAft>
              <a:buSzPts val="1200"/>
              <a:buFont typeface="Century Gothic"/>
              <a:buChar char="■"/>
              <a:defRPr sz="1200">
                <a:latin typeface="Century Gothic"/>
                <a:ea typeface="Century Gothic"/>
                <a:cs typeface="Century Gothic"/>
                <a:sym typeface="Century Gothic"/>
              </a:defRPr>
            </a:lvl3pPr>
            <a:lvl4pPr indent="-304800" lvl="3" marL="1828800">
              <a:spcBef>
                <a:spcPts val="1600"/>
              </a:spcBef>
              <a:spcAft>
                <a:spcPts val="0"/>
              </a:spcAft>
              <a:buSzPts val="1200"/>
              <a:buFont typeface="Century Gothic"/>
              <a:buChar char="●"/>
              <a:defRPr sz="1200">
                <a:latin typeface="Century Gothic"/>
                <a:ea typeface="Century Gothic"/>
                <a:cs typeface="Century Gothic"/>
                <a:sym typeface="Century Gothic"/>
              </a:defRPr>
            </a:lvl4pPr>
            <a:lvl5pPr indent="-304800" lvl="4" marL="2286000">
              <a:spcBef>
                <a:spcPts val="1600"/>
              </a:spcBef>
              <a:spcAft>
                <a:spcPts val="0"/>
              </a:spcAft>
              <a:buSzPts val="1200"/>
              <a:buFont typeface="Century Gothic"/>
              <a:buChar char="○"/>
              <a:defRPr sz="1200">
                <a:latin typeface="Century Gothic"/>
                <a:ea typeface="Century Gothic"/>
                <a:cs typeface="Century Gothic"/>
                <a:sym typeface="Century Gothic"/>
              </a:defRPr>
            </a:lvl5pPr>
            <a:lvl6pPr indent="-304800" lvl="5" marL="2743200">
              <a:spcBef>
                <a:spcPts val="1600"/>
              </a:spcBef>
              <a:spcAft>
                <a:spcPts val="0"/>
              </a:spcAft>
              <a:buSzPts val="1200"/>
              <a:buFont typeface="Century Gothic"/>
              <a:buChar char="■"/>
              <a:defRPr sz="1200">
                <a:latin typeface="Century Gothic"/>
                <a:ea typeface="Century Gothic"/>
                <a:cs typeface="Century Gothic"/>
                <a:sym typeface="Century Gothic"/>
              </a:defRPr>
            </a:lvl6pPr>
            <a:lvl7pPr indent="-304800" lvl="6" marL="3200400">
              <a:spcBef>
                <a:spcPts val="1600"/>
              </a:spcBef>
              <a:spcAft>
                <a:spcPts val="0"/>
              </a:spcAft>
              <a:buSzPts val="1200"/>
              <a:buFont typeface="Century Gothic"/>
              <a:buChar char="●"/>
              <a:defRPr sz="1200">
                <a:latin typeface="Century Gothic"/>
                <a:ea typeface="Century Gothic"/>
                <a:cs typeface="Century Gothic"/>
                <a:sym typeface="Century Gothic"/>
              </a:defRPr>
            </a:lvl7pPr>
            <a:lvl8pPr indent="-304800" lvl="7" marL="3657600">
              <a:spcBef>
                <a:spcPts val="1600"/>
              </a:spcBef>
              <a:spcAft>
                <a:spcPts val="0"/>
              </a:spcAft>
              <a:buSzPts val="1200"/>
              <a:buFont typeface="Century Gothic"/>
              <a:buChar char="○"/>
              <a:defRPr sz="1200">
                <a:latin typeface="Century Gothic"/>
                <a:ea typeface="Century Gothic"/>
                <a:cs typeface="Century Gothic"/>
                <a:sym typeface="Century Gothic"/>
              </a:defRPr>
            </a:lvl8pPr>
            <a:lvl9pPr indent="-304800" lvl="8" marL="4114800">
              <a:spcBef>
                <a:spcPts val="1600"/>
              </a:spcBef>
              <a:spcAft>
                <a:spcPts val="1600"/>
              </a:spcAft>
              <a:buSzPts val="1200"/>
              <a:buFont typeface="Century Gothic"/>
              <a:buChar char="■"/>
              <a:defRPr sz="1200">
                <a:latin typeface="Century Gothic"/>
                <a:ea typeface="Century Gothic"/>
                <a:cs typeface="Century Gothic"/>
                <a:sym typeface="Century Gothic"/>
              </a:defRPr>
            </a:lvl9pPr>
          </a:lstStyle>
          <a:p/>
        </p:txBody>
      </p:sp>
      <p:pic>
        <p:nvPicPr>
          <p:cNvPr descr="slants-01.png" id="382" name="Google Shape;382;p69"/>
          <p:cNvPicPr preferRelativeResize="0"/>
          <p:nvPr/>
        </p:nvPicPr>
        <p:blipFill rotWithShape="1">
          <a:blip r:embed="rId2">
            <a:alphaModFix/>
          </a:blip>
          <a:srcRect b="0" l="0" r="0" t="0"/>
          <a:stretch/>
        </p:blipFill>
        <p:spPr>
          <a:xfrm>
            <a:off x="1507597" y="-10756"/>
            <a:ext cx="3099821" cy="67845"/>
          </a:xfrm>
          <a:prstGeom prst="rect">
            <a:avLst/>
          </a:prstGeom>
          <a:noFill/>
          <a:ln>
            <a:noFill/>
          </a:ln>
        </p:spPr>
      </p:pic>
      <p:pic>
        <p:nvPicPr>
          <p:cNvPr descr="slants-01.png" id="383" name="Google Shape;383;p69"/>
          <p:cNvPicPr preferRelativeResize="0"/>
          <p:nvPr/>
        </p:nvPicPr>
        <p:blipFill rotWithShape="1">
          <a:blip r:embed="rId2">
            <a:alphaModFix/>
          </a:blip>
          <a:srcRect b="0" l="0" r="0" t="0"/>
          <a:stretch/>
        </p:blipFill>
        <p:spPr>
          <a:xfrm>
            <a:off x="4605477" y="-8125"/>
            <a:ext cx="3099821" cy="67845"/>
          </a:xfrm>
          <a:prstGeom prst="rect">
            <a:avLst/>
          </a:prstGeom>
          <a:noFill/>
          <a:ln>
            <a:noFill/>
          </a:ln>
        </p:spPr>
      </p:pic>
      <p:pic>
        <p:nvPicPr>
          <p:cNvPr descr="slants-01.png" id="384" name="Google Shape;384;p69"/>
          <p:cNvPicPr preferRelativeResize="0"/>
          <p:nvPr/>
        </p:nvPicPr>
        <p:blipFill rotWithShape="1">
          <a:blip r:embed="rId2">
            <a:alphaModFix/>
          </a:blip>
          <a:srcRect b="3874" l="0" r="53588" t="0"/>
          <a:stretch/>
        </p:blipFill>
        <p:spPr>
          <a:xfrm>
            <a:off x="7705300" y="-8125"/>
            <a:ext cx="1438698" cy="65215"/>
          </a:xfrm>
          <a:prstGeom prst="rect">
            <a:avLst/>
          </a:prstGeom>
          <a:noFill/>
          <a:ln>
            <a:noFill/>
          </a:ln>
        </p:spPr>
      </p:pic>
      <p:pic>
        <p:nvPicPr>
          <p:cNvPr id="385" name="Google Shape;385;p69"/>
          <p:cNvPicPr preferRelativeResize="0"/>
          <p:nvPr/>
        </p:nvPicPr>
        <p:blipFill rotWithShape="1">
          <a:blip r:embed="rId3">
            <a:alphaModFix/>
          </a:blip>
          <a:srcRect b="-14778" l="0" r="0" t="43901"/>
          <a:stretch/>
        </p:blipFill>
        <p:spPr>
          <a:xfrm>
            <a:off x="473550" y="-10750"/>
            <a:ext cx="993000" cy="142450"/>
          </a:xfrm>
          <a:prstGeom prst="rect">
            <a:avLst/>
          </a:prstGeom>
          <a:noFill/>
          <a:ln>
            <a:noFill/>
          </a:ln>
        </p:spPr>
      </p:pic>
      <p:sp>
        <p:nvSpPr>
          <p:cNvPr id="386" name="Google Shape;386;p69"/>
          <p:cNvSpPr txBox="1"/>
          <p:nvPr/>
        </p:nvSpPr>
        <p:spPr>
          <a:xfrm>
            <a:off x="6978517" y="4661648"/>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600">
                <a:solidFill>
                  <a:srgbClr val="8D9093"/>
                </a:solidFill>
                <a:latin typeface="Century Gothic"/>
                <a:ea typeface="Century Gothic"/>
                <a:cs typeface="Century Gothic"/>
                <a:sym typeface="Century Gothic"/>
              </a:rPr>
              <a:t>‹#›</a:t>
            </a:fld>
            <a:endParaRPr sz="600">
              <a:solidFill>
                <a:srgbClr val="8D9093"/>
              </a:solidFill>
              <a:latin typeface="Century Gothic"/>
              <a:ea typeface="Century Gothic"/>
              <a:cs typeface="Century Gothic"/>
              <a:sym typeface="Century Gothic"/>
            </a:endParaRPr>
          </a:p>
        </p:txBody>
      </p:sp>
      <p:sp>
        <p:nvSpPr>
          <p:cNvPr id="387" name="Google Shape;387;p69"/>
          <p:cNvSpPr/>
          <p:nvPr/>
        </p:nvSpPr>
        <p:spPr>
          <a:xfrm>
            <a:off x="-9150" y="5098499"/>
            <a:ext cx="9162300" cy="54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pic>
        <p:nvPicPr>
          <p:cNvPr descr="GG_CSM_Logos-01.png" id="388" name="Google Shape;388;p69"/>
          <p:cNvPicPr preferRelativeResize="0"/>
          <p:nvPr/>
        </p:nvPicPr>
        <p:blipFill rotWithShape="1">
          <a:blip r:embed="rId4">
            <a:alphaModFix/>
          </a:blip>
          <a:srcRect b="0" l="0" r="0" t="0"/>
          <a:stretch/>
        </p:blipFill>
        <p:spPr>
          <a:xfrm>
            <a:off x="308400" y="4780669"/>
            <a:ext cx="638872" cy="200869"/>
          </a:xfrm>
          <a:prstGeom prst="rect">
            <a:avLst/>
          </a:prstGeom>
          <a:noFill/>
          <a:ln>
            <a:noFill/>
          </a:ln>
        </p:spPr>
      </p:pic>
      <p:pic>
        <p:nvPicPr>
          <p:cNvPr id="389" name="Google Shape;389;p69"/>
          <p:cNvPicPr preferRelativeResize="0"/>
          <p:nvPr/>
        </p:nvPicPr>
        <p:blipFill rotWithShape="1">
          <a:blip r:embed="rId5">
            <a:alphaModFix/>
          </a:blip>
          <a:srcRect b="29083" l="0" r="0" t="0"/>
          <a:stretch/>
        </p:blipFill>
        <p:spPr>
          <a:xfrm>
            <a:off x="7415775" y="5015174"/>
            <a:ext cx="1750600" cy="142450"/>
          </a:xfrm>
          <a:prstGeom prst="rect">
            <a:avLst/>
          </a:prstGeom>
          <a:noFill/>
          <a:ln>
            <a:noFill/>
          </a:ln>
        </p:spPr>
      </p:pic>
      <p:sp>
        <p:nvSpPr>
          <p:cNvPr id="390" name="Google Shape;390;p69"/>
          <p:cNvSpPr txBox="1"/>
          <p:nvPr>
            <p:ph idx="2" type="title"/>
          </p:nvPr>
        </p:nvSpPr>
        <p:spPr>
          <a:xfrm>
            <a:off x="310896" y="512064"/>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Century Gothic"/>
              <a:buNone/>
              <a:defRPr i="1" sz="1000">
                <a:solidFill>
                  <a:schemeClr val="dk2"/>
                </a:solidFill>
                <a:latin typeface="Century Gothic"/>
                <a:ea typeface="Century Gothic"/>
                <a:cs typeface="Century Gothic"/>
                <a:sym typeface="Century Gothic"/>
              </a:defRPr>
            </a:lvl1pPr>
            <a:lvl2pPr lvl="1">
              <a:spcBef>
                <a:spcPts val="0"/>
              </a:spcBef>
              <a:spcAft>
                <a:spcPts val="0"/>
              </a:spcAft>
              <a:buClr>
                <a:schemeClr val="dk2"/>
              </a:buClr>
              <a:buSzPts val="1200"/>
              <a:buNone/>
              <a:defRPr sz="1200">
                <a:solidFill>
                  <a:schemeClr val="dk2"/>
                </a:solidFill>
              </a:defRPr>
            </a:lvl2pPr>
            <a:lvl3pPr lvl="2">
              <a:spcBef>
                <a:spcPts val="0"/>
              </a:spcBef>
              <a:spcAft>
                <a:spcPts val="0"/>
              </a:spcAft>
              <a:buClr>
                <a:schemeClr val="dk2"/>
              </a:buClr>
              <a:buSzPts val="1200"/>
              <a:buNone/>
              <a:defRPr sz="1200">
                <a:solidFill>
                  <a:schemeClr val="dk2"/>
                </a:solidFill>
              </a:defRPr>
            </a:lvl3pPr>
            <a:lvl4pPr lvl="3">
              <a:spcBef>
                <a:spcPts val="0"/>
              </a:spcBef>
              <a:spcAft>
                <a:spcPts val="0"/>
              </a:spcAft>
              <a:buClr>
                <a:schemeClr val="dk2"/>
              </a:buClr>
              <a:buSzPts val="1200"/>
              <a:buNone/>
              <a:defRPr sz="1200">
                <a:solidFill>
                  <a:schemeClr val="dk2"/>
                </a:solidFill>
              </a:defRPr>
            </a:lvl4pPr>
            <a:lvl5pPr lvl="4">
              <a:spcBef>
                <a:spcPts val="0"/>
              </a:spcBef>
              <a:spcAft>
                <a:spcPts val="0"/>
              </a:spcAft>
              <a:buClr>
                <a:schemeClr val="dk2"/>
              </a:buClr>
              <a:buSzPts val="1200"/>
              <a:buNone/>
              <a:defRPr sz="1200">
                <a:solidFill>
                  <a:schemeClr val="dk2"/>
                </a:solidFill>
              </a:defRPr>
            </a:lvl5pPr>
            <a:lvl6pPr lvl="5">
              <a:spcBef>
                <a:spcPts val="0"/>
              </a:spcBef>
              <a:spcAft>
                <a:spcPts val="0"/>
              </a:spcAft>
              <a:buClr>
                <a:schemeClr val="dk2"/>
              </a:buClr>
              <a:buSzPts val="1200"/>
              <a:buNone/>
              <a:defRPr sz="1200">
                <a:solidFill>
                  <a:schemeClr val="dk2"/>
                </a:solidFill>
              </a:defRPr>
            </a:lvl6pPr>
            <a:lvl7pPr lvl="6">
              <a:spcBef>
                <a:spcPts val="0"/>
              </a:spcBef>
              <a:spcAft>
                <a:spcPts val="0"/>
              </a:spcAft>
              <a:buClr>
                <a:schemeClr val="dk2"/>
              </a:buClr>
              <a:buSzPts val="1200"/>
              <a:buNone/>
              <a:defRPr sz="1200">
                <a:solidFill>
                  <a:schemeClr val="dk2"/>
                </a:solidFill>
              </a:defRPr>
            </a:lvl7pPr>
            <a:lvl8pPr lvl="7">
              <a:spcBef>
                <a:spcPts val="0"/>
              </a:spcBef>
              <a:spcAft>
                <a:spcPts val="0"/>
              </a:spcAft>
              <a:buClr>
                <a:schemeClr val="dk2"/>
              </a:buClr>
              <a:buSzPts val="1200"/>
              <a:buNone/>
              <a:defRPr sz="1200">
                <a:solidFill>
                  <a:schemeClr val="dk2"/>
                </a:solidFill>
              </a:defRPr>
            </a:lvl8pPr>
            <a:lvl9pPr lvl="8">
              <a:spcBef>
                <a:spcPts val="0"/>
              </a:spcBef>
              <a:spcAft>
                <a:spcPts val="0"/>
              </a:spcAft>
              <a:buClr>
                <a:schemeClr val="dk2"/>
              </a:buClr>
              <a:buSzPts val="1200"/>
              <a:buNone/>
              <a:defRPr sz="1200">
                <a:solidFill>
                  <a:schemeClr val="dk2"/>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391" name="Shape 391"/>
        <p:cNvGrpSpPr/>
        <p:nvPr/>
      </p:nvGrpSpPr>
      <p:grpSpPr>
        <a:xfrm>
          <a:off x="0" y="0"/>
          <a:ext cx="0" cy="0"/>
          <a:chOff x="0" y="0"/>
          <a:chExt cx="0" cy="0"/>
        </a:xfrm>
      </p:grpSpPr>
      <p:sp>
        <p:nvSpPr>
          <p:cNvPr id="392" name="Google Shape;392;p70"/>
          <p:cNvSpPr txBox="1"/>
          <p:nvPr>
            <p:ph type="title"/>
          </p:nvPr>
        </p:nvSpPr>
        <p:spPr>
          <a:xfrm>
            <a:off x="311700" y="13347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100"/>
              <a:buFont typeface="Century Gothic"/>
              <a:buNone/>
              <a:defRPr b="1" sz="2100">
                <a:latin typeface="Century Gothic"/>
                <a:ea typeface="Century Gothic"/>
                <a:cs typeface="Century Gothic"/>
                <a:sym typeface="Century Gothic"/>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3" name="Google Shape;393;p7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Century Gothic"/>
              <a:buChar char="●"/>
              <a:defRPr sz="1200">
                <a:latin typeface="Century Gothic"/>
                <a:ea typeface="Century Gothic"/>
                <a:cs typeface="Century Gothic"/>
                <a:sym typeface="Century Gothic"/>
              </a:defRPr>
            </a:lvl1pPr>
            <a:lvl2pPr indent="-304800" lvl="1" marL="914400">
              <a:spcBef>
                <a:spcPts val="1600"/>
              </a:spcBef>
              <a:spcAft>
                <a:spcPts val="0"/>
              </a:spcAft>
              <a:buSzPts val="1200"/>
              <a:buFont typeface="Century Gothic"/>
              <a:buChar char="○"/>
              <a:defRPr sz="1200">
                <a:latin typeface="Century Gothic"/>
                <a:ea typeface="Century Gothic"/>
                <a:cs typeface="Century Gothic"/>
                <a:sym typeface="Century Gothic"/>
              </a:defRPr>
            </a:lvl2pPr>
            <a:lvl3pPr indent="-304800" lvl="2" marL="1371600">
              <a:spcBef>
                <a:spcPts val="1600"/>
              </a:spcBef>
              <a:spcAft>
                <a:spcPts val="0"/>
              </a:spcAft>
              <a:buSzPts val="1200"/>
              <a:buFont typeface="Century Gothic"/>
              <a:buChar char="■"/>
              <a:defRPr sz="1200">
                <a:latin typeface="Century Gothic"/>
                <a:ea typeface="Century Gothic"/>
                <a:cs typeface="Century Gothic"/>
                <a:sym typeface="Century Gothic"/>
              </a:defRPr>
            </a:lvl3pPr>
            <a:lvl4pPr indent="-304800" lvl="3" marL="1828800">
              <a:spcBef>
                <a:spcPts val="1600"/>
              </a:spcBef>
              <a:spcAft>
                <a:spcPts val="0"/>
              </a:spcAft>
              <a:buSzPts val="1200"/>
              <a:buFont typeface="Century Gothic"/>
              <a:buChar char="●"/>
              <a:defRPr sz="1200">
                <a:latin typeface="Century Gothic"/>
                <a:ea typeface="Century Gothic"/>
                <a:cs typeface="Century Gothic"/>
                <a:sym typeface="Century Gothic"/>
              </a:defRPr>
            </a:lvl4pPr>
            <a:lvl5pPr indent="-304800" lvl="4" marL="2286000">
              <a:spcBef>
                <a:spcPts val="1600"/>
              </a:spcBef>
              <a:spcAft>
                <a:spcPts val="0"/>
              </a:spcAft>
              <a:buSzPts val="1200"/>
              <a:buFont typeface="Century Gothic"/>
              <a:buChar char="○"/>
              <a:defRPr sz="1200">
                <a:latin typeface="Century Gothic"/>
                <a:ea typeface="Century Gothic"/>
                <a:cs typeface="Century Gothic"/>
                <a:sym typeface="Century Gothic"/>
              </a:defRPr>
            </a:lvl5pPr>
            <a:lvl6pPr indent="-304800" lvl="5" marL="2743200">
              <a:spcBef>
                <a:spcPts val="1600"/>
              </a:spcBef>
              <a:spcAft>
                <a:spcPts val="0"/>
              </a:spcAft>
              <a:buSzPts val="1200"/>
              <a:buFont typeface="Century Gothic"/>
              <a:buChar char="■"/>
              <a:defRPr sz="1200">
                <a:latin typeface="Century Gothic"/>
                <a:ea typeface="Century Gothic"/>
                <a:cs typeface="Century Gothic"/>
                <a:sym typeface="Century Gothic"/>
              </a:defRPr>
            </a:lvl6pPr>
            <a:lvl7pPr indent="-304800" lvl="6" marL="3200400">
              <a:spcBef>
                <a:spcPts val="1600"/>
              </a:spcBef>
              <a:spcAft>
                <a:spcPts val="0"/>
              </a:spcAft>
              <a:buSzPts val="1200"/>
              <a:buFont typeface="Century Gothic"/>
              <a:buChar char="●"/>
              <a:defRPr sz="1200">
                <a:latin typeface="Century Gothic"/>
                <a:ea typeface="Century Gothic"/>
                <a:cs typeface="Century Gothic"/>
                <a:sym typeface="Century Gothic"/>
              </a:defRPr>
            </a:lvl7pPr>
            <a:lvl8pPr indent="-304800" lvl="7" marL="3657600">
              <a:spcBef>
                <a:spcPts val="1600"/>
              </a:spcBef>
              <a:spcAft>
                <a:spcPts val="0"/>
              </a:spcAft>
              <a:buSzPts val="1200"/>
              <a:buFont typeface="Century Gothic"/>
              <a:buChar char="○"/>
              <a:defRPr sz="1200">
                <a:latin typeface="Century Gothic"/>
                <a:ea typeface="Century Gothic"/>
                <a:cs typeface="Century Gothic"/>
                <a:sym typeface="Century Gothic"/>
              </a:defRPr>
            </a:lvl8pPr>
            <a:lvl9pPr indent="-304800" lvl="8" marL="4114800">
              <a:spcBef>
                <a:spcPts val="1600"/>
              </a:spcBef>
              <a:spcAft>
                <a:spcPts val="1600"/>
              </a:spcAft>
              <a:buSzPts val="1200"/>
              <a:buFont typeface="Century Gothic"/>
              <a:buChar char="■"/>
              <a:defRPr sz="1200">
                <a:latin typeface="Century Gothic"/>
                <a:ea typeface="Century Gothic"/>
                <a:cs typeface="Century Gothic"/>
                <a:sym typeface="Century Gothic"/>
              </a:defRPr>
            </a:lvl9pPr>
          </a:lstStyle>
          <a:p/>
        </p:txBody>
      </p:sp>
      <p:sp>
        <p:nvSpPr>
          <p:cNvPr descr="slants-01.png" id="394" name="Google Shape;394;p70"/>
          <p:cNvSpPr/>
          <p:nvPr/>
        </p:nvSpPr>
        <p:spPr>
          <a:xfrm>
            <a:off x="1507597" y="-10756"/>
            <a:ext cx="3099821" cy="67845"/>
          </a:xfrm>
          <a:prstGeom prst="rect">
            <a:avLst/>
          </a:prstGeom>
          <a:noFill/>
          <a:ln>
            <a:noFill/>
          </a:ln>
        </p:spPr>
      </p:sp>
      <p:sp>
        <p:nvSpPr>
          <p:cNvPr descr="slants-01.png" id="395" name="Google Shape;395;p70"/>
          <p:cNvSpPr/>
          <p:nvPr/>
        </p:nvSpPr>
        <p:spPr>
          <a:xfrm>
            <a:off x="4605477" y="-8125"/>
            <a:ext cx="3099821" cy="67845"/>
          </a:xfrm>
          <a:prstGeom prst="rect">
            <a:avLst/>
          </a:prstGeom>
          <a:noFill/>
          <a:ln>
            <a:noFill/>
          </a:ln>
        </p:spPr>
      </p:sp>
      <p:sp>
        <p:nvSpPr>
          <p:cNvPr descr="slants-01.png" id="396" name="Google Shape;396;p70"/>
          <p:cNvSpPr/>
          <p:nvPr/>
        </p:nvSpPr>
        <p:spPr>
          <a:xfrm>
            <a:off x="7705300" y="-8125"/>
            <a:ext cx="1438698" cy="65215"/>
          </a:xfrm>
          <a:prstGeom prst="rect">
            <a:avLst/>
          </a:prstGeom>
          <a:noFill/>
          <a:ln>
            <a:noFill/>
          </a:ln>
        </p:spPr>
      </p:sp>
      <p:sp>
        <p:nvSpPr>
          <p:cNvPr id="397" name="Google Shape;397;p70"/>
          <p:cNvSpPr/>
          <p:nvPr/>
        </p:nvSpPr>
        <p:spPr>
          <a:xfrm>
            <a:off x="473550" y="-10750"/>
            <a:ext cx="993000" cy="142450"/>
          </a:xfrm>
          <a:prstGeom prst="rect">
            <a:avLst/>
          </a:prstGeom>
          <a:noFill/>
          <a:ln>
            <a:noFill/>
          </a:ln>
        </p:spPr>
      </p:sp>
      <p:sp>
        <p:nvSpPr>
          <p:cNvPr id="398" name="Google Shape;398;p70"/>
          <p:cNvSpPr txBox="1"/>
          <p:nvPr>
            <p:ph idx="2" type="title"/>
          </p:nvPr>
        </p:nvSpPr>
        <p:spPr>
          <a:xfrm>
            <a:off x="311700" y="57977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Century Gothic"/>
              <a:buNone/>
              <a:defRPr sz="1200">
                <a:solidFill>
                  <a:schemeClr val="dk2"/>
                </a:solidFill>
                <a:latin typeface="Century Gothic"/>
                <a:ea typeface="Century Gothic"/>
                <a:cs typeface="Century Gothic"/>
                <a:sym typeface="Century Gothic"/>
              </a:defRPr>
            </a:lvl1pPr>
            <a:lvl2pPr lvl="1">
              <a:spcBef>
                <a:spcPts val="0"/>
              </a:spcBef>
              <a:spcAft>
                <a:spcPts val="0"/>
              </a:spcAft>
              <a:buClr>
                <a:schemeClr val="dk2"/>
              </a:buClr>
              <a:buSzPts val="1200"/>
              <a:buNone/>
              <a:defRPr sz="1200">
                <a:solidFill>
                  <a:schemeClr val="dk2"/>
                </a:solidFill>
              </a:defRPr>
            </a:lvl2pPr>
            <a:lvl3pPr lvl="2">
              <a:spcBef>
                <a:spcPts val="0"/>
              </a:spcBef>
              <a:spcAft>
                <a:spcPts val="0"/>
              </a:spcAft>
              <a:buClr>
                <a:schemeClr val="dk2"/>
              </a:buClr>
              <a:buSzPts val="1200"/>
              <a:buNone/>
              <a:defRPr sz="1200">
                <a:solidFill>
                  <a:schemeClr val="dk2"/>
                </a:solidFill>
              </a:defRPr>
            </a:lvl3pPr>
            <a:lvl4pPr lvl="3">
              <a:spcBef>
                <a:spcPts val="0"/>
              </a:spcBef>
              <a:spcAft>
                <a:spcPts val="0"/>
              </a:spcAft>
              <a:buClr>
                <a:schemeClr val="dk2"/>
              </a:buClr>
              <a:buSzPts val="1200"/>
              <a:buNone/>
              <a:defRPr sz="1200">
                <a:solidFill>
                  <a:schemeClr val="dk2"/>
                </a:solidFill>
              </a:defRPr>
            </a:lvl4pPr>
            <a:lvl5pPr lvl="4">
              <a:spcBef>
                <a:spcPts val="0"/>
              </a:spcBef>
              <a:spcAft>
                <a:spcPts val="0"/>
              </a:spcAft>
              <a:buClr>
                <a:schemeClr val="dk2"/>
              </a:buClr>
              <a:buSzPts val="1200"/>
              <a:buNone/>
              <a:defRPr sz="1200">
                <a:solidFill>
                  <a:schemeClr val="dk2"/>
                </a:solidFill>
              </a:defRPr>
            </a:lvl5pPr>
            <a:lvl6pPr lvl="5">
              <a:spcBef>
                <a:spcPts val="0"/>
              </a:spcBef>
              <a:spcAft>
                <a:spcPts val="0"/>
              </a:spcAft>
              <a:buClr>
                <a:schemeClr val="dk2"/>
              </a:buClr>
              <a:buSzPts val="1200"/>
              <a:buNone/>
              <a:defRPr sz="1200">
                <a:solidFill>
                  <a:schemeClr val="dk2"/>
                </a:solidFill>
              </a:defRPr>
            </a:lvl6pPr>
            <a:lvl7pPr lvl="6">
              <a:spcBef>
                <a:spcPts val="0"/>
              </a:spcBef>
              <a:spcAft>
                <a:spcPts val="0"/>
              </a:spcAft>
              <a:buClr>
                <a:schemeClr val="dk2"/>
              </a:buClr>
              <a:buSzPts val="1200"/>
              <a:buNone/>
              <a:defRPr sz="1200">
                <a:solidFill>
                  <a:schemeClr val="dk2"/>
                </a:solidFill>
              </a:defRPr>
            </a:lvl7pPr>
            <a:lvl8pPr lvl="7">
              <a:spcBef>
                <a:spcPts val="0"/>
              </a:spcBef>
              <a:spcAft>
                <a:spcPts val="0"/>
              </a:spcAft>
              <a:buClr>
                <a:schemeClr val="dk2"/>
              </a:buClr>
              <a:buSzPts val="1200"/>
              <a:buNone/>
              <a:defRPr sz="1200">
                <a:solidFill>
                  <a:schemeClr val="dk2"/>
                </a:solidFill>
              </a:defRPr>
            </a:lvl8pPr>
            <a:lvl9pPr lvl="8">
              <a:spcBef>
                <a:spcPts val="0"/>
              </a:spcBef>
              <a:spcAft>
                <a:spcPts val="0"/>
              </a:spcAft>
              <a:buClr>
                <a:schemeClr val="dk2"/>
              </a:buClr>
              <a:buSzPts val="1200"/>
              <a:buNone/>
              <a:defRPr sz="1200">
                <a:solidFill>
                  <a:schemeClr val="dk2"/>
                </a:solidFill>
              </a:defRPr>
            </a:lvl9pPr>
          </a:lstStyle>
          <a:p/>
        </p:txBody>
      </p:sp>
      <p:sp>
        <p:nvSpPr>
          <p:cNvPr id="399" name="Google Shape;399;p70"/>
          <p:cNvSpPr txBox="1"/>
          <p:nvPr/>
        </p:nvSpPr>
        <p:spPr>
          <a:xfrm>
            <a:off x="6978517" y="4661648"/>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600">
                <a:solidFill>
                  <a:srgbClr val="8D9093"/>
                </a:solidFill>
                <a:latin typeface="Century Gothic"/>
                <a:ea typeface="Century Gothic"/>
                <a:cs typeface="Century Gothic"/>
                <a:sym typeface="Century Gothic"/>
              </a:rPr>
              <a:t>‹#›</a:t>
            </a:fld>
            <a:endParaRPr sz="600">
              <a:solidFill>
                <a:srgbClr val="8D9093"/>
              </a:solidFill>
              <a:latin typeface="Century Gothic"/>
              <a:ea typeface="Century Gothic"/>
              <a:cs typeface="Century Gothic"/>
              <a:sym typeface="Century Gothic"/>
            </a:endParaRPr>
          </a:p>
        </p:txBody>
      </p:sp>
      <p:sp>
        <p:nvSpPr>
          <p:cNvPr id="400" name="Google Shape;400;p70"/>
          <p:cNvSpPr/>
          <p:nvPr/>
        </p:nvSpPr>
        <p:spPr>
          <a:xfrm>
            <a:off x="-9150" y="5098499"/>
            <a:ext cx="9162300" cy="54900"/>
          </a:xfrm>
          <a:prstGeom prst="rect">
            <a:avLst/>
          </a:prstGeom>
          <a:solidFill>
            <a:srgbClr val="1D4F5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sp>
        <p:nvSpPr>
          <p:cNvPr descr="Element_01-02.png" id="401" name="Google Shape;401;p70"/>
          <p:cNvSpPr/>
          <p:nvPr/>
        </p:nvSpPr>
        <p:spPr>
          <a:xfrm>
            <a:off x="1770225" y="4837824"/>
            <a:ext cx="2015876" cy="325900"/>
          </a:xfrm>
          <a:prstGeom prst="rect">
            <a:avLst/>
          </a:prstGeom>
          <a:noFill/>
          <a:ln>
            <a:noFill/>
          </a:ln>
        </p:spPr>
      </p:sp>
      <p:sp>
        <p:nvSpPr>
          <p:cNvPr descr="GG_CSM_Logos-01.png" id="402" name="Google Shape;402;p70"/>
          <p:cNvSpPr/>
          <p:nvPr/>
        </p:nvSpPr>
        <p:spPr>
          <a:xfrm>
            <a:off x="308400" y="4780669"/>
            <a:ext cx="638872" cy="200869"/>
          </a:xfrm>
          <a:prstGeom prst="rect">
            <a:avLst/>
          </a:prstGeom>
          <a:noFill/>
          <a:ln>
            <a:noFill/>
          </a:ln>
        </p:spPr>
      </p:sp>
      <p:sp>
        <p:nvSpPr>
          <p:cNvPr id="403" name="Google Shape;403;p70"/>
          <p:cNvSpPr/>
          <p:nvPr/>
        </p:nvSpPr>
        <p:spPr>
          <a:xfrm>
            <a:off x="7415775" y="5015174"/>
            <a:ext cx="1750600" cy="142450"/>
          </a:xfrm>
          <a:prstGeom prst="rect">
            <a:avLst/>
          </a:prstGeom>
          <a:noFill/>
          <a:ln>
            <a:noFill/>
          </a:ln>
        </p:spPr>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Option 1">
  <p:cSld name="TITLE_1_1_1">
    <p:bg>
      <p:bgPr>
        <a:gradFill>
          <a:gsLst>
            <a:gs pos="0">
              <a:srgbClr val="00CE7C"/>
            </a:gs>
            <a:gs pos="100000">
              <a:srgbClr val="4AC1E0"/>
            </a:gs>
          </a:gsLst>
          <a:lin ang="0" scaled="0"/>
        </a:gradFill>
      </p:bgPr>
    </p:bg>
    <p:spTree>
      <p:nvGrpSpPr>
        <p:cNvPr id="404" name="Shape 404"/>
        <p:cNvGrpSpPr/>
        <p:nvPr/>
      </p:nvGrpSpPr>
      <p:grpSpPr>
        <a:xfrm>
          <a:off x="0" y="0"/>
          <a:ext cx="0" cy="0"/>
          <a:chOff x="0" y="0"/>
          <a:chExt cx="0" cy="0"/>
        </a:xfrm>
      </p:grpSpPr>
      <p:sp>
        <p:nvSpPr>
          <p:cNvPr id="405" name="Google Shape;405;p71"/>
          <p:cNvSpPr/>
          <p:nvPr/>
        </p:nvSpPr>
        <p:spPr>
          <a:xfrm rot="10800000">
            <a:off x="415199" y="0"/>
            <a:ext cx="8728800" cy="4731900"/>
          </a:xfrm>
          <a:prstGeom prst="round1Rect">
            <a:avLst>
              <a:gd fmla="val 4196"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71"/>
          <p:cNvSpPr txBox="1"/>
          <p:nvPr>
            <p:ph type="ctrTitle"/>
          </p:nvPr>
        </p:nvSpPr>
        <p:spPr>
          <a:xfrm>
            <a:off x="948400" y="1394925"/>
            <a:ext cx="4439100" cy="1621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3800"/>
              <a:buNone/>
              <a:defRPr b="1" sz="3800">
                <a:solidFill>
                  <a:schemeClr val="lt1"/>
                </a:solidFill>
              </a:defRPr>
            </a:lvl1pPr>
            <a:lvl2pPr lvl="1">
              <a:spcBef>
                <a:spcPts val="0"/>
              </a:spcBef>
              <a:spcAft>
                <a:spcPts val="0"/>
              </a:spcAft>
              <a:buClr>
                <a:schemeClr val="lt1"/>
              </a:buClr>
              <a:buSzPts val="4300"/>
              <a:buNone/>
              <a:defRPr sz="4300">
                <a:solidFill>
                  <a:schemeClr val="lt1"/>
                </a:solidFill>
              </a:defRPr>
            </a:lvl2pPr>
            <a:lvl3pPr lvl="2">
              <a:spcBef>
                <a:spcPts val="0"/>
              </a:spcBef>
              <a:spcAft>
                <a:spcPts val="0"/>
              </a:spcAft>
              <a:buClr>
                <a:schemeClr val="lt1"/>
              </a:buClr>
              <a:buSzPts val="4300"/>
              <a:buNone/>
              <a:defRPr sz="4300">
                <a:solidFill>
                  <a:schemeClr val="lt1"/>
                </a:solidFill>
              </a:defRPr>
            </a:lvl3pPr>
            <a:lvl4pPr lvl="3">
              <a:spcBef>
                <a:spcPts val="0"/>
              </a:spcBef>
              <a:spcAft>
                <a:spcPts val="0"/>
              </a:spcAft>
              <a:buClr>
                <a:schemeClr val="lt1"/>
              </a:buClr>
              <a:buSzPts val="4300"/>
              <a:buNone/>
              <a:defRPr sz="4300">
                <a:solidFill>
                  <a:schemeClr val="lt1"/>
                </a:solidFill>
              </a:defRPr>
            </a:lvl4pPr>
            <a:lvl5pPr lvl="4">
              <a:spcBef>
                <a:spcPts val="0"/>
              </a:spcBef>
              <a:spcAft>
                <a:spcPts val="0"/>
              </a:spcAft>
              <a:buClr>
                <a:schemeClr val="lt1"/>
              </a:buClr>
              <a:buSzPts val="4300"/>
              <a:buNone/>
              <a:defRPr sz="4300">
                <a:solidFill>
                  <a:schemeClr val="lt1"/>
                </a:solidFill>
              </a:defRPr>
            </a:lvl5pPr>
            <a:lvl6pPr lvl="5">
              <a:spcBef>
                <a:spcPts val="0"/>
              </a:spcBef>
              <a:spcAft>
                <a:spcPts val="0"/>
              </a:spcAft>
              <a:buClr>
                <a:schemeClr val="lt1"/>
              </a:buClr>
              <a:buSzPts val="4300"/>
              <a:buNone/>
              <a:defRPr sz="4300">
                <a:solidFill>
                  <a:schemeClr val="lt1"/>
                </a:solidFill>
              </a:defRPr>
            </a:lvl6pPr>
            <a:lvl7pPr lvl="6">
              <a:spcBef>
                <a:spcPts val="0"/>
              </a:spcBef>
              <a:spcAft>
                <a:spcPts val="0"/>
              </a:spcAft>
              <a:buClr>
                <a:schemeClr val="lt1"/>
              </a:buClr>
              <a:buSzPts val="4300"/>
              <a:buNone/>
              <a:defRPr sz="4300">
                <a:solidFill>
                  <a:schemeClr val="lt1"/>
                </a:solidFill>
              </a:defRPr>
            </a:lvl7pPr>
            <a:lvl8pPr lvl="7">
              <a:spcBef>
                <a:spcPts val="0"/>
              </a:spcBef>
              <a:spcAft>
                <a:spcPts val="0"/>
              </a:spcAft>
              <a:buClr>
                <a:schemeClr val="lt1"/>
              </a:buClr>
              <a:buSzPts val="4300"/>
              <a:buNone/>
              <a:defRPr sz="4300">
                <a:solidFill>
                  <a:schemeClr val="lt1"/>
                </a:solidFill>
              </a:defRPr>
            </a:lvl8pPr>
            <a:lvl9pPr lvl="8">
              <a:spcBef>
                <a:spcPts val="0"/>
              </a:spcBef>
              <a:spcAft>
                <a:spcPts val="0"/>
              </a:spcAft>
              <a:buClr>
                <a:schemeClr val="lt1"/>
              </a:buClr>
              <a:buSzPts val="4300"/>
              <a:buNone/>
              <a:defRPr sz="4300">
                <a:solidFill>
                  <a:schemeClr val="lt1"/>
                </a:solidFill>
              </a:defRPr>
            </a:lvl9pPr>
          </a:lstStyle>
          <a:p/>
        </p:txBody>
      </p:sp>
      <p:sp>
        <p:nvSpPr>
          <p:cNvPr id="407" name="Google Shape;407;p71"/>
          <p:cNvSpPr txBox="1"/>
          <p:nvPr>
            <p:ph idx="1" type="subTitle"/>
          </p:nvPr>
        </p:nvSpPr>
        <p:spPr>
          <a:xfrm>
            <a:off x="948400" y="2963050"/>
            <a:ext cx="4439100" cy="792600"/>
          </a:xfrm>
          <a:prstGeom prst="rect">
            <a:avLst/>
          </a:prstGeom>
        </p:spPr>
        <p:txBody>
          <a:bodyPr anchorCtr="0" anchor="t" bIns="91425" lIns="0" spcFirstLastPara="1" rIns="91425" wrap="square" tIns="91425">
            <a:noAutofit/>
          </a:bodyPr>
          <a:lstStyle>
            <a:lvl1pPr lvl="0">
              <a:lnSpc>
                <a:spcPct val="100000"/>
              </a:lnSpc>
              <a:spcBef>
                <a:spcPts val="0"/>
              </a:spcBef>
              <a:spcAft>
                <a:spcPts val="0"/>
              </a:spcAft>
              <a:buClr>
                <a:schemeClr val="accent2"/>
              </a:buClr>
              <a:buSzPts val="1800"/>
              <a:buFont typeface="Century Gothic"/>
              <a:buNone/>
              <a:defRPr>
                <a:solidFill>
                  <a:schemeClr val="accent2"/>
                </a:solidFill>
                <a:latin typeface="Century Gothic"/>
                <a:ea typeface="Century Gothic"/>
                <a:cs typeface="Century Gothic"/>
                <a:sym typeface="Century Gothic"/>
              </a:defRPr>
            </a:lvl1pPr>
            <a:lvl2pPr lvl="1">
              <a:lnSpc>
                <a:spcPct val="100000"/>
              </a:lnSpc>
              <a:spcBef>
                <a:spcPts val="0"/>
              </a:spcBef>
              <a:spcAft>
                <a:spcPts val="0"/>
              </a:spcAft>
              <a:buClr>
                <a:schemeClr val="accent2"/>
              </a:buClr>
              <a:buSzPts val="1900"/>
              <a:buNone/>
              <a:defRPr sz="1900">
                <a:solidFill>
                  <a:schemeClr val="accent2"/>
                </a:solidFill>
              </a:defRPr>
            </a:lvl2pPr>
            <a:lvl3pPr lvl="2">
              <a:lnSpc>
                <a:spcPct val="100000"/>
              </a:lnSpc>
              <a:spcBef>
                <a:spcPts val="0"/>
              </a:spcBef>
              <a:spcAft>
                <a:spcPts val="0"/>
              </a:spcAft>
              <a:buClr>
                <a:schemeClr val="accent2"/>
              </a:buClr>
              <a:buSzPts val="1900"/>
              <a:buNone/>
              <a:defRPr sz="1900">
                <a:solidFill>
                  <a:schemeClr val="accent2"/>
                </a:solidFill>
              </a:defRPr>
            </a:lvl3pPr>
            <a:lvl4pPr lvl="3">
              <a:lnSpc>
                <a:spcPct val="100000"/>
              </a:lnSpc>
              <a:spcBef>
                <a:spcPts val="0"/>
              </a:spcBef>
              <a:spcAft>
                <a:spcPts val="0"/>
              </a:spcAft>
              <a:buClr>
                <a:schemeClr val="accent2"/>
              </a:buClr>
              <a:buSzPts val="1900"/>
              <a:buNone/>
              <a:defRPr sz="1900">
                <a:solidFill>
                  <a:schemeClr val="accent2"/>
                </a:solidFill>
              </a:defRPr>
            </a:lvl4pPr>
            <a:lvl5pPr lvl="4">
              <a:lnSpc>
                <a:spcPct val="100000"/>
              </a:lnSpc>
              <a:spcBef>
                <a:spcPts val="0"/>
              </a:spcBef>
              <a:spcAft>
                <a:spcPts val="0"/>
              </a:spcAft>
              <a:buClr>
                <a:schemeClr val="accent2"/>
              </a:buClr>
              <a:buSzPts val="1900"/>
              <a:buNone/>
              <a:defRPr sz="1900">
                <a:solidFill>
                  <a:schemeClr val="accent2"/>
                </a:solidFill>
              </a:defRPr>
            </a:lvl5pPr>
            <a:lvl6pPr lvl="5">
              <a:lnSpc>
                <a:spcPct val="100000"/>
              </a:lnSpc>
              <a:spcBef>
                <a:spcPts val="0"/>
              </a:spcBef>
              <a:spcAft>
                <a:spcPts val="0"/>
              </a:spcAft>
              <a:buClr>
                <a:schemeClr val="accent2"/>
              </a:buClr>
              <a:buSzPts val="1900"/>
              <a:buNone/>
              <a:defRPr sz="1900">
                <a:solidFill>
                  <a:schemeClr val="accent2"/>
                </a:solidFill>
              </a:defRPr>
            </a:lvl6pPr>
            <a:lvl7pPr lvl="6">
              <a:lnSpc>
                <a:spcPct val="100000"/>
              </a:lnSpc>
              <a:spcBef>
                <a:spcPts val="0"/>
              </a:spcBef>
              <a:spcAft>
                <a:spcPts val="0"/>
              </a:spcAft>
              <a:buClr>
                <a:schemeClr val="accent2"/>
              </a:buClr>
              <a:buSzPts val="1900"/>
              <a:buNone/>
              <a:defRPr sz="1900">
                <a:solidFill>
                  <a:schemeClr val="accent2"/>
                </a:solidFill>
              </a:defRPr>
            </a:lvl7pPr>
            <a:lvl8pPr lvl="7">
              <a:lnSpc>
                <a:spcPct val="100000"/>
              </a:lnSpc>
              <a:spcBef>
                <a:spcPts val="0"/>
              </a:spcBef>
              <a:spcAft>
                <a:spcPts val="0"/>
              </a:spcAft>
              <a:buClr>
                <a:schemeClr val="accent2"/>
              </a:buClr>
              <a:buSzPts val="1900"/>
              <a:buNone/>
              <a:defRPr sz="1900">
                <a:solidFill>
                  <a:schemeClr val="accent2"/>
                </a:solidFill>
              </a:defRPr>
            </a:lvl8pPr>
            <a:lvl9pPr lvl="8">
              <a:lnSpc>
                <a:spcPct val="100000"/>
              </a:lnSpc>
              <a:spcBef>
                <a:spcPts val="0"/>
              </a:spcBef>
              <a:spcAft>
                <a:spcPts val="0"/>
              </a:spcAft>
              <a:buClr>
                <a:schemeClr val="accent2"/>
              </a:buClr>
              <a:buSzPts val="1900"/>
              <a:buNone/>
              <a:defRPr sz="1900">
                <a:solidFill>
                  <a:schemeClr val="accent2"/>
                </a:solidFill>
              </a:defRPr>
            </a:lvl9pPr>
          </a:lstStyle>
          <a:p/>
        </p:txBody>
      </p:sp>
      <p:pic>
        <p:nvPicPr>
          <p:cNvPr id="408" name="Google Shape;408;p71"/>
          <p:cNvPicPr preferRelativeResize="0"/>
          <p:nvPr/>
        </p:nvPicPr>
        <p:blipFill>
          <a:blip r:embed="rId2">
            <a:alphaModFix/>
          </a:blip>
          <a:stretch>
            <a:fillRect/>
          </a:stretch>
        </p:blipFill>
        <p:spPr>
          <a:xfrm>
            <a:off x="997125" y="920450"/>
            <a:ext cx="1137509" cy="396809"/>
          </a:xfrm>
          <a:prstGeom prst="rect">
            <a:avLst/>
          </a:prstGeom>
          <a:noFill/>
          <a:ln>
            <a:noFill/>
          </a:ln>
        </p:spPr>
      </p:pic>
      <p:pic>
        <p:nvPicPr>
          <p:cNvPr id="409" name="Google Shape;409;p71"/>
          <p:cNvPicPr preferRelativeResize="0"/>
          <p:nvPr/>
        </p:nvPicPr>
        <p:blipFill rotWithShape="1">
          <a:blip r:embed="rId3">
            <a:alphaModFix/>
          </a:blip>
          <a:srcRect b="0" l="0" r="0" t="0"/>
          <a:stretch/>
        </p:blipFill>
        <p:spPr>
          <a:xfrm>
            <a:off x="4741850" y="417950"/>
            <a:ext cx="4359050" cy="4359050"/>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Dark Background 1 1">
  <p:cSld name="TITLE_1_1_1_1_1_1">
    <p:bg>
      <p:bgPr>
        <a:solidFill>
          <a:schemeClr val="dk1"/>
        </a:solidFill>
      </p:bgPr>
    </p:bg>
    <p:spTree>
      <p:nvGrpSpPr>
        <p:cNvPr id="410" name="Shape 410"/>
        <p:cNvGrpSpPr/>
        <p:nvPr/>
      </p:nvGrpSpPr>
      <p:grpSpPr>
        <a:xfrm>
          <a:off x="0" y="0"/>
          <a:ext cx="0" cy="0"/>
          <a:chOff x="0" y="0"/>
          <a:chExt cx="0" cy="0"/>
        </a:xfrm>
      </p:grpSpPr>
      <p:sp>
        <p:nvSpPr>
          <p:cNvPr id="411" name="Google Shape;411;p72"/>
          <p:cNvSpPr txBox="1"/>
          <p:nvPr/>
        </p:nvSpPr>
        <p:spPr>
          <a:xfrm>
            <a:off x="6978517" y="4661648"/>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600">
                <a:solidFill>
                  <a:srgbClr val="8D9093"/>
                </a:solidFill>
                <a:latin typeface="Century Gothic"/>
                <a:ea typeface="Century Gothic"/>
                <a:cs typeface="Century Gothic"/>
                <a:sym typeface="Century Gothic"/>
              </a:rPr>
              <a:t>‹#›</a:t>
            </a:fld>
            <a:endParaRPr sz="600">
              <a:solidFill>
                <a:srgbClr val="8D9093"/>
              </a:solidFill>
              <a:latin typeface="Century Gothic"/>
              <a:ea typeface="Century Gothic"/>
              <a:cs typeface="Century Gothic"/>
              <a:sym typeface="Century Gothic"/>
            </a:endParaRPr>
          </a:p>
        </p:txBody>
      </p:sp>
      <p:sp>
        <p:nvSpPr>
          <p:cNvPr id="412" name="Google Shape;412;p72"/>
          <p:cNvSpPr/>
          <p:nvPr/>
        </p:nvSpPr>
        <p:spPr>
          <a:xfrm>
            <a:off x="-9150" y="5098499"/>
            <a:ext cx="9162300" cy="54900"/>
          </a:xfrm>
          <a:prstGeom prst="rect">
            <a:avLst/>
          </a:prstGeom>
          <a:solidFill>
            <a:srgbClr val="35899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pic>
        <p:nvPicPr>
          <p:cNvPr id="413" name="Google Shape;413;p72"/>
          <p:cNvPicPr preferRelativeResize="0"/>
          <p:nvPr/>
        </p:nvPicPr>
        <p:blipFill rotWithShape="1">
          <a:blip r:embed="rId2">
            <a:alphaModFix/>
          </a:blip>
          <a:srcRect b="29083" l="0" r="0" t="0"/>
          <a:stretch/>
        </p:blipFill>
        <p:spPr>
          <a:xfrm>
            <a:off x="7415775" y="5015174"/>
            <a:ext cx="1750600" cy="142450"/>
          </a:xfrm>
          <a:prstGeom prst="rect">
            <a:avLst/>
          </a:prstGeom>
          <a:noFill/>
          <a:ln>
            <a:noFill/>
          </a:ln>
        </p:spPr>
      </p:pic>
      <p:pic>
        <p:nvPicPr>
          <p:cNvPr descr="slants-01.png" id="414" name="Google Shape;414;p72"/>
          <p:cNvPicPr preferRelativeResize="0"/>
          <p:nvPr/>
        </p:nvPicPr>
        <p:blipFill rotWithShape="1">
          <a:blip r:embed="rId3">
            <a:alphaModFix amt="34000"/>
          </a:blip>
          <a:srcRect b="0" l="0" r="0" t="0"/>
          <a:stretch/>
        </p:blipFill>
        <p:spPr>
          <a:xfrm>
            <a:off x="1507597" y="-10756"/>
            <a:ext cx="3099821" cy="67845"/>
          </a:xfrm>
          <a:prstGeom prst="rect">
            <a:avLst/>
          </a:prstGeom>
          <a:noFill/>
          <a:ln>
            <a:noFill/>
          </a:ln>
        </p:spPr>
      </p:pic>
      <p:pic>
        <p:nvPicPr>
          <p:cNvPr descr="slants-01.png" id="415" name="Google Shape;415;p72"/>
          <p:cNvPicPr preferRelativeResize="0"/>
          <p:nvPr/>
        </p:nvPicPr>
        <p:blipFill rotWithShape="1">
          <a:blip r:embed="rId3">
            <a:alphaModFix amt="34000"/>
          </a:blip>
          <a:srcRect b="0" l="0" r="0" t="0"/>
          <a:stretch/>
        </p:blipFill>
        <p:spPr>
          <a:xfrm>
            <a:off x="4605477" y="-8125"/>
            <a:ext cx="3099821" cy="67845"/>
          </a:xfrm>
          <a:prstGeom prst="rect">
            <a:avLst/>
          </a:prstGeom>
          <a:noFill/>
          <a:ln>
            <a:noFill/>
          </a:ln>
        </p:spPr>
      </p:pic>
      <p:pic>
        <p:nvPicPr>
          <p:cNvPr descr="slants-01.png" id="416" name="Google Shape;416;p72"/>
          <p:cNvPicPr preferRelativeResize="0"/>
          <p:nvPr/>
        </p:nvPicPr>
        <p:blipFill rotWithShape="1">
          <a:blip r:embed="rId3">
            <a:alphaModFix amt="34000"/>
          </a:blip>
          <a:srcRect b="3874" l="0" r="53588" t="0"/>
          <a:stretch/>
        </p:blipFill>
        <p:spPr>
          <a:xfrm>
            <a:off x="7705300" y="-8125"/>
            <a:ext cx="1438698" cy="65215"/>
          </a:xfrm>
          <a:prstGeom prst="rect">
            <a:avLst/>
          </a:prstGeom>
          <a:noFill/>
          <a:ln>
            <a:noFill/>
          </a:ln>
        </p:spPr>
      </p:pic>
      <p:pic>
        <p:nvPicPr>
          <p:cNvPr id="417" name="Google Shape;417;p72"/>
          <p:cNvPicPr preferRelativeResize="0"/>
          <p:nvPr/>
        </p:nvPicPr>
        <p:blipFill rotWithShape="1">
          <a:blip r:embed="rId4">
            <a:alphaModFix amt="34000"/>
          </a:blip>
          <a:srcRect b="-14778" l="0" r="0" t="43901"/>
          <a:stretch/>
        </p:blipFill>
        <p:spPr>
          <a:xfrm>
            <a:off x="473550" y="-10750"/>
            <a:ext cx="993000" cy="142450"/>
          </a:xfrm>
          <a:prstGeom prst="rect">
            <a:avLst/>
          </a:prstGeom>
          <a:noFill/>
          <a:ln>
            <a:noFill/>
          </a:ln>
        </p:spPr>
      </p:pic>
      <p:sp>
        <p:nvSpPr>
          <p:cNvPr id="418" name="Google Shape;418;p72"/>
          <p:cNvSpPr txBox="1"/>
          <p:nvPr>
            <p:ph type="title"/>
          </p:nvPr>
        </p:nvSpPr>
        <p:spPr>
          <a:xfrm>
            <a:off x="310896" y="10"/>
            <a:ext cx="8520600" cy="841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2100"/>
              <a:buNone/>
              <a:defRPr b="1" sz="2100">
                <a:solidFill>
                  <a:schemeClr val="lt1"/>
                </a:solidFill>
              </a:defRPr>
            </a:lvl1pPr>
            <a:lvl2pPr lvl="1">
              <a:spcBef>
                <a:spcPts val="0"/>
              </a:spcBef>
              <a:spcAft>
                <a:spcPts val="0"/>
              </a:spcAft>
              <a:buClr>
                <a:schemeClr val="dk2"/>
              </a:buClr>
              <a:buSzPts val="2700"/>
              <a:buNone/>
              <a:defRPr b="1" sz="2700">
                <a:solidFill>
                  <a:schemeClr val="dk2"/>
                </a:solidFill>
              </a:defRPr>
            </a:lvl2pPr>
            <a:lvl3pPr lvl="2">
              <a:spcBef>
                <a:spcPts val="0"/>
              </a:spcBef>
              <a:spcAft>
                <a:spcPts val="0"/>
              </a:spcAft>
              <a:buClr>
                <a:schemeClr val="dk2"/>
              </a:buClr>
              <a:buSzPts val="2700"/>
              <a:buNone/>
              <a:defRPr b="1" sz="2700">
                <a:solidFill>
                  <a:schemeClr val="dk2"/>
                </a:solidFill>
              </a:defRPr>
            </a:lvl3pPr>
            <a:lvl4pPr lvl="3">
              <a:spcBef>
                <a:spcPts val="0"/>
              </a:spcBef>
              <a:spcAft>
                <a:spcPts val="0"/>
              </a:spcAft>
              <a:buClr>
                <a:schemeClr val="dk2"/>
              </a:buClr>
              <a:buSzPts val="2700"/>
              <a:buNone/>
              <a:defRPr b="1" sz="2700">
                <a:solidFill>
                  <a:schemeClr val="dk2"/>
                </a:solidFill>
              </a:defRPr>
            </a:lvl4pPr>
            <a:lvl5pPr lvl="4">
              <a:spcBef>
                <a:spcPts val="0"/>
              </a:spcBef>
              <a:spcAft>
                <a:spcPts val="0"/>
              </a:spcAft>
              <a:buClr>
                <a:schemeClr val="dk2"/>
              </a:buClr>
              <a:buSzPts val="2700"/>
              <a:buNone/>
              <a:defRPr b="1" sz="2700">
                <a:solidFill>
                  <a:schemeClr val="dk2"/>
                </a:solidFill>
              </a:defRPr>
            </a:lvl5pPr>
            <a:lvl6pPr lvl="5">
              <a:spcBef>
                <a:spcPts val="0"/>
              </a:spcBef>
              <a:spcAft>
                <a:spcPts val="0"/>
              </a:spcAft>
              <a:buClr>
                <a:schemeClr val="dk2"/>
              </a:buClr>
              <a:buSzPts val="2700"/>
              <a:buNone/>
              <a:defRPr b="1" sz="2700">
                <a:solidFill>
                  <a:schemeClr val="dk2"/>
                </a:solidFill>
              </a:defRPr>
            </a:lvl6pPr>
            <a:lvl7pPr lvl="6">
              <a:spcBef>
                <a:spcPts val="0"/>
              </a:spcBef>
              <a:spcAft>
                <a:spcPts val="0"/>
              </a:spcAft>
              <a:buClr>
                <a:schemeClr val="dk2"/>
              </a:buClr>
              <a:buSzPts val="2700"/>
              <a:buNone/>
              <a:defRPr b="1" sz="2700">
                <a:solidFill>
                  <a:schemeClr val="dk2"/>
                </a:solidFill>
              </a:defRPr>
            </a:lvl7pPr>
            <a:lvl8pPr lvl="7">
              <a:spcBef>
                <a:spcPts val="0"/>
              </a:spcBef>
              <a:spcAft>
                <a:spcPts val="0"/>
              </a:spcAft>
              <a:buClr>
                <a:schemeClr val="dk2"/>
              </a:buClr>
              <a:buSzPts val="2700"/>
              <a:buNone/>
              <a:defRPr b="1" sz="2700">
                <a:solidFill>
                  <a:schemeClr val="dk2"/>
                </a:solidFill>
              </a:defRPr>
            </a:lvl8pPr>
            <a:lvl9pPr lvl="8">
              <a:spcBef>
                <a:spcPts val="0"/>
              </a:spcBef>
              <a:spcAft>
                <a:spcPts val="0"/>
              </a:spcAft>
              <a:buClr>
                <a:schemeClr val="dk2"/>
              </a:buClr>
              <a:buSzPts val="2700"/>
              <a:buNone/>
              <a:defRPr b="1" sz="2700">
                <a:solidFill>
                  <a:schemeClr val="dk2"/>
                </a:solidFill>
              </a:defRPr>
            </a:lvl9pPr>
          </a:lstStyle>
          <a:p/>
        </p:txBody>
      </p:sp>
      <p:sp>
        <p:nvSpPr>
          <p:cNvPr id="419" name="Google Shape;419;p72"/>
          <p:cNvSpPr txBox="1"/>
          <p:nvPr>
            <p:ph idx="2" type="title"/>
          </p:nvPr>
        </p:nvSpPr>
        <p:spPr>
          <a:xfrm>
            <a:off x="310900" y="544148"/>
            <a:ext cx="8520600" cy="31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000"/>
              <a:buNone/>
              <a:defRPr i="1" sz="1000">
                <a:solidFill>
                  <a:schemeClr val="lt1"/>
                </a:solidFill>
              </a:defRPr>
            </a:lvl1pPr>
            <a:lvl2pPr lvl="1">
              <a:spcBef>
                <a:spcPts val="0"/>
              </a:spcBef>
              <a:spcAft>
                <a:spcPts val="0"/>
              </a:spcAft>
              <a:buClr>
                <a:schemeClr val="dk2"/>
              </a:buClr>
              <a:buSzPts val="1000"/>
              <a:buNone/>
              <a:defRPr i="1" sz="1000">
                <a:solidFill>
                  <a:schemeClr val="dk2"/>
                </a:solidFill>
              </a:defRPr>
            </a:lvl2pPr>
            <a:lvl3pPr lvl="2">
              <a:spcBef>
                <a:spcPts val="0"/>
              </a:spcBef>
              <a:spcAft>
                <a:spcPts val="0"/>
              </a:spcAft>
              <a:buClr>
                <a:schemeClr val="dk2"/>
              </a:buClr>
              <a:buSzPts val="1000"/>
              <a:buNone/>
              <a:defRPr i="1" sz="1000">
                <a:solidFill>
                  <a:schemeClr val="dk2"/>
                </a:solidFill>
              </a:defRPr>
            </a:lvl3pPr>
            <a:lvl4pPr lvl="3">
              <a:spcBef>
                <a:spcPts val="0"/>
              </a:spcBef>
              <a:spcAft>
                <a:spcPts val="0"/>
              </a:spcAft>
              <a:buClr>
                <a:schemeClr val="dk2"/>
              </a:buClr>
              <a:buSzPts val="1000"/>
              <a:buNone/>
              <a:defRPr i="1" sz="1000">
                <a:solidFill>
                  <a:schemeClr val="dk2"/>
                </a:solidFill>
              </a:defRPr>
            </a:lvl4pPr>
            <a:lvl5pPr lvl="4">
              <a:spcBef>
                <a:spcPts val="0"/>
              </a:spcBef>
              <a:spcAft>
                <a:spcPts val="0"/>
              </a:spcAft>
              <a:buClr>
                <a:schemeClr val="dk2"/>
              </a:buClr>
              <a:buSzPts val="1000"/>
              <a:buNone/>
              <a:defRPr i="1" sz="1000">
                <a:solidFill>
                  <a:schemeClr val="dk2"/>
                </a:solidFill>
              </a:defRPr>
            </a:lvl5pPr>
            <a:lvl6pPr lvl="5">
              <a:spcBef>
                <a:spcPts val="0"/>
              </a:spcBef>
              <a:spcAft>
                <a:spcPts val="0"/>
              </a:spcAft>
              <a:buClr>
                <a:schemeClr val="dk2"/>
              </a:buClr>
              <a:buSzPts val="1000"/>
              <a:buNone/>
              <a:defRPr i="1" sz="1000">
                <a:solidFill>
                  <a:schemeClr val="dk2"/>
                </a:solidFill>
              </a:defRPr>
            </a:lvl6pPr>
            <a:lvl7pPr lvl="6">
              <a:spcBef>
                <a:spcPts val="0"/>
              </a:spcBef>
              <a:spcAft>
                <a:spcPts val="0"/>
              </a:spcAft>
              <a:buClr>
                <a:schemeClr val="dk2"/>
              </a:buClr>
              <a:buSzPts val="1000"/>
              <a:buNone/>
              <a:defRPr i="1" sz="1000">
                <a:solidFill>
                  <a:schemeClr val="dk2"/>
                </a:solidFill>
              </a:defRPr>
            </a:lvl7pPr>
            <a:lvl8pPr lvl="7">
              <a:spcBef>
                <a:spcPts val="0"/>
              </a:spcBef>
              <a:spcAft>
                <a:spcPts val="0"/>
              </a:spcAft>
              <a:buClr>
                <a:schemeClr val="dk2"/>
              </a:buClr>
              <a:buSzPts val="1000"/>
              <a:buNone/>
              <a:defRPr i="1" sz="1000">
                <a:solidFill>
                  <a:schemeClr val="dk2"/>
                </a:solidFill>
              </a:defRPr>
            </a:lvl8pPr>
            <a:lvl9pPr lvl="8">
              <a:spcBef>
                <a:spcPts val="0"/>
              </a:spcBef>
              <a:spcAft>
                <a:spcPts val="0"/>
              </a:spcAft>
              <a:buClr>
                <a:schemeClr val="dk2"/>
              </a:buClr>
              <a:buSzPts val="1000"/>
              <a:buNone/>
              <a:defRPr i="1" sz="1000">
                <a:solidFill>
                  <a:schemeClr val="dk2"/>
                </a:solidFill>
              </a:defRPr>
            </a:lvl9pPr>
          </a:lstStyle>
          <a:p/>
        </p:txBody>
      </p:sp>
      <p:pic>
        <p:nvPicPr>
          <p:cNvPr id="420" name="Google Shape;420;p72"/>
          <p:cNvPicPr preferRelativeResize="0"/>
          <p:nvPr/>
        </p:nvPicPr>
        <p:blipFill>
          <a:blip r:embed="rId5">
            <a:alphaModFix/>
          </a:blip>
          <a:stretch>
            <a:fillRect/>
          </a:stretch>
        </p:blipFill>
        <p:spPr>
          <a:xfrm>
            <a:off x="308400" y="4758671"/>
            <a:ext cx="638876" cy="222867"/>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421" name="Shape 421"/>
        <p:cNvGrpSpPr/>
        <p:nvPr/>
      </p:nvGrpSpPr>
      <p:grpSpPr>
        <a:xfrm>
          <a:off x="0" y="0"/>
          <a:ext cx="0" cy="0"/>
          <a:chOff x="0" y="0"/>
          <a:chExt cx="0" cy="0"/>
        </a:xfrm>
      </p:grpSpPr>
      <p:sp>
        <p:nvSpPr>
          <p:cNvPr id="422" name="Google Shape;422;p73"/>
          <p:cNvSpPr txBox="1"/>
          <p:nvPr/>
        </p:nvSpPr>
        <p:spPr>
          <a:xfrm>
            <a:off x="6978517" y="4661648"/>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600">
                <a:solidFill>
                  <a:srgbClr val="8D9093"/>
                </a:solidFill>
                <a:latin typeface="Century Gothic"/>
                <a:ea typeface="Century Gothic"/>
                <a:cs typeface="Century Gothic"/>
                <a:sym typeface="Century Gothic"/>
              </a:rPr>
              <a:t>‹#›</a:t>
            </a:fld>
            <a:endParaRPr sz="600">
              <a:solidFill>
                <a:srgbClr val="8D9093"/>
              </a:solidFill>
              <a:latin typeface="Century Gothic"/>
              <a:ea typeface="Century Gothic"/>
              <a:cs typeface="Century Gothic"/>
              <a:sym typeface="Century Gothic"/>
            </a:endParaRPr>
          </a:p>
        </p:txBody>
      </p:sp>
      <p:sp>
        <p:nvSpPr>
          <p:cNvPr id="423" name="Google Shape;423;p73"/>
          <p:cNvSpPr txBox="1"/>
          <p:nvPr>
            <p:ph type="title"/>
          </p:nvPr>
        </p:nvSpPr>
        <p:spPr>
          <a:xfrm>
            <a:off x="311700" y="13347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100"/>
              <a:buFont typeface="Century Gothic"/>
              <a:buNone/>
              <a:defRPr b="1" sz="2100">
                <a:latin typeface="Century Gothic"/>
                <a:ea typeface="Century Gothic"/>
                <a:cs typeface="Century Gothic"/>
                <a:sym typeface="Century Gothic"/>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4" name="Google Shape;424;p7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Font typeface="Century Gothic"/>
              <a:buChar char="●"/>
              <a:defRPr>
                <a:latin typeface="Century Gothic"/>
                <a:ea typeface="Century Gothic"/>
                <a:cs typeface="Century Gothic"/>
                <a:sym typeface="Century Gothic"/>
              </a:defRPr>
            </a:lvl1pPr>
            <a:lvl2pPr indent="-317500" lvl="1" marL="914400">
              <a:spcBef>
                <a:spcPts val="1600"/>
              </a:spcBef>
              <a:spcAft>
                <a:spcPts val="0"/>
              </a:spcAft>
              <a:buSzPts val="1400"/>
              <a:buFont typeface="Century Gothic"/>
              <a:buChar char="○"/>
              <a:defRPr>
                <a:latin typeface="Century Gothic"/>
                <a:ea typeface="Century Gothic"/>
                <a:cs typeface="Century Gothic"/>
                <a:sym typeface="Century Gothic"/>
              </a:defRPr>
            </a:lvl2pPr>
            <a:lvl3pPr indent="-317500" lvl="2" marL="1371600">
              <a:spcBef>
                <a:spcPts val="1600"/>
              </a:spcBef>
              <a:spcAft>
                <a:spcPts val="0"/>
              </a:spcAft>
              <a:buSzPts val="1400"/>
              <a:buFont typeface="Century Gothic"/>
              <a:buChar char="■"/>
              <a:defRPr>
                <a:latin typeface="Century Gothic"/>
                <a:ea typeface="Century Gothic"/>
                <a:cs typeface="Century Gothic"/>
                <a:sym typeface="Century Gothic"/>
              </a:defRPr>
            </a:lvl3pPr>
            <a:lvl4pPr indent="-317500" lvl="3" marL="1828800">
              <a:spcBef>
                <a:spcPts val="1600"/>
              </a:spcBef>
              <a:spcAft>
                <a:spcPts val="0"/>
              </a:spcAft>
              <a:buSzPts val="1400"/>
              <a:buFont typeface="Century Gothic"/>
              <a:buChar char="●"/>
              <a:defRPr>
                <a:latin typeface="Century Gothic"/>
                <a:ea typeface="Century Gothic"/>
                <a:cs typeface="Century Gothic"/>
                <a:sym typeface="Century Gothic"/>
              </a:defRPr>
            </a:lvl4pPr>
            <a:lvl5pPr indent="-317500" lvl="4" marL="2286000">
              <a:spcBef>
                <a:spcPts val="1600"/>
              </a:spcBef>
              <a:spcAft>
                <a:spcPts val="0"/>
              </a:spcAft>
              <a:buSzPts val="1400"/>
              <a:buFont typeface="Century Gothic"/>
              <a:buChar char="○"/>
              <a:defRPr>
                <a:latin typeface="Century Gothic"/>
                <a:ea typeface="Century Gothic"/>
                <a:cs typeface="Century Gothic"/>
                <a:sym typeface="Century Gothic"/>
              </a:defRPr>
            </a:lvl5pPr>
            <a:lvl6pPr indent="-317500" lvl="5" marL="2743200">
              <a:spcBef>
                <a:spcPts val="1600"/>
              </a:spcBef>
              <a:spcAft>
                <a:spcPts val="0"/>
              </a:spcAft>
              <a:buSzPts val="1400"/>
              <a:buFont typeface="Century Gothic"/>
              <a:buChar char="■"/>
              <a:defRPr>
                <a:latin typeface="Century Gothic"/>
                <a:ea typeface="Century Gothic"/>
                <a:cs typeface="Century Gothic"/>
                <a:sym typeface="Century Gothic"/>
              </a:defRPr>
            </a:lvl6pPr>
            <a:lvl7pPr indent="-317500" lvl="6" marL="3200400">
              <a:spcBef>
                <a:spcPts val="1600"/>
              </a:spcBef>
              <a:spcAft>
                <a:spcPts val="0"/>
              </a:spcAft>
              <a:buSzPts val="1400"/>
              <a:buFont typeface="Century Gothic"/>
              <a:buChar char="●"/>
              <a:defRPr>
                <a:latin typeface="Century Gothic"/>
                <a:ea typeface="Century Gothic"/>
                <a:cs typeface="Century Gothic"/>
                <a:sym typeface="Century Gothic"/>
              </a:defRPr>
            </a:lvl7pPr>
            <a:lvl8pPr indent="-317500" lvl="7" marL="3657600">
              <a:spcBef>
                <a:spcPts val="1600"/>
              </a:spcBef>
              <a:spcAft>
                <a:spcPts val="0"/>
              </a:spcAft>
              <a:buSzPts val="1400"/>
              <a:buFont typeface="Century Gothic"/>
              <a:buChar char="○"/>
              <a:defRPr>
                <a:latin typeface="Century Gothic"/>
                <a:ea typeface="Century Gothic"/>
                <a:cs typeface="Century Gothic"/>
                <a:sym typeface="Century Gothic"/>
              </a:defRPr>
            </a:lvl8pPr>
            <a:lvl9pPr indent="-317500" lvl="8" marL="4114800">
              <a:spcBef>
                <a:spcPts val="1600"/>
              </a:spcBef>
              <a:spcAft>
                <a:spcPts val="1600"/>
              </a:spcAft>
              <a:buSzPts val="1400"/>
              <a:buFont typeface="Century Gothic"/>
              <a:buChar char="■"/>
              <a:defRPr>
                <a:latin typeface="Century Gothic"/>
                <a:ea typeface="Century Gothic"/>
                <a:cs typeface="Century Gothic"/>
                <a:sym typeface="Century Gothic"/>
              </a:defRPr>
            </a:lvl9pPr>
          </a:lstStyle>
          <a:p/>
        </p:txBody>
      </p:sp>
      <p:pic>
        <p:nvPicPr>
          <p:cNvPr descr="slants-01.png" id="425" name="Google Shape;425;p73"/>
          <p:cNvPicPr preferRelativeResize="0"/>
          <p:nvPr/>
        </p:nvPicPr>
        <p:blipFill rotWithShape="1">
          <a:blip r:embed="rId2">
            <a:alphaModFix/>
          </a:blip>
          <a:srcRect b="0" l="0" r="0" t="0"/>
          <a:stretch/>
        </p:blipFill>
        <p:spPr>
          <a:xfrm>
            <a:off x="1507597" y="-10756"/>
            <a:ext cx="3099821" cy="67845"/>
          </a:xfrm>
          <a:prstGeom prst="rect">
            <a:avLst/>
          </a:prstGeom>
          <a:noFill/>
          <a:ln>
            <a:noFill/>
          </a:ln>
        </p:spPr>
      </p:pic>
      <p:pic>
        <p:nvPicPr>
          <p:cNvPr descr="slants-01.png" id="426" name="Google Shape;426;p73"/>
          <p:cNvPicPr preferRelativeResize="0"/>
          <p:nvPr/>
        </p:nvPicPr>
        <p:blipFill rotWithShape="1">
          <a:blip r:embed="rId2">
            <a:alphaModFix/>
          </a:blip>
          <a:srcRect b="0" l="0" r="0" t="0"/>
          <a:stretch/>
        </p:blipFill>
        <p:spPr>
          <a:xfrm>
            <a:off x="4605477" y="-8125"/>
            <a:ext cx="3099821" cy="67845"/>
          </a:xfrm>
          <a:prstGeom prst="rect">
            <a:avLst/>
          </a:prstGeom>
          <a:noFill/>
          <a:ln>
            <a:noFill/>
          </a:ln>
        </p:spPr>
      </p:pic>
      <p:pic>
        <p:nvPicPr>
          <p:cNvPr descr="slants-01.png" id="427" name="Google Shape;427;p73"/>
          <p:cNvPicPr preferRelativeResize="0"/>
          <p:nvPr/>
        </p:nvPicPr>
        <p:blipFill rotWithShape="1">
          <a:blip r:embed="rId2">
            <a:alphaModFix/>
          </a:blip>
          <a:srcRect b="3874" l="0" r="53588" t="0"/>
          <a:stretch/>
        </p:blipFill>
        <p:spPr>
          <a:xfrm>
            <a:off x="7705300" y="-8125"/>
            <a:ext cx="1438698" cy="65215"/>
          </a:xfrm>
          <a:prstGeom prst="rect">
            <a:avLst/>
          </a:prstGeom>
          <a:noFill/>
          <a:ln>
            <a:noFill/>
          </a:ln>
        </p:spPr>
      </p:pic>
      <p:pic>
        <p:nvPicPr>
          <p:cNvPr id="428" name="Google Shape;428;p73"/>
          <p:cNvPicPr preferRelativeResize="0"/>
          <p:nvPr/>
        </p:nvPicPr>
        <p:blipFill rotWithShape="1">
          <a:blip r:embed="rId3">
            <a:alphaModFix/>
          </a:blip>
          <a:srcRect b="-14778" l="0" r="0" t="43901"/>
          <a:stretch/>
        </p:blipFill>
        <p:spPr>
          <a:xfrm>
            <a:off x="473550" y="-10750"/>
            <a:ext cx="993000" cy="142450"/>
          </a:xfrm>
          <a:prstGeom prst="rect">
            <a:avLst/>
          </a:prstGeom>
          <a:noFill/>
          <a:ln>
            <a:noFill/>
          </a:ln>
        </p:spPr>
      </p:pic>
      <p:sp>
        <p:nvSpPr>
          <p:cNvPr id="429" name="Google Shape;429;p73"/>
          <p:cNvSpPr/>
          <p:nvPr/>
        </p:nvSpPr>
        <p:spPr>
          <a:xfrm>
            <a:off x="-9150" y="5098499"/>
            <a:ext cx="9162300" cy="54900"/>
          </a:xfrm>
          <a:prstGeom prst="rect">
            <a:avLst/>
          </a:prstGeom>
          <a:solidFill>
            <a:srgbClr val="1D4F5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pic>
        <p:nvPicPr>
          <p:cNvPr descr="GG_CSM_Logos-01.png" id="430" name="Google Shape;430;p73"/>
          <p:cNvPicPr preferRelativeResize="0"/>
          <p:nvPr/>
        </p:nvPicPr>
        <p:blipFill rotWithShape="1">
          <a:blip r:embed="rId4">
            <a:alphaModFix/>
          </a:blip>
          <a:srcRect b="0" l="0" r="0" t="0"/>
          <a:stretch/>
        </p:blipFill>
        <p:spPr>
          <a:xfrm>
            <a:off x="308400" y="4780669"/>
            <a:ext cx="638872" cy="200869"/>
          </a:xfrm>
          <a:prstGeom prst="rect">
            <a:avLst/>
          </a:prstGeom>
          <a:noFill/>
          <a:ln>
            <a:noFill/>
          </a:ln>
        </p:spPr>
      </p:pic>
      <p:pic>
        <p:nvPicPr>
          <p:cNvPr id="431" name="Google Shape;431;p73"/>
          <p:cNvPicPr preferRelativeResize="0"/>
          <p:nvPr/>
        </p:nvPicPr>
        <p:blipFill rotWithShape="1">
          <a:blip r:embed="rId5">
            <a:alphaModFix/>
          </a:blip>
          <a:srcRect b="29083" l="0" r="0" t="0"/>
          <a:stretch/>
        </p:blipFill>
        <p:spPr>
          <a:xfrm>
            <a:off x="7415775" y="5015174"/>
            <a:ext cx="1750600" cy="142450"/>
          </a:xfrm>
          <a:prstGeom prst="rect">
            <a:avLst/>
          </a:prstGeom>
          <a:noFill/>
          <a:ln>
            <a:noFill/>
          </a:ln>
        </p:spPr>
      </p:pic>
      <p:sp>
        <p:nvSpPr>
          <p:cNvPr id="432" name="Google Shape;432;p73"/>
          <p:cNvSpPr txBox="1"/>
          <p:nvPr>
            <p:ph idx="2" type="title"/>
          </p:nvPr>
        </p:nvSpPr>
        <p:spPr>
          <a:xfrm>
            <a:off x="400175" y="57977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Century Gothic"/>
              <a:buNone/>
              <a:defRPr sz="1200">
                <a:solidFill>
                  <a:schemeClr val="dk2"/>
                </a:solidFill>
                <a:latin typeface="Century Gothic"/>
                <a:ea typeface="Century Gothic"/>
                <a:cs typeface="Century Gothic"/>
                <a:sym typeface="Century Gothic"/>
              </a:defRPr>
            </a:lvl1pPr>
            <a:lvl2pPr lvl="1">
              <a:spcBef>
                <a:spcPts val="0"/>
              </a:spcBef>
              <a:spcAft>
                <a:spcPts val="0"/>
              </a:spcAft>
              <a:buClr>
                <a:schemeClr val="dk2"/>
              </a:buClr>
              <a:buSzPts val="1200"/>
              <a:buNone/>
              <a:defRPr sz="1200">
                <a:solidFill>
                  <a:schemeClr val="dk2"/>
                </a:solidFill>
              </a:defRPr>
            </a:lvl2pPr>
            <a:lvl3pPr lvl="2">
              <a:spcBef>
                <a:spcPts val="0"/>
              </a:spcBef>
              <a:spcAft>
                <a:spcPts val="0"/>
              </a:spcAft>
              <a:buClr>
                <a:schemeClr val="dk2"/>
              </a:buClr>
              <a:buSzPts val="1200"/>
              <a:buNone/>
              <a:defRPr sz="1200">
                <a:solidFill>
                  <a:schemeClr val="dk2"/>
                </a:solidFill>
              </a:defRPr>
            </a:lvl3pPr>
            <a:lvl4pPr lvl="3">
              <a:spcBef>
                <a:spcPts val="0"/>
              </a:spcBef>
              <a:spcAft>
                <a:spcPts val="0"/>
              </a:spcAft>
              <a:buClr>
                <a:schemeClr val="dk2"/>
              </a:buClr>
              <a:buSzPts val="1200"/>
              <a:buNone/>
              <a:defRPr sz="1200">
                <a:solidFill>
                  <a:schemeClr val="dk2"/>
                </a:solidFill>
              </a:defRPr>
            </a:lvl4pPr>
            <a:lvl5pPr lvl="4">
              <a:spcBef>
                <a:spcPts val="0"/>
              </a:spcBef>
              <a:spcAft>
                <a:spcPts val="0"/>
              </a:spcAft>
              <a:buClr>
                <a:schemeClr val="dk2"/>
              </a:buClr>
              <a:buSzPts val="1200"/>
              <a:buNone/>
              <a:defRPr sz="1200">
                <a:solidFill>
                  <a:schemeClr val="dk2"/>
                </a:solidFill>
              </a:defRPr>
            </a:lvl5pPr>
            <a:lvl6pPr lvl="5">
              <a:spcBef>
                <a:spcPts val="0"/>
              </a:spcBef>
              <a:spcAft>
                <a:spcPts val="0"/>
              </a:spcAft>
              <a:buClr>
                <a:schemeClr val="dk2"/>
              </a:buClr>
              <a:buSzPts val="1200"/>
              <a:buNone/>
              <a:defRPr sz="1200">
                <a:solidFill>
                  <a:schemeClr val="dk2"/>
                </a:solidFill>
              </a:defRPr>
            </a:lvl6pPr>
            <a:lvl7pPr lvl="6">
              <a:spcBef>
                <a:spcPts val="0"/>
              </a:spcBef>
              <a:spcAft>
                <a:spcPts val="0"/>
              </a:spcAft>
              <a:buClr>
                <a:schemeClr val="dk2"/>
              </a:buClr>
              <a:buSzPts val="1200"/>
              <a:buNone/>
              <a:defRPr sz="1200">
                <a:solidFill>
                  <a:schemeClr val="dk2"/>
                </a:solidFill>
              </a:defRPr>
            </a:lvl7pPr>
            <a:lvl8pPr lvl="7">
              <a:spcBef>
                <a:spcPts val="0"/>
              </a:spcBef>
              <a:spcAft>
                <a:spcPts val="0"/>
              </a:spcAft>
              <a:buClr>
                <a:schemeClr val="dk2"/>
              </a:buClr>
              <a:buSzPts val="1200"/>
              <a:buNone/>
              <a:defRPr sz="1200">
                <a:solidFill>
                  <a:schemeClr val="dk2"/>
                </a:solidFill>
              </a:defRPr>
            </a:lvl8pPr>
            <a:lvl9pPr lvl="8">
              <a:spcBef>
                <a:spcPts val="0"/>
              </a:spcBef>
              <a:spcAft>
                <a:spcPts val="0"/>
              </a:spcAft>
              <a:buClr>
                <a:schemeClr val="dk2"/>
              </a:buClr>
              <a:buSzPts val="1200"/>
              <a:buNone/>
              <a:defRPr sz="1200">
                <a:solidFill>
                  <a:schemeClr val="dk2"/>
                </a:solidFill>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7">
    <p:spTree>
      <p:nvGrpSpPr>
        <p:cNvPr id="433" name="Shape 433"/>
        <p:cNvGrpSpPr/>
        <p:nvPr/>
      </p:nvGrpSpPr>
      <p:grpSpPr>
        <a:xfrm>
          <a:off x="0" y="0"/>
          <a:ext cx="0" cy="0"/>
          <a:chOff x="0" y="0"/>
          <a:chExt cx="0" cy="0"/>
        </a:xfrm>
      </p:grpSpPr>
      <p:sp>
        <p:nvSpPr>
          <p:cNvPr id="434" name="Google Shape;434;p74"/>
          <p:cNvSpPr txBox="1"/>
          <p:nvPr/>
        </p:nvSpPr>
        <p:spPr>
          <a:xfrm>
            <a:off x="6978517" y="4780673"/>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600">
                <a:solidFill>
                  <a:srgbClr val="8D9093"/>
                </a:solidFill>
                <a:latin typeface="Century Gothic"/>
                <a:ea typeface="Century Gothic"/>
                <a:cs typeface="Century Gothic"/>
                <a:sym typeface="Century Gothic"/>
              </a:rPr>
              <a:t>‹#›</a:t>
            </a:fld>
            <a:endParaRPr sz="600">
              <a:solidFill>
                <a:srgbClr val="8D9093"/>
              </a:solidFill>
              <a:latin typeface="Century Gothic"/>
              <a:ea typeface="Century Gothic"/>
              <a:cs typeface="Century Gothic"/>
              <a:sym typeface="Century Gothic"/>
            </a:endParaRPr>
          </a:p>
        </p:txBody>
      </p:sp>
      <p:sp>
        <p:nvSpPr>
          <p:cNvPr id="435" name="Google Shape;435;p74"/>
          <p:cNvSpPr txBox="1"/>
          <p:nvPr>
            <p:ph type="title"/>
          </p:nvPr>
        </p:nvSpPr>
        <p:spPr>
          <a:xfrm>
            <a:off x="311700" y="13347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100"/>
              <a:buFont typeface="Century Gothic"/>
              <a:buNone/>
              <a:defRPr b="1" sz="2100">
                <a:latin typeface="Century Gothic"/>
                <a:ea typeface="Century Gothic"/>
                <a:cs typeface="Century Gothic"/>
                <a:sym typeface="Century Gothic"/>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6" name="Google Shape;436;p7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Century Gothic"/>
              <a:buChar char="●"/>
              <a:defRPr sz="1200">
                <a:latin typeface="Century Gothic"/>
                <a:ea typeface="Century Gothic"/>
                <a:cs typeface="Century Gothic"/>
                <a:sym typeface="Century Gothic"/>
              </a:defRPr>
            </a:lvl1pPr>
            <a:lvl2pPr indent="-304800" lvl="1" marL="914400">
              <a:spcBef>
                <a:spcPts val="1600"/>
              </a:spcBef>
              <a:spcAft>
                <a:spcPts val="0"/>
              </a:spcAft>
              <a:buSzPts val="1200"/>
              <a:buFont typeface="Century Gothic"/>
              <a:buChar char="○"/>
              <a:defRPr sz="1200">
                <a:latin typeface="Century Gothic"/>
                <a:ea typeface="Century Gothic"/>
                <a:cs typeface="Century Gothic"/>
                <a:sym typeface="Century Gothic"/>
              </a:defRPr>
            </a:lvl2pPr>
            <a:lvl3pPr indent="-304800" lvl="2" marL="1371600">
              <a:spcBef>
                <a:spcPts val="1600"/>
              </a:spcBef>
              <a:spcAft>
                <a:spcPts val="0"/>
              </a:spcAft>
              <a:buSzPts val="1200"/>
              <a:buFont typeface="Century Gothic"/>
              <a:buChar char="■"/>
              <a:defRPr sz="1200">
                <a:latin typeface="Century Gothic"/>
                <a:ea typeface="Century Gothic"/>
                <a:cs typeface="Century Gothic"/>
                <a:sym typeface="Century Gothic"/>
              </a:defRPr>
            </a:lvl3pPr>
            <a:lvl4pPr indent="-304800" lvl="3" marL="1828800">
              <a:spcBef>
                <a:spcPts val="1600"/>
              </a:spcBef>
              <a:spcAft>
                <a:spcPts val="0"/>
              </a:spcAft>
              <a:buSzPts val="1200"/>
              <a:buFont typeface="Century Gothic"/>
              <a:buChar char="●"/>
              <a:defRPr sz="1200">
                <a:latin typeface="Century Gothic"/>
                <a:ea typeface="Century Gothic"/>
                <a:cs typeface="Century Gothic"/>
                <a:sym typeface="Century Gothic"/>
              </a:defRPr>
            </a:lvl4pPr>
            <a:lvl5pPr indent="-304800" lvl="4" marL="2286000">
              <a:spcBef>
                <a:spcPts val="1600"/>
              </a:spcBef>
              <a:spcAft>
                <a:spcPts val="0"/>
              </a:spcAft>
              <a:buSzPts val="1200"/>
              <a:buFont typeface="Century Gothic"/>
              <a:buChar char="○"/>
              <a:defRPr sz="1200">
                <a:latin typeface="Century Gothic"/>
                <a:ea typeface="Century Gothic"/>
                <a:cs typeface="Century Gothic"/>
                <a:sym typeface="Century Gothic"/>
              </a:defRPr>
            </a:lvl5pPr>
            <a:lvl6pPr indent="-304800" lvl="5" marL="2743200">
              <a:spcBef>
                <a:spcPts val="1600"/>
              </a:spcBef>
              <a:spcAft>
                <a:spcPts val="0"/>
              </a:spcAft>
              <a:buSzPts val="1200"/>
              <a:buFont typeface="Century Gothic"/>
              <a:buChar char="■"/>
              <a:defRPr sz="1200">
                <a:latin typeface="Century Gothic"/>
                <a:ea typeface="Century Gothic"/>
                <a:cs typeface="Century Gothic"/>
                <a:sym typeface="Century Gothic"/>
              </a:defRPr>
            </a:lvl6pPr>
            <a:lvl7pPr indent="-304800" lvl="6" marL="3200400">
              <a:spcBef>
                <a:spcPts val="1600"/>
              </a:spcBef>
              <a:spcAft>
                <a:spcPts val="0"/>
              </a:spcAft>
              <a:buSzPts val="1200"/>
              <a:buFont typeface="Century Gothic"/>
              <a:buChar char="●"/>
              <a:defRPr sz="1200">
                <a:latin typeface="Century Gothic"/>
                <a:ea typeface="Century Gothic"/>
                <a:cs typeface="Century Gothic"/>
                <a:sym typeface="Century Gothic"/>
              </a:defRPr>
            </a:lvl7pPr>
            <a:lvl8pPr indent="-304800" lvl="7" marL="3657600">
              <a:spcBef>
                <a:spcPts val="1600"/>
              </a:spcBef>
              <a:spcAft>
                <a:spcPts val="0"/>
              </a:spcAft>
              <a:buSzPts val="1200"/>
              <a:buFont typeface="Century Gothic"/>
              <a:buChar char="○"/>
              <a:defRPr sz="1200">
                <a:latin typeface="Century Gothic"/>
                <a:ea typeface="Century Gothic"/>
                <a:cs typeface="Century Gothic"/>
                <a:sym typeface="Century Gothic"/>
              </a:defRPr>
            </a:lvl8pPr>
            <a:lvl9pPr indent="-304800" lvl="8" marL="4114800">
              <a:spcBef>
                <a:spcPts val="1600"/>
              </a:spcBef>
              <a:spcAft>
                <a:spcPts val="1600"/>
              </a:spcAft>
              <a:buSzPts val="1200"/>
              <a:buFont typeface="Century Gothic"/>
              <a:buChar char="■"/>
              <a:defRPr sz="1200">
                <a:latin typeface="Century Gothic"/>
                <a:ea typeface="Century Gothic"/>
                <a:cs typeface="Century Gothic"/>
                <a:sym typeface="Century Gothic"/>
              </a:defRPr>
            </a:lvl9pPr>
          </a:lstStyle>
          <a:p/>
        </p:txBody>
      </p:sp>
      <p:pic>
        <p:nvPicPr>
          <p:cNvPr descr="slants-01.png" id="437" name="Google Shape;437;p74"/>
          <p:cNvPicPr preferRelativeResize="0"/>
          <p:nvPr/>
        </p:nvPicPr>
        <p:blipFill rotWithShape="1">
          <a:blip r:embed="rId2">
            <a:alphaModFix/>
          </a:blip>
          <a:srcRect b="0" l="0" r="0" t="0"/>
          <a:stretch/>
        </p:blipFill>
        <p:spPr>
          <a:xfrm>
            <a:off x="1507597" y="-10756"/>
            <a:ext cx="3099821" cy="67845"/>
          </a:xfrm>
          <a:prstGeom prst="rect">
            <a:avLst/>
          </a:prstGeom>
          <a:noFill/>
          <a:ln>
            <a:noFill/>
          </a:ln>
        </p:spPr>
      </p:pic>
      <p:pic>
        <p:nvPicPr>
          <p:cNvPr descr="slants-01.png" id="438" name="Google Shape;438;p74"/>
          <p:cNvPicPr preferRelativeResize="0"/>
          <p:nvPr/>
        </p:nvPicPr>
        <p:blipFill rotWithShape="1">
          <a:blip r:embed="rId2">
            <a:alphaModFix/>
          </a:blip>
          <a:srcRect b="0" l="0" r="0" t="0"/>
          <a:stretch/>
        </p:blipFill>
        <p:spPr>
          <a:xfrm>
            <a:off x="4605477" y="-8125"/>
            <a:ext cx="3099821" cy="67845"/>
          </a:xfrm>
          <a:prstGeom prst="rect">
            <a:avLst/>
          </a:prstGeom>
          <a:noFill/>
          <a:ln>
            <a:noFill/>
          </a:ln>
        </p:spPr>
      </p:pic>
      <p:pic>
        <p:nvPicPr>
          <p:cNvPr descr="slants-01.png" id="439" name="Google Shape;439;p74"/>
          <p:cNvPicPr preferRelativeResize="0"/>
          <p:nvPr/>
        </p:nvPicPr>
        <p:blipFill rotWithShape="1">
          <a:blip r:embed="rId2">
            <a:alphaModFix/>
          </a:blip>
          <a:srcRect b="3874" l="0" r="53588" t="0"/>
          <a:stretch/>
        </p:blipFill>
        <p:spPr>
          <a:xfrm>
            <a:off x="7705300" y="-8125"/>
            <a:ext cx="1438698" cy="65215"/>
          </a:xfrm>
          <a:prstGeom prst="rect">
            <a:avLst/>
          </a:prstGeom>
          <a:noFill/>
          <a:ln>
            <a:noFill/>
          </a:ln>
        </p:spPr>
      </p:pic>
      <p:pic>
        <p:nvPicPr>
          <p:cNvPr id="440" name="Google Shape;440;p74"/>
          <p:cNvPicPr preferRelativeResize="0"/>
          <p:nvPr/>
        </p:nvPicPr>
        <p:blipFill rotWithShape="1">
          <a:blip r:embed="rId3">
            <a:alphaModFix/>
          </a:blip>
          <a:srcRect b="-14778" l="0" r="0" t="43901"/>
          <a:stretch/>
        </p:blipFill>
        <p:spPr>
          <a:xfrm>
            <a:off x="473550" y="-10750"/>
            <a:ext cx="993000" cy="142450"/>
          </a:xfrm>
          <a:prstGeom prst="rect">
            <a:avLst/>
          </a:prstGeom>
          <a:noFill/>
          <a:ln>
            <a:noFill/>
          </a:ln>
        </p:spPr>
      </p:pic>
      <p:sp>
        <p:nvSpPr>
          <p:cNvPr id="441" name="Google Shape;441;p74"/>
          <p:cNvSpPr/>
          <p:nvPr/>
        </p:nvSpPr>
        <p:spPr>
          <a:xfrm>
            <a:off x="-9150" y="5098499"/>
            <a:ext cx="9162300" cy="54900"/>
          </a:xfrm>
          <a:prstGeom prst="rect">
            <a:avLst/>
          </a:prstGeom>
          <a:solidFill>
            <a:srgbClr val="1D4F5B"/>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pic>
        <p:nvPicPr>
          <p:cNvPr descr="Element_01-02.png" id="442" name="Google Shape;442;p74"/>
          <p:cNvPicPr preferRelativeResize="0"/>
          <p:nvPr/>
        </p:nvPicPr>
        <p:blipFill rotWithShape="1">
          <a:blip r:embed="rId4">
            <a:alphaModFix amt="56000"/>
          </a:blip>
          <a:srcRect b="57620" l="0" r="0" t="0"/>
          <a:stretch/>
        </p:blipFill>
        <p:spPr>
          <a:xfrm>
            <a:off x="1770225" y="4837824"/>
            <a:ext cx="2015876" cy="325900"/>
          </a:xfrm>
          <a:prstGeom prst="rect">
            <a:avLst/>
          </a:prstGeom>
          <a:noFill/>
          <a:ln>
            <a:noFill/>
          </a:ln>
        </p:spPr>
      </p:pic>
      <p:pic>
        <p:nvPicPr>
          <p:cNvPr descr="GG_CSM_Logos-01.png" id="443" name="Google Shape;443;p74"/>
          <p:cNvPicPr preferRelativeResize="0"/>
          <p:nvPr/>
        </p:nvPicPr>
        <p:blipFill rotWithShape="1">
          <a:blip r:embed="rId5">
            <a:alphaModFix/>
          </a:blip>
          <a:srcRect b="0" l="0" r="0" t="0"/>
          <a:stretch/>
        </p:blipFill>
        <p:spPr>
          <a:xfrm>
            <a:off x="308400" y="4780669"/>
            <a:ext cx="638872" cy="200869"/>
          </a:xfrm>
          <a:prstGeom prst="rect">
            <a:avLst/>
          </a:prstGeom>
          <a:noFill/>
          <a:ln>
            <a:noFill/>
          </a:ln>
        </p:spPr>
      </p:pic>
      <p:pic>
        <p:nvPicPr>
          <p:cNvPr id="444" name="Google Shape;444;p74"/>
          <p:cNvPicPr preferRelativeResize="0"/>
          <p:nvPr/>
        </p:nvPicPr>
        <p:blipFill rotWithShape="1">
          <a:blip r:embed="rId6">
            <a:alphaModFix/>
          </a:blip>
          <a:srcRect b="29083" l="0" r="0" t="0"/>
          <a:stretch/>
        </p:blipFill>
        <p:spPr>
          <a:xfrm>
            <a:off x="7415775" y="5015174"/>
            <a:ext cx="1750600" cy="142450"/>
          </a:xfrm>
          <a:prstGeom prst="rect">
            <a:avLst/>
          </a:prstGeom>
          <a:noFill/>
          <a:ln>
            <a:noFill/>
          </a:ln>
        </p:spPr>
      </p:pic>
      <p:sp>
        <p:nvSpPr>
          <p:cNvPr id="445" name="Google Shape;445;p74"/>
          <p:cNvSpPr txBox="1"/>
          <p:nvPr>
            <p:ph idx="2" type="title"/>
          </p:nvPr>
        </p:nvSpPr>
        <p:spPr>
          <a:xfrm>
            <a:off x="310896" y="512064"/>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Century Gothic"/>
              <a:buNone/>
              <a:defRPr i="1" sz="1000">
                <a:solidFill>
                  <a:schemeClr val="dk2"/>
                </a:solidFill>
                <a:latin typeface="Century Gothic"/>
                <a:ea typeface="Century Gothic"/>
                <a:cs typeface="Century Gothic"/>
                <a:sym typeface="Century Gothic"/>
              </a:defRPr>
            </a:lvl1pPr>
            <a:lvl2pPr lvl="1">
              <a:spcBef>
                <a:spcPts val="0"/>
              </a:spcBef>
              <a:spcAft>
                <a:spcPts val="0"/>
              </a:spcAft>
              <a:buClr>
                <a:schemeClr val="dk2"/>
              </a:buClr>
              <a:buSzPts val="1200"/>
              <a:buNone/>
              <a:defRPr sz="1200">
                <a:solidFill>
                  <a:schemeClr val="dk2"/>
                </a:solidFill>
              </a:defRPr>
            </a:lvl2pPr>
            <a:lvl3pPr lvl="2">
              <a:spcBef>
                <a:spcPts val="0"/>
              </a:spcBef>
              <a:spcAft>
                <a:spcPts val="0"/>
              </a:spcAft>
              <a:buClr>
                <a:schemeClr val="dk2"/>
              </a:buClr>
              <a:buSzPts val="1200"/>
              <a:buNone/>
              <a:defRPr sz="1200">
                <a:solidFill>
                  <a:schemeClr val="dk2"/>
                </a:solidFill>
              </a:defRPr>
            </a:lvl3pPr>
            <a:lvl4pPr lvl="3">
              <a:spcBef>
                <a:spcPts val="0"/>
              </a:spcBef>
              <a:spcAft>
                <a:spcPts val="0"/>
              </a:spcAft>
              <a:buClr>
                <a:schemeClr val="dk2"/>
              </a:buClr>
              <a:buSzPts val="1200"/>
              <a:buNone/>
              <a:defRPr sz="1200">
                <a:solidFill>
                  <a:schemeClr val="dk2"/>
                </a:solidFill>
              </a:defRPr>
            </a:lvl4pPr>
            <a:lvl5pPr lvl="4">
              <a:spcBef>
                <a:spcPts val="0"/>
              </a:spcBef>
              <a:spcAft>
                <a:spcPts val="0"/>
              </a:spcAft>
              <a:buClr>
                <a:schemeClr val="dk2"/>
              </a:buClr>
              <a:buSzPts val="1200"/>
              <a:buNone/>
              <a:defRPr sz="1200">
                <a:solidFill>
                  <a:schemeClr val="dk2"/>
                </a:solidFill>
              </a:defRPr>
            </a:lvl5pPr>
            <a:lvl6pPr lvl="5">
              <a:spcBef>
                <a:spcPts val="0"/>
              </a:spcBef>
              <a:spcAft>
                <a:spcPts val="0"/>
              </a:spcAft>
              <a:buClr>
                <a:schemeClr val="dk2"/>
              </a:buClr>
              <a:buSzPts val="1200"/>
              <a:buNone/>
              <a:defRPr sz="1200">
                <a:solidFill>
                  <a:schemeClr val="dk2"/>
                </a:solidFill>
              </a:defRPr>
            </a:lvl6pPr>
            <a:lvl7pPr lvl="6">
              <a:spcBef>
                <a:spcPts val="0"/>
              </a:spcBef>
              <a:spcAft>
                <a:spcPts val="0"/>
              </a:spcAft>
              <a:buClr>
                <a:schemeClr val="dk2"/>
              </a:buClr>
              <a:buSzPts val="1200"/>
              <a:buNone/>
              <a:defRPr sz="1200">
                <a:solidFill>
                  <a:schemeClr val="dk2"/>
                </a:solidFill>
              </a:defRPr>
            </a:lvl7pPr>
            <a:lvl8pPr lvl="7">
              <a:spcBef>
                <a:spcPts val="0"/>
              </a:spcBef>
              <a:spcAft>
                <a:spcPts val="0"/>
              </a:spcAft>
              <a:buClr>
                <a:schemeClr val="dk2"/>
              </a:buClr>
              <a:buSzPts val="1200"/>
              <a:buNone/>
              <a:defRPr sz="1200">
                <a:solidFill>
                  <a:schemeClr val="dk2"/>
                </a:solidFill>
              </a:defRPr>
            </a:lvl8pPr>
            <a:lvl9pPr lvl="8">
              <a:spcBef>
                <a:spcPts val="0"/>
              </a:spcBef>
              <a:spcAft>
                <a:spcPts val="0"/>
              </a:spcAft>
              <a:buClr>
                <a:schemeClr val="dk2"/>
              </a:buClr>
              <a:buSzPts val="1200"/>
              <a:buNone/>
              <a:defRPr sz="1200">
                <a:solidFill>
                  <a:schemeClr val="dk2"/>
                </a:solidFill>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8">
    <p:spTree>
      <p:nvGrpSpPr>
        <p:cNvPr id="446" name="Shape 446"/>
        <p:cNvGrpSpPr/>
        <p:nvPr/>
      </p:nvGrpSpPr>
      <p:grpSpPr>
        <a:xfrm>
          <a:off x="0" y="0"/>
          <a:ext cx="0" cy="0"/>
          <a:chOff x="0" y="0"/>
          <a:chExt cx="0" cy="0"/>
        </a:xfrm>
      </p:grpSpPr>
      <p:sp>
        <p:nvSpPr>
          <p:cNvPr id="447" name="Google Shape;447;p7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48" name="Google Shape;448;p7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49" name="Google Shape;449;p75"/>
          <p:cNvSpPr/>
          <p:nvPr/>
        </p:nvSpPr>
        <p:spPr>
          <a:xfrm>
            <a:off x="-4" y="0"/>
            <a:ext cx="9144000" cy="5154600"/>
          </a:xfrm>
          <a:prstGeom prst="rect">
            <a:avLst/>
          </a:prstGeom>
          <a:gradFill>
            <a:gsLst>
              <a:gs pos="0">
                <a:schemeClr val="dk1"/>
              </a:gs>
              <a:gs pos="16000">
                <a:schemeClr val="dk1"/>
              </a:gs>
              <a:gs pos="100000">
                <a:schemeClr val="dk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pic>
        <p:nvPicPr>
          <p:cNvPr descr="A person sitting on a cliff overlooking a body of water&#10;&#10;Description automatically generated" id="450" name="Google Shape;450;p75"/>
          <p:cNvPicPr preferRelativeResize="0"/>
          <p:nvPr/>
        </p:nvPicPr>
        <p:blipFill rotWithShape="1">
          <a:blip r:embed="rId2">
            <a:alphaModFix amt="28000"/>
          </a:blip>
          <a:srcRect b="0" l="0" r="0" t="0"/>
          <a:stretch/>
        </p:blipFill>
        <p:spPr>
          <a:xfrm>
            <a:off x="-1" y="11151"/>
            <a:ext cx="9143996" cy="5143499"/>
          </a:xfrm>
          <a:prstGeom prst="rect">
            <a:avLst/>
          </a:prstGeom>
          <a:noFill/>
          <a:ln>
            <a:noFill/>
          </a:ln>
        </p:spPr>
      </p:pic>
      <p:sp>
        <p:nvSpPr>
          <p:cNvPr id="451" name="Google Shape;451;p75"/>
          <p:cNvSpPr/>
          <p:nvPr/>
        </p:nvSpPr>
        <p:spPr>
          <a:xfrm>
            <a:off x="1" y="11151"/>
            <a:ext cx="9144000" cy="5154600"/>
          </a:xfrm>
          <a:prstGeom prst="rect">
            <a:avLst/>
          </a:prstGeom>
          <a:gradFill>
            <a:gsLst>
              <a:gs pos="0">
                <a:schemeClr val="dk1"/>
              </a:gs>
              <a:gs pos="100000">
                <a:srgbClr val="000000">
                  <a:alpha val="0"/>
                </a:srgbClr>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050" u="none" cap="none" strike="noStrike">
              <a:solidFill>
                <a:schemeClr val="lt1"/>
              </a:solidFill>
              <a:latin typeface="Arial"/>
              <a:ea typeface="Arial"/>
              <a:cs typeface="Arial"/>
              <a:sym typeface="Arial"/>
            </a:endParaRPr>
          </a:p>
        </p:txBody>
      </p:sp>
      <p:grpSp>
        <p:nvGrpSpPr>
          <p:cNvPr id="452" name="Google Shape;452;p75"/>
          <p:cNvGrpSpPr/>
          <p:nvPr/>
        </p:nvGrpSpPr>
        <p:grpSpPr>
          <a:xfrm>
            <a:off x="286372" y="268994"/>
            <a:ext cx="283104" cy="265488"/>
            <a:chOff x="262231" y="102005"/>
            <a:chExt cx="491244" cy="460677"/>
          </a:xfrm>
        </p:grpSpPr>
        <p:pic>
          <p:nvPicPr>
            <p:cNvPr id="453" name="Google Shape;453;p75"/>
            <p:cNvPicPr preferRelativeResize="0"/>
            <p:nvPr/>
          </p:nvPicPr>
          <p:blipFill rotWithShape="1">
            <a:blip r:embed="rId3">
              <a:alphaModFix/>
            </a:blip>
            <a:srcRect b="-8495" l="0" r="81286" t="0"/>
            <a:stretch/>
          </p:blipFill>
          <p:spPr>
            <a:xfrm>
              <a:off x="262231" y="102005"/>
              <a:ext cx="270729" cy="383066"/>
            </a:xfrm>
            <a:prstGeom prst="rect">
              <a:avLst/>
            </a:prstGeom>
            <a:noFill/>
            <a:ln>
              <a:noFill/>
            </a:ln>
          </p:spPr>
        </p:pic>
        <p:pic>
          <p:nvPicPr>
            <p:cNvPr id="454" name="Google Shape;454;p75"/>
            <p:cNvPicPr preferRelativeResize="0"/>
            <p:nvPr/>
          </p:nvPicPr>
          <p:blipFill rotWithShape="1">
            <a:blip r:embed="rId4">
              <a:alphaModFix/>
            </a:blip>
            <a:srcRect b="0" l="0" r="0" t="0"/>
            <a:stretch/>
          </p:blipFill>
          <p:spPr>
            <a:xfrm>
              <a:off x="545358" y="179616"/>
              <a:ext cx="208117" cy="383066"/>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0" Type="http://schemas.openxmlformats.org/officeDocument/2006/relationships/slideLayout" Target="../slideLayouts/slideLayout31.xml"/><Relationship Id="rId13" Type="http://schemas.openxmlformats.org/officeDocument/2006/relationships/slideLayout" Target="../slideLayouts/slideLayout34.xml"/><Relationship Id="rId12" Type="http://schemas.openxmlformats.org/officeDocument/2006/relationships/slideLayout" Target="../slideLayouts/slideLayout33.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5" Type="http://schemas.openxmlformats.org/officeDocument/2006/relationships/slideLayout" Target="../slideLayouts/slideLayout36.xml"/><Relationship Id="rId14" Type="http://schemas.openxmlformats.org/officeDocument/2006/relationships/slideLayout" Target="../slideLayouts/slideLayout35.xml"/><Relationship Id="rId17" Type="http://schemas.openxmlformats.org/officeDocument/2006/relationships/theme" Target="../theme/theme5.xml"/><Relationship Id="rId16" Type="http://schemas.openxmlformats.org/officeDocument/2006/relationships/slideLayout" Target="../slideLayouts/slideLayout37.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8.xml"/><Relationship Id="rId10" Type="http://schemas.openxmlformats.org/officeDocument/2006/relationships/slideLayout" Target="../slideLayouts/slideLayout47.xml"/><Relationship Id="rId12" Type="http://schemas.openxmlformats.org/officeDocument/2006/relationships/theme" Target="../theme/theme1.xml"/><Relationship Id="rId1" Type="http://schemas.openxmlformats.org/officeDocument/2006/relationships/slideLayout" Target="../slideLayouts/slideLayout38.xml"/><Relationship Id="rId2" Type="http://schemas.openxmlformats.org/officeDocument/2006/relationships/slideLayout" Target="../slideLayouts/slideLayout39.xml"/><Relationship Id="rId3" Type="http://schemas.openxmlformats.org/officeDocument/2006/relationships/slideLayout" Target="../slideLayouts/slideLayout40.xml"/><Relationship Id="rId4" Type="http://schemas.openxmlformats.org/officeDocument/2006/relationships/slideLayout" Target="../slideLayouts/slideLayout41.xml"/><Relationship Id="rId9" Type="http://schemas.openxmlformats.org/officeDocument/2006/relationships/slideLayout" Target="../slideLayouts/slideLayout46.xml"/><Relationship Id="rId5" Type="http://schemas.openxmlformats.org/officeDocument/2006/relationships/slideLayout" Target="../slideLayouts/slideLayout42.xml"/><Relationship Id="rId6" Type="http://schemas.openxmlformats.org/officeDocument/2006/relationships/slideLayout" Target="../slideLayouts/slideLayout43.xml"/><Relationship Id="rId7" Type="http://schemas.openxmlformats.org/officeDocument/2006/relationships/slideLayout" Target="../slideLayouts/slideLayout44.xml"/><Relationship Id="rId8"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68.xml"/><Relationship Id="rId11" Type="http://schemas.openxmlformats.org/officeDocument/2006/relationships/slideLayout" Target="../slideLayouts/slideLayout59.xml"/><Relationship Id="rId22" Type="http://schemas.openxmlformats.org/officeDocument/2006/relationships/slideLayout" Target="../slideLayouts/slideLayout70.xml"/><Relationship Id="rId10" Type="http://schemas.openxmlformats.org/officeDocument/2006/relationships/slideLayout" Target="../slideLayouts/slideLayout58.xml"/><Relationship Id="rId21" Type="http://schemas.openxmlformats.org/officeDocument/2006/relationships/slideLayout" Target="../slideLayouts/slideLayout69.xml"/><Relationship Id="rId13" Type="http://schemas.openxmlformats.org/officeDocument/2006/relationships/slideLayout" Target="../slideLayouts/slideLayout61.xml"/><Relationship Id="rId24" Type="http://schemas.openxmlformats.org/officeDocument/2006/relationships/theme" Target="../theme/theme3.xml"/><Relationship Id="rId12" Type="http://schemas.openxmlformats.org/officeDocument/2006/relationships/slideLayout" Target="../slideLayouts/slideLayout60.xml"/><Relationship Id="rId23" Type="http://schemas.openxmlformats.org/officeDocument/2006/relationships/slideLayout" Target="../slideLayouts/slideLayout71.xml"/><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5" Type="http://schemas.openxmlformats.org/officeDocument/2006/relationships/slideLayout" Target="../slideLayouts/slideLayout63.xml"/><Relationship Id="rId14" Type="http://schemas.openxmlformats.org/officeDocument/2006/relationships/slideLayout" Target="../slideLayouts/slideLayout62.xml"/><Relationship Id="rId17" Type="http://schemas.openxmlformats.org/officeDocument/2006/relationships/slideLayout" Target="../slideLayouts/slideLayout65.xml"/><Relationship Id="rId16" Type="http://schemas.openxmlformats.org/officeDocument/2006/relationships/slideLayout" Target="../slideLayouts/slideLayout64.xml"/><Relationship Id="rId5" Type="http://schemas.openxmlformats.org/officeDocument/2006/relationships/slideLayout" Target="../slideLayouts/slideLayout53.xml"/><Relationship Id="rId19" Type="http://schemas.openxmlformats.org/officeDocument/2006/relationships/slideLayout" Target="../slideLayouts/slideLayout67.xml"/><Relationship Id="rId6" Type="http://schemas.openxmlformats.org/officeDocument/2006/relationships/slideLayout" Target="../slideLayouts/slideLayout54.xml"/><Relationship Id="rId18" Type="http://schemas.openxmlformats.org/officeDocument/2006/relationships/slideLayout" Target="../slideLayouts/slideLayout66.xml"/><Relationship Id="rId7" Type="http://schemas.openxmlformats.org/officeDocument/2006/relationships/slideLayout" Target="../slideLayouts/slideLayout55.xml"/><Relationship Id="rId8"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87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FFFFFF"/>
              </a:buClr>
              <a:buSzPts val="2800"/>
              <a:buFont typeface="Roboto Slab Light"/>
              <a:buNone/>
              <a:defRPr sz="2800">
                <a:solidFill>
                  <a:srgbClr val="FFFFFF"/>
                </a:solidFill>
                <a:latin typeface="Roboto Slab Light"/>
                <a:ea typeface="Roboto Slab Light"/>
                <a:cs typeface="Roboto Slab Light"/>
                <a:sym typeface="Roboto Slab Light"/>
              </a:defRPr>
            </a:lvl1pPr>
            <a:lvl2pPr lvl="1" rtl="0">
              <a:spcBef>
                <a:spcPts val="0"/>
              </a:spcBef>
              <a:spcAft>
                <a:spcPts val="0"/>
              </a:spcAft>
              <a:buClr>
                <a:srgbClr val="FFFFFF"/>
              </a:buClr>
              <a:buSzPts val="2800"/>
              <a:buNone/>
              <a:defRPr sz="2800">
                <a:solidFill>
                  <a:srgbClr val="FFFFFF"/>
                </a:solidFill>
              </a:defRPr>
            </a:lvl2pPr>
            <a:lvl3pPr lvl="2" rtl="0">
              <a:spcBef>
                <a:spcPts val="0"/>
              </a:spcBef>
              <a:spcAft>
                <a:spcPts val="0"/>
              </a:spcAft>
              <a:buClr>
                <a:srgbClr val="FFFFFF"/>
              </a:buClr>
              <a:buSzPts val="2800"/>
              <a:buNone/>
              <a:defRPr sz="2800">
                <a:solidFill>
                  <a:srgbClr val="FFFFFF"/>
                </a:solidFill>
              </a:defRPr>
            </a:lvl3pPr>
            <a:lvl4pPr lvl="3" rtl="0">
              <a:spcBef>
                <a:spcPts val="0"/>
              </a:spcBef>
              <a:spcAft>
                <a:spcPts val="0"/>
              </a:spcAft>
              <a:buClr>
                <a:srgbClr val="FFFFFF"/>
              </a:buClr>
              <a:buSzPts val="2800"/>
              <a:buNone/>
              <a:defRPr sz="2800">
                <a:solidFill>
                  <a:srgbClr val="FFFFFF"/>
                </a:solidFill>
              </a:defRPr>
            </a:lvl4pPr>
            <a:lvl5pPr lvl="4" rtl="0">
              <a:spcBef>
                <a:spcPts val="0"/>
              </a:spcBef>
              <a:spcAft>
                <a:spcPts val="0"/>
              </a:spcAft>
              <a:buClr>
                <a:srgbClr val="FFFFFF"/>
              </a:buClr>
              <a:buSzPts val="2800"/>
              <a:buNone/>
              <a:defRPr sz="2800">
                <a:solidFill>
                  <a:srgbClr val="FFFFFF"/>
                </a:solidFill>
              </a:defRPr>
            </a:lvl5pPr>
            <a:lvl6pPr lvl="5" rtl="0">
              <a:spcBef>
                <a:spcPts val="0"/>
              </a:spcBef>
              <a:spcAft>
                <a:spcPts val="0"/>
              </a:spcAft>
              <a:buClr>
                <a:srgbClr val="FFFFFF"/>
              </a:buClr>
              <a:buSzPts val="2800"/>
              <a:buNone/>
              <a:defRPr sz="2800">
                <a:solidFill>
                  <a:srgbClr val="FFFFFF"/>
                </a:solidFill>
              </a:defRPr>
            </a:lvl6pPr>
            <a:lvl7pPr lvl="6" rtl="0">
              <a:spcBef>
                <a:spcPts val="0"/>
              </a:spcBef>
              <a:spcAft>
                <a:spcPts val="0"/>
              </a:spcAft>
              <a:buClr>
                <a:srgbClr val="FFFFFF"/>
              </a:buClr>
              <a:buSzPts val="2800"/>
              <a:buNone/>
              <a:defRPr sz="2800">
                <a:solidFill>
                  <a:srgbClr val="FFFFFF"/>
                </a:solidFill>
              </a:defRPr>
            </a:lvl7pPr>
            <a:lvl8pPr lvl="7" rtl="0">
              <a:spcBef>
                <a:spcPts val="0"/>
              </a:spcBef>
              <a:spcAft>
                <a:spcPts val="0"/>
              </a:spcAft>
              <a:buClr>
                <a:srgbClr val="FFFFFF"/>
              </a:buClr>
              <a:buSzPts val="2800"/>
              <a:buNone/>
              <a:defRPr sz="2800">
                <a:solidFill>
                  <a:srgbClr val="FFFFFF"/>
                </a:solidFill>
              </a:defRPr>
            </a:lvl8pPr>
            <a:lvl9pPr lvl="8" rtl="0">
              <a:spcBef>
                <a:spcPts val="0"/>
              </a:spcBef>
              <a:spcAft>
                <a:spcPts val="0"/>
              </a:spcAft>
              <a:buClr>
                <a:srgbClr val="FFFFFF"/>
              </a:buClr>
              <a:buSzPts val="2800"/>
              <a:buNone/>
              <a:defRPr sz="2800">
                <a:solidFill>
                  <a:srgbClr val="FFFFFF"/>
                </a:solidFill>
              </a:defRPr>
            </a:lvl9pPr>
          </a:lstStyle>
          <a:p/>
        </p:txBody>
      </p:sp>
      <p:sp>
        <p:nvSpPr>
          <p:cNvPr id="7" name="Google Shape;7;p1"/>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Font typeface="Roboto"/>
              <a:buChar char="●"/>
              <a:defRPr>
                <a:latin typeface="Roboto"/>
                <a:ea typeface="Roboto"/>
                <a:cs typeface="Roboto"/>
                <a:sym typeface="Roboto"/>
              </a:defRPr>
            </a:lvl1pPr>
            <a:lvl2pPr indent="-317500" lvl="1" marL="914400" rtl="0">
              <a:lnSpc>
                <a:spcPct val="115000"/>
              </a:lnSpc>
              <a:spcBef>
                <a:spcPts val="1600"/>
              </a:spcBef>
              <a:spcAft>
                <a:spcPts val="0"/>
              </a:spcAft>
              <a:buSzPts val="1400"/>
              <a:buFont typeface="Roboto"/>
              <a:buChar char="○"/>
              <a:defRPr>
                <a:latin typeface="Roboto"/>
                <a:ea typeface="Roboto"/>
                <a:cs typeface="Roboto"/>
                <a:sym typeface="Roboto"/>
              </a:defRPr>
            </a:lvl2pPr>
            <a:lvl3pPr indent="-317500" lvl="2" marL="1371600" rtl="0">
              <a:lnSpc>
                <a:spcPct val="115000"/>
              </a:lnSpc>
              <a:spcBef>
                <a:spcPts val="160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160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21" name="Google Shape;12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122" name="Google Shape;1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63" name="Shape 263"/>
        <p:cNvGrpSpPr/>
        <p:nvPr/>
      </p:nvGrpSpPr>
      <p:grpSpPr>
        <a:xfrm>
          <a:off x="0" y="0"/>
          <a:ext cx="0" cy="0"/>
          <a:chOff x="0" y="0"/>
          <a:chExt cx="0" cy="0"/>
        </a:xfrm>
      </p:grpSpPr>
      <p:sp>
        <p:nvSpPr>
          <p:cNvPr id="264" name="Google Shape;264;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265" name="Google Shape;265;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266" name="Google Shape;266;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dk2"/>
            </a:gs>
            <a:gs pos="100000">
              <a:schemeClr val="dk1"/>
            </a:gs>
          </a:gsLst>
          <a:lin ang="13500032" scaled="0"/>
        </a:gradFill>
      </p:bgPr>
    </p:bg>
    <p:spTree>
      <p:nvGrpSpPr>
        <p:cNvPr id="308" name="Shape 308"/>
        <p:cNvGrpSpPr/>
        <p:nvPr/>
      </p:nvGrpSpPr>
      <p:grpSpPr>
        <a:xfrm>
          <a:off x="0" y="0"/>
          <a:ext cx="0" cy="0"/>
          <a:chOff x="0" y="0"/>
          <a:chExt cx="0" cy="0"/>
        </a:xfrm>
      </p:grpSpPr>
      <p:sp>
        <p:nvSpPr>
          <p:cNvPr id="309" name="Google Shape;309;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b="1" sz="2800">
                <a:solidFill>
                  <a:schemeClr val="lt1"/>
                </a:solidFill>
                <a:latin typeface="Montserrat"/>
                <a:ea typeface="Montserrat"/>
                <a:cs typeface="Montserrat"/>
                <a:sym typeface="Montserrat"/>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310" name="Google Shape;310;p5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311" name="Google Shape;311;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 Id="rId3" Type="http://schemas.openxmlformats.org/officeDocument/2006/relationships/image" Target="../media/image43.png"/><Relationship Id="rId4" Type="http://schemas.openxmlformats.org/officeDocument/2006/relationships/image" Target="../media/image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 Id="rId3" Type="http://schemas.openxmlformats.org/officeDocument/2006/relationships/image" Target="../media/image30.png"/><Relationship Id="rId4" Type="http://schemas.openxmlformats.org/officeDocument/2006/relationships/image" Target="../media/image2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 Id="rId3" Type="http://schemas.openxmlformats.org/officeDocument/2006/relationships/hyperlink" Target="https://support.google.com/webmasters/answer/40349?hl=en" TargetMode="External"/><Relationship Id="rId4" Type="http://schemas.openxmlformats.org/officeDocument/2006/relationships/hyperlink" Target="https://moz.com/blog/organic-quality-score" TargetMode="External"/><Relationship Id="rId5" Type="http://schemas.openxmlformats.org/officeDocument/2006/relationships/image" Target="../media/image29.png"/><Relationship Id="rId6" Type="http://schemas.openxmlformats.org/officeDocument/2006/relationships/image" Target="../media/image4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image" Target="../media/image43.png"/><Relationship Id="rId4" Type="http://schemas.openxmlformats.org/officeDocument/2006/relationships/image" Target="../media/image29.png"/><Relationship Id="rId5" Type="http://schemas.openxmlformats.org/officeDocument/2006/relationships/image" Target="../media/image34.png"/><Relationship Id="rId6" Type="http://schemas.openxmlformats.org/officeDocument/2006/relationships/image" Target="../media/image4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 Id="rId3" Type="http://schemas.openxmlformats.org/officeDocument/2006/relationships/image" Target="../media/image43.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 Id="rId3" Type="http://schemas.openxmlformats.org/officeDocument/2006/relationships/image" Target="../media/image43.png"/><Relationship Id="rId4" Type="http://schemas.openxmlformats.org/officeDocument/2006/relationships/image" Target="../media/image3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image" Target="../media/image43.pn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 Id="rId3" Type="http://schemas.openxmlformats.org/officeDocument/2006/relationships/image" Target="../media/image43.pn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 Id="rId3" Type="http://schemas.openxmlformats.org/officeDocument/2006/relationships/image" Target="../media/image43.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image" Target="../media/image4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 Id="rId3" Type="http://schemas.openxmlformats.org/officeDocument/2006/relationships/image" Target="../media/image4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image" Target="../media/image4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 Id="rId3" Type="http://schemas.openxmlformats.org/officeDocument/2006/relationships/image" Target="../media/image4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 Id="rId3" Type="http://schemas.openxmlformats.org/officeDocument/2006/relationships/image" Target="../media/image4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5.xml"/><Relationship Id="rId3" Type="http://schemas.openxmlformats.org/officeDocument/2006/relationships/image" Target="../media/image4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6.xml"/><Relationship Id="rId3" Type="http://schemas.openxmlformats.org/officeDocument/2006/relationships/image" Target="../media/image4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 Id="rId3" Type="http://schemas.openxmlformats.org/officeDocument/2006/relationships/image" Target="../media/image4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8.xml"/><Relationship Id="rId3" Type="http://schemas.openxmlformats.org/officeDocument/2006/relationships/image" Target="../media/image4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9.xml"/><Relationship Id="rId3" Type="http://schemas.openxmlformats.org/officeDocument/2006/relationships/image" Target="../media/image4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0.xml"/><Relationship Id="rId3" Type="http://schemas.openxmlformats.org/officeDocument/2006/relationships/image" Target="../media/image29.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1.xml"/><Relationship Id="rId3" Type="http://schemas.openxmlformats.org/officeDocument/2006/relationships/image" Target="../media/image29.png"/><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 Id="rId3" Type="http://schemas.openxmlformats.org/officeDocument/2006/relationships/image" Target="../media/image44.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3.xml"/><Relationship Id="rId3"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4.xml"/><Relationship Id="rId3" Type="http://schemas.openxmlformats.org/officeDocument/2006/relationships/hyperlink" Target="https://www.gracerosefarm.com/blogs/news/extending-our-season" TargetMode="External"/><Relationship Id="rId4" Type="http://schemas.openxmlformats.org/officeDocument/2006/relationships/hyperlink" Target="https://www.gracerosefarm.com/blogs/news/getting-to-know-our-customers" TargetMode="External"/><Relationship Id="rId5" Type="http://schemas.openxmlformats.org/officeDocument/2006/relationships/image" Target="../media/image44.png"/><Relationship Id="rId6" Type="http://schemas.openxmlformats.org/officeDocument/2006/relationships/image" Target="../media/image4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5.xml"/><Relationship Id="rId3" Type="http://schemas.openxmlformats.org/officeDocument/2006/relationships/image" Target="../media/image44.png"/><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6.xml"/><Relationship Id="rId3" Type="http://schemas.openxmlformats.org/officeDocument/2006/relationships/image" Target="../media/image28.pn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58" name="Shape 458"/>
        <p:cNvGrpSpPr/>
        <p:nvPr/>
      </p:nvGrpSpPr>
      <p:grpSpPr>
        <a:xfrm>
          <a:off x="0" y="0"/>
          <a:ext cx="0" cy="0"/>
          <a:chOff x="0" y="0"/>
          <a:chExt cx="0" cy="0"/>
        </a:xfrm>
      </p:grpSpPr>
      <p:pic>
        <p:nvPicPr>
          <p:cNvPr id="459" name="Google Shape;459;p76"/>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460" name="Google Shape;460;p76"/>
          <p:cNvSpPr txBox="1"/>
          <p:nvPr/>
        </p:nvSpPr>
        <p:spPr>
          <a:xfrm>
            <a:off x="384550" y="1195525"/>
            <a:ext cx="53046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Breaking Down Your</a:t>
            </a:r>
            <a:endParaRPr b="1" sz="2400">
              <a:solidFill>
                <a:schemeClr val="lt1"/>
              </a:solidFill>
              <a:latin typeface="Proxima Nova"/>
              <a:ea typeface="Proxima Nova"/>
              <a:cs typeface="Proxima Nova"/>
              <a:sym typeface="Proxima Nova"/>
            </a:endParaRPr>
          </a:p>
        </p:txBody>
      </p:sp>
      <p:sp>
        <p:nvSpPr>
          <p:cNvPr id="461" name="Google Shape;461;p76"/>
          <p:cNvSpPr txBox="1"/>
          <p:nvPr/>
        </p:nvSpPr>
        <p:spPr>
          <a:xfrm>
            <a:off x="384550" y="1650925"/>
            <a:ext cx="4280400" cy="13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1"/>
                </a:solidFill>
                <a:latin typeface="Proxima Nova"/>
                <a:ea typeface="Proxima Nova"/>
                <a:cs typeface="Proxima Nova"/>
                <a:sym typeface="Proxima Nova"/>
              </a:rPr>
              <a:t>Website Quality Assessment</a:t>
            </a:r>
            <a:endParaRPr b="1" sz="3600">
              <a:solidFill>
                <a:schemeClr val="lt1"/>
              </a:solidFill>
              <a:latin typeface="Proxima Nova"/>
              <a:ea typeface="Proxima Nova"/>
              <a:cs typeface="Proxima Nova"/>
              <a:sym typeface="Proxima Nova"/>
            </a:endParaRPr>
          </a:p>
        </p:txBody>
      </p:sp>
      <p:sp>
        <p:nvSpPr>
          <p:cNvPr id="462" name="Google Shape;462;p76"/>
          <p:cNvSpPr txBox="1"/>
          <p:nvPr/>
        </p:nvSpPr>
        <p:spPr>
          <a:xfrm>
            <a:off x="591000" y="3084550"/>
            <a:ext cx="3438900" cy="842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800">
                <a:solidFill>
                  <a:schemeClr val="lt1"/>
                </a:solidFill>
                <a:latin typeface="Proxima Nova"/>
                <a:ea typeface="Proxima Nova"/>
                <a:cs typeface="Proxima Nova"/>
                <a:sym typeface="Proxima Nova"/>
              </a:rPr>
              <a:t>PREPARED FOR</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 sz="1800">
                <a:solidFill>
                  <a:schemeClr val="lt1"/>
                </a:solidFill>
                <a:latin typeface="Proxima Nova"/>
                <a:ea typeface="Proxima Nova"/>
                <a:cs typeface="Proxima Nova"/>
                <a:sym typeface="Proxima Nova"/>
              </a:rPr>
              <a:t>[Client Name]</a:t>
            </a:r>
            <a:endParaRPr b="1" sz="1800">
              <a:solidFill>
                <a:schemeClr val="lt1"/>
              </a:solidFill>
              <a:latin typeface="Proxima Nova"/>
              <a:ea typeface="Proxima Nova"/>
              <a:cs typeface="Proxima Nova"/>
              <a:sym typeface="Proxima Nova"/>
            </a:endParaRPr>
          </a:p>
        </p:txBody>
      </p:sp>
      <p:sp>
        <p:nvSpPr>
          <p:cNvPr id="463" name="Google Shape;463;p76"/>
          <p:cNvSpPr txBox="1"/>
          <p:nvPr/>
        </p:nvSpPr>
        <p:spPr>
          <a:xfrm>
            <a:off x="591000" y="3802575"/>
            <a:ext cx="3438900" cy="300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chemeClr val="lt1"/>
                </a:solidFill>
                <a:latin typeface="Proxima Nova"/>
                <a:ea typeface="Proxima Nova"/>
                <a:cs typeface="Proxima Nova"/>
                <a:sym typeface="Proxima Nova"/>
              </a:rPr>
              <a:t>[Month]</a:t>
            </a:r>
            <a:r>
              <a:rPr lang="en" sz="1000">
                <a:solidFill>
                  <a:schemeClr val="lt1"/>
                </a:solidFill>
                <a:latin typeface="Proxima Nova"/>
                <a:ea typeface="Proxima Nova"/>
                <a:cs typeface="Proxima Nova"/>
                <a:sym typeface="Proxima Nova"/>
              </a:rPr>
              <a:t> 2025</a:t>
            </a:r>
            <a:endParaRPr sz="1000">
              <a:solidFill>
                <a:schemeClr val="lt1"/>
              </a:solidFill>
              <a:latin typeface="Proxima Nova"/>
              <a:ea typeface="Proxima Nova"/>
              <a:cs typeface="Proxima Nova"/>
              <a:sym typeface="Proxima Nova"/>
            </a:endParaRPr>
          </a:p>
        </p:txBody>
      </p:sp>
      <p:pic>
        <p:nvPicPr>
          <p:cNvPr id="464" name="Google Shape;464;p76"/>
          <p:cNvPicPr preferRelativeResize="0"/>
          <p:nvPr/>
        </p:nvPicPr>
        <p:blipFill>
          <a:blip r:embed="rId4">
            <a:alphaModFix/>
          </a:blip>
          <a:stretch>
            <a:fillRect/>
          </a:stretch>
        </p:blipFill>
        <p:spPr>
          <a:xfrm>
            <a:off x="7029450" y="4278199"/>
            <a:ext cx="1712674" cy="403325"/>
          </a:xfrm>
          <a:prstGeom prst="rect">
            <a:avLst/>
          </a:prstGeom>
          <a:noFill/>
          <a:ln>
            <a:noFill/>
          </a:ln>
        </p:spPr>
      </p:pic>
      <p:sp>
        <p:nvSpPr>
          <p:cNvPr id="465" name="Google Shape;465;p76"/>
          <p:cNvSpPr/>
          <p:nvPr/>
        </p:nvSpPr>
        <p:spPr>
          <a:xfrm>
            <a:off x="491675" y="3234625"/>
            <a:ext cx="24900" cy="71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9" name="Shape 469"/>
        <p:cNvGrpSpPr/>
        <p:nvPr/>
      </p:nvGrpSpPr>
      <p:grpSpPr>
        <a:xfrm>
          <a:off x="0" y="0"/>
          <a:ext cx="0" cy="0"/>
          <a:chOff x="0" y="0"/>
          <a:chExt cx="0" cy="0"/>
        </a:xfrm>
      </p:grpSpPr>
      <p:pic>
        <p:nvPicPr>
          <p:cNvPr id="470" name="Google Shape;470;p77"/>
          <p:cNvPicPr preferRelativeResize="0"/>
          <p:nvPr/>
        </p:nvPicPr>
        <p:blipFill>
          <a:blip r:embed="rId3">
            <a:alphaModFix/>
          </a:blip>
          <a:stretch>
            <a:fillRect/>
          </a:stretch>
        </p:blipFill>
        <p:spPr>
          <a:xfrm>
            <a:off x="489274" y="644025"/>
            <a:ext cx="3336549" cy="2466880"/>
          </a:xfrm>
          <a:prstGeom prst="rect">
            <a:avLst/>
          </a:prstGeom>
          <a:noFill/>
          <a:ln>
            <a:noFill/>
          </a:ln>
        </p:spPr>
      </p:pic>
      <p:sp>
        <p:nvSpPr>
          <p:cNvPr id="471" name="Google Shape;471;p77"/>
          <p:cNvSpPr txBox="1"/>
          <p:nvPr>
            <p:ph type="title"/>
          </p:nvPr>
        </p:nvSpPr>
        <p:spPr>
          <a:xfrm>
            <a:off x="489275" y="3124125"/>
            <a:ext cx="3560700" cy="99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rgbClr val="E21A6B"/>
                </a:solidFill>
                <a:latin typeface="Poppins"/>
                <a:ea typeface="Poppins"/>
                <a:cs typeface="Poppins"/>
                <a:sym typeface="Poppins"/>
              </a:rPr>
              <a:t>What’s in this document?</a:t>
            </a:r>
            <a:endParaRPr sz="1400">
              <a:solidFill>
                <a:srgbClr val="E21A6B"/>
              </a:solidFill>
              <a:latin typeface="Poppins"/>
              <a:ea typeface="Poppins"/>
              <a:cs typeface="Poppins"/>
              <a:sym typeface="Poppins"/>
            </a:endParaRPr>
          </a:p>
        </p:txBody>
      </p:sp>
      <p:sp>
        <p:nvSpPr>
          <p:cNvPr id="472" name="Google Shape;472;p77"/>
          <p:cNvSpPr txBox="1"/>
          <p:nvPr>
            <p:ph idx="4294967295" type="body"/>
          </p:nvPr>
        </p:nvSpPr>
        <p:spPr>
          <a:xfrm>
            <a:off x="5219050" y="1244650"/>
            <a:ext cx="3256800" cy="61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“website quality” is and why it’s important.</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sp>
        <p:nvSpPr>
          <p:cNvPr id="473" name="Google Shape;473;p77"/>
          <p:cNvSpPr/>
          <p:nvPr/>
        </p:nvSpPr>
        <p:spPr>
          <a:xfrm>
            <a:off x="4625650" y="1310500"/>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1</a:t>
            </a:r>
            <a:endParaRPr b="1" sz="1800">
              <a:solidFill>
                <a:srgbClr val="E21A6B"/>
              </a:solidFill>
              <a:latin typeface="Poppins"/>
              <a:ea typeface="Poppins"/>
              <a:cs typeface="Poppins"/>
              <a:sym typeface="Poppins"/>
            </a:endParaRPr>
          </a:p>
        </p:txBody>
      </p:sp>
      <p:sp>
        <p:nvSpPr>
          <p:cNvPr id="474" name="Google Shape;474;p77"/>
          <p:cNvSpPr/>
          <p:nvPr/>
        </p:nvSpPr>
        <p:spPr>
          <a:xfrm>
            <a:off x="4625650" y="22573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2</a:t>
            </a:r>
            <a:endParaRPr b="1" sz="1800">
              <a:solidFill>
                <a:srgbClr val="E21A6B"/>
              </a:solidFill>
              <a:latin typeface="Poppins"/>
              <a:ea typeface="Poppins"/>
              <a:cs typeface="Poppins"/>
              <a:sym typeface="Poppins"/>
            </a:endParaRPr>
          </a:p>
        </p:txBody>
      </p:sp>
      <p:sp>
        <p:nvSpPr>
          <p:cNvPr id="475" name="Google Shape;475;p77"/>
          <p:cNvSpPr txBox="1"/>
          <p:nvPr>
            <p:ph idx="4294967295" type="body"/>
          </p:nvPr>
        </p:nvSpPr>
        <p:spPr>
          <a:xfrm>
            <a:off x="5219050" y="3164675"/>
            <a:ext cx="3486600" cy="885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600"/>
              </a:spcAft>
              <a:buNone/>
            </a:pPr>
            <a:r>
              <a:rPr lang="en" sz="1500">
                <a:solidFill>
                  <a:schemeClr val="dk1"/>
                </a:solidFill>
                <a:latin typeface="Proxima Nova"/>
                <a:ea typeface="Proxima Nova"/>
                <a:cs typeface="Proxima Nova"/>
                <a:sym typeface="Proxima Nova"/>
              </a:rPr>
              <a:t>The </a:t>
            </a:r>
            <a:r>
              <a:rPr lang="en" sz="1500" u="sng">
                <a:solidFill>
                  <a:schemeClr val="dk1"/>
                </a:solidFill>
                <a:latin typeface="Proxima Nova"/>
                <a:ea typeface="Proxima Nova"/>
                <a:cs typeface="Proxima Nova"/>
                <a:sym typeface="Proxima Nova"/>
              </a:rPr>
              <a:t>outputs</a:t>
            </a:r>
            <a:r>
              <a:rPr lang="en" sz="1500">
                <a:solidFill>
                  <a:schemeClr val="dk1"/>
                </a:solidFill>
                <a:latin typeface="Proxima Nova"/>
                <a:ea typeface="Proxima Nova"/>
                <a:cs typeface="Proxima Nova"/>
                <a:sym typeface="Proxima Nova"/>
              </a:rPr>
              <a:t> of the report and how we use them to execute your campaign.</a:t>
            </a:r>
            <a:endParaRPr sz="1500">
              <a:solidFill>
                <a:schemeClr val="dk1"/>
              </a:solidFill>
              <a:latin typeface="Proxima Nova"/>
              <a:ea typeface="Proxima Nova"/>
              <a:cs typeface="Proxima Nova"/>
              <a:sym typeface="Proxima Nova"/>
            </a:endParaRPr>
          </a:p>
        </p:txBody>
      </p:sp>
      <p:sp>
        <p:nvSpPr>
          <p:cNvPr id="476" name="Google Shape;476;p77"/>
          <p:cNvSpPr/>
          <p:nvPr/>
        </p:nvSpPr>
        <p:spPr>
          <a:xfrm>
            <a:off x="4625650" y="32479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3</a:t>
            </a:r>
            <a:endParaRPr b="1" sz="1800">
              <a:solidFill>
                <a:srgbClr val="E21A6B"/>
              </a:solidFill>
              <a:latin typeface="Poppins"/>
              <a:ea typeface="Poppins"/>
              <a:cs typeface="Poppins"/>
              <a:sym typeface="Poppins"/>
            </a:endParaRPr>
          </a:p>
        </p:txBody>
      </p:sp>
      <p:sp>
        <p:nvSpPr>
          <p:cNvPr id="477" name="Google Shape;477;p77"/>
          <p:cNvSpPr txBox="1"/>
          <p:nvPr>
            <p:ph idx="4294967295" type="body"/>
          </p:nvPr>
        </p:nvSpPr>
        <p:spPr>
          <a:xfrm>
            <a:off x="5219050" y="2224675"/>
            <a:ext cx="3256800" cy="699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a:t>
            </a:r>
            <a:r>
              <a:rPr lang="en" sz="1500" u="sng">
                <a:solidFill>
                  <a:schemeClr val="dk1"/>
                </a:solidFill>
                <a:latin typeface="Proxima Nova"/>
                <a:ea typeface="Proxima Nova"/>
                <a:cs typeface="Proxima Nova"/>
                <a:sym typeface="Proxima Nova"/>
              </a:rPr>
              <a:t>inputs</a:t>
            </a:r>
            <a:r>
              <a:rPr lang="en" sz="1500">
                <a:solidFill>
                  <a:schemeClr val="dk1"/>
                </a:solidFill>
                <a:latin typeface="Proxima Nova"/>
                <a:ea typeface="Proxima Nova"/>
                <a:cs typeface="Proxima Nova"/>
                <a:sym typeface="Proxima Nova"/>
              </a:rPr>
              <a:t> go into the report and how we analyze them.</a:t>
            </a:r>
            <a:endParaRPr sz="1500">
              <a:solidFill>
                <a:schemeClr val="dk1"/>
              </a:solidFill>
              <a:latin typeface="Proxima Nova"/>
              <a:ea typeface="Proxima Nova"/>
              <a:cs typeface="Proxima Nova"/>
              <a:sym typeface="Proxima Nova"/>
            </a:endParaRPr>
          </a:p>
          <a:p>
            <a:pPr indent="0" lvl="0" marL="0" rtl="0" algn="l">
              <a:spcBef>
                <a:spcPts val="160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pic>
        <p:nvPicPr>
          <p:cNvPr id="478" name="Google Shape;478;p77"/>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2" name="Shape 482"/>
        <p:cNvGrpSpPr/>
        <p:nvPr/>
      </p:nvGrpSpPr>
      <p:grpSpPr>
        <a:xfrm>
          <a:off x="0" y="0"/>
          <a:ext cx="0" cy="0"/>
          <a:chOff x="0" y="0"/>
          <a:chExt cx="0" cy="0"/>
        </a:xfrm>
      </p:grpSpPr>
      <p:sp>
        <p:nvSpPr>
          <p:cNvPr id="483" name="Google Shape;483;p78"/>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sp>
        <p:nvSpPr>
          <p:cNvPr id="484" name="Google Shape;484;p78"/>
          <p:cNvSpPr txBox="1"/>
          <p:nvPr>
            <p:ph type="title"/>
          </p:nvPr>
        </p:nvSpPr>
        <p:spPr>
          <a:xfrm>
            <a:off x="101925" y="2084550"/>
            <a:ext cx="2796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is</a:t>
            </a:r>
            <a:r>
              <a:rPr b="1" lang="en" sz="2400">
                <a:solidFill>
                  <a:srgbClr val="FFFFFF"/>
                </a:solidFill>
                <a:latin typeface="Proxima Nova"/>
                <a:ea typeface="Proxima Nova"/>
                <a:cs typeface="Proxima Nova"/>
                <a:sym typeface="Proxima Nova"/>
              </a:rPr>
              <a:t> </a:t>
            </a:r>
            <a:br>
              <a:rPr b="1" lang="en" sz="2400">
                <a:solidFill>
                  <a:srgbClr val="FFFFFF"/>
                </a:solidFill>
                <a:latin typeface="Proxima Nova"/>
                <a:ea typeface="Proxima Nova"/>
                <a:cs typeface="Proxima Nova"/>
                <a:sym typeface="Proxima Nova"/>
              </a:rPr>
            </a:br>
            <a:r>
              <a:rPr lang="en" sz="2400">
                <a:solidFill>
                  <a:srgbClr val="FFFFFF"/>
                </a:solidFill>
                <a:latin typeface="Proxima Nova"/>
                <a:ea typeface="Proxima Nova"/>
                <a:cs typeface="Proxima Nova"/>
                <a:sym typeface="Proxima Nova"/>
              </a:rPr>
              <a:t>“</a:t>
            </a:r>
            <a:r>
              <a:rPr b="1" lang="en" sz="2400">
                <a:solidFill>
                  <a:srgbClr val="FFFFFF"/>
                </a:solidFill>
                <a:latin typeface="Proxima Nova"/>
                <a:ea typeface="Proxima Nova"/>
                <a:cs typeface="Proxima Nova"/>
                <a:sym typeface="Proxima Nova"/>
              </a:rPr>
              <a:t>W</a:t>
            </a:r>
            <a:r>
              <a:rPr b="1" lang="en" sz="2400">
                <a:solidFill>
                  <a:srgbClr val="FFFFFF"/>
                </a:solidFill>
                <a:latin typeface="Proxima Nova"/>
                <a:ea typeface="Proxima Nova"/>
                <a:cs typeface="Proxima Nova"/>
                <a:sym typeface="Proxima Nova"/>
              </a:rPr>
              <a:t>ebsite Quality</a:t>
            </a:r>
            <a:r>
              <a:rPr lang="en" sz="2400">
                <a:solidFill>
                  <a:srgbClr val="FFFFFF"/>
                </a:solidFill>
                <a:latin typeface="Proxima Nova"/>
                <a:ea typeface="Proxima Nova"/>
                <a:cs typeface="Proxima Nova"/>
                <a:sym typeface="Proxima Nova"/>
              </a:rPr>
              <a:t>”?</a:t>
            </a:r>
            <a:endParaRPr sz="1200">
              <a:solidFill>
                <a:srgbClr val="FFFFFF"/>
              </a:solidFill>
              <a:latin typeface="Proxima Nova"/>
              <a:ea typeface="Proxima Nova"/>
              <a:cs typeface="Proxima Nova"/>
              <a:sym typeface="Proxima Nova"/>
            </a:endParaRPr>
          </a:p>
        </p:txBody>
      </p:sp>
      <p:sp>
        <p:nvSpPr>
          <p:cNvPr id="485" name="Google Shape;485;p78"/>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Search engines send traffic to websites they deem as “high quality”. That means a few things:</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coded and structured according to their </a:t>
            </a:r>
            <a:r>
              <a:rPr lang="en" sz="1200" u="sng">
                <a:solidFill>
                  <a:srgbClr val="222222"/>
                </a:solidFill>
                <a:latin typeface="Proxima Nova"/>
                <a:ea typeface="Proxima Nova"/>
                <a:cs typeface="Proxima Nova"/>
                <a:sym typeface="Proxima Nova"/>
                <a:hlinkClick r:id="rId3">
                  <a:extLst>
                    <a:ext uri="{A12FA001-AC4F-418D-AE19-62706E023703}">
                      <ahyp:hlinkClr val="tx"/>
                    </a:ext>
                  </a:extLst>
                </a:hlinkClick>
              </a:rPr>
              <a:t>webmaster guidelines</a:t>
            </a:r>
            <a:r>
              <a:rPr lang="en" sz="1200">
                <a:solidFill>
                  <a:srgbClr val="222222"/>
                </a:solidFill>
                <a:latin typeface="Proxima Nova"/>
                <a:ea typeface="Proxima Nova"/>
                <a:cs typeface="Proxima Nova"/>
                <a:sym typeface="Proxima Nova"/>
              </a:rPr>
              <a:t>.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“popular”, i.e. getting mentioned across the web.</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satisfy “searcher intent” through relevant and quality content.</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Having low quality pages, content, poor structure and lack of web mentions causes Google to lose trust in your website and crawl, index and rank it less and less over time.</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We assess quality of your website by looking at a number of different data inputs, including inbound links, titles, content depth, sales from organic traffic, keyword rankings and more.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Additional resources:</a:t>
            </a:r>
            <a:br>
              <a:rPr lang="en" sz="1200">
                <a:solidFill>
                  <a:srgbClr val="222222"/>
                </a:solidFill>
                <a:latin typeface="Proxima Nova"/>
                <a:ea typeface="Proxima Nova"/>
                <a:cs typeface="Proxima Nova"/>
                <a:sym typeface="Proxima Nova"/>
              </a:rPr>
            </a:b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Char char="●"/>
            </a:pPr>
            <a:r>
              <a:rPr lang="en" sz="1200" u="sng">
                <a:solidFill>
                  <a:srgbClr val="222222"/>
                </a:solidFill>
                <a:latin typeface="Proxima Nova"/>
                <a:ea typeface="Proxima Nova"/>
                <a:cs typeface="Proxima Nova"/>
                <a:sym typeface="Proxima Nova"/>
                <a:hlinkClick r:id="rId4">
                  <a:extLst>
                    <a:ext uri="{A12FA001-AC4F-418D-AE19-62706E023703}">
                      <ahyp:hlinkClr val="tx"/>
                    </a:ext>
                  </a:extLst>
                </a:hlinkClick>
              </a:rPr>
              <a:t>Google’s Quality Score</a:t>
            </a:r>
            <a:r>
              <a:rPr lang="en" sz="1200">
                <a:solidFill>
                  <a:srgbClr val="222222"/>
                </a:solidFill>
                <a:latin typeface="Proxima Nova"/>
                <a:ea typeface="Proxima Nova"/>
                <a:cs typeface="Proxima Nova"/>
                <a:sym typeface="Proxima Nova"/>
              </a:rPr>
              <a:t> (Moz)</a:t>
            </a:r>
            <a:endParaRPr b="1" sz="1200">
              <a:solidFill>
                <a:srgbClr val="222222"/>
              </a:solidFill>
              <a:latin typeface="Proxima Nova"/>
              <a:ea typeface="Proxima Nova"/>
              <a:cs typeface="Proxima Nova"/>
              <a:sym typeface="Proxima Nova"/>
            </a:endParaRPr>
          </a:p>
        </p:txBody>
      </p:sp>
      <p:pic>
        <p:nvPicPr>
          <p:cNvPr id="486" name="Google Shape;486;p78"/>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487" name="Google Shape;487;p78"/>
          <p:cNvPicPr preferRelativeResize="0"/>
          <p:nvPr/>
        </p:nvPicPr>
        <p:blipFill rotWithShape="1">
          <a:blip r:embed="rId6">
            <a:alphaModFix amt="52999"/>
          </a:blip>
          <a:srcRect b="0" l="21581" r="0" t="21210"/>
          <a:stretch/>
        </p:blipFill>
        <p:spPr>
          <a:xfrm rot="2036056">
            <a:off x="-4101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1000"/>
                                        <p:tgtEl>
                                          <p:spTgt spid="4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1" name="Shape 491"/>
        <p:cNvGrpSpPr/>
        <p:nvPr/>
      </p:nvGrpSpPr>
      <p:grpSpPr>
        <a:xfrm>
          <a:off x="0" y="0"/>
          <a:ext cx="0" cy="0"/>
          <a:chOff x="0" y="0"/>
          <a:chExt cx="0" cy="0"/>
        </a:xfrm>
      </p:grpSpPr>
      <p:sp>
        <p:nvSpPr>
          <p:cNvPr id="492" name="Google Shape;492;p79"/>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pic>
        <p:nvPicPr>
          <p:cNvPr id="493" name="Google Shape;493;p79"/>
          <p:cNvPicPr preferRelativeResize="0"/>
          <p:nvPr/>
        </p:nvPicPr>
        <p:blipFill rotWithShape="1">
          <a:blip r:embed="rId3">
            <a:alphaModFix amt="50000"/>
          </a:blip>
          <a:srcRect b="0" l="21581" r="0" t="21210"/>
          <a:stretch/>
        </p:blipFill>
        <p:spPr>
          <a:xfrm rot="2036056">
            <a:off x="-410153" y="-3551033"/>
            <a:ext cx="3515956" cy="5976892"/>
          </a:xfrm>
          <a:prstGeom prst="rect">
            <a:avLst/>
          </a:prstGeom>
          <a:noFill/>
          <a:ln>
            <a:noFill/>
          </a:ln>
        </p:spPr>
      </p:pic>
      <p:sp>
        <p:nvSpPr>
          <p:cNvPr id="494" name="Google Shape;494;p79"/>
          <p:cNvSpPr txBox="1"/>
          <p:nvPr>
            <p:ph type="title"/>
          </p:nvPr>
        </p:nvSpPr>
        <p:spPr>
          <a:xfrm>
            <a:off x="242425" y="994800"/>
            <a:ext cx="2480700" cy="102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What goes into the</a:t>
            </a:r>
            <a:r>
              <a:rPr b="1" lang="en" sz="2400">
                <a:solidFill>
                  <a:schemeClr val="lt1"/>
                </a:solidFill>
                <a:latin typeface="Proxima Nova"/>
                <a:ea typeface="Proxima Nova"/>
                <a:cs typeface="Proxima Nova"/>
                <a:sym typeface="Proxima Nova"/>
              </a:rPr>
              <a:t> </a:t>
            </a:r>
            <a:r>
              <a:rPr lang="en" sz="2400">
                <a:solidFill>
                  <a:schemeClr val="lt1"/>
                </a:solidFill>
                <a:latin typeface="Proxima Nova"/>
                <a:ea typeface="Proxima Nova"/>
                <a:cs typeface="Proxima Nova"/>
                <a:sym typeface="Proxima Nova"/>
              </a:rPr>
              <a:t>“</a:t>
            </a:r>
            <a:r>
              <a:rPr b="1" lang="en" sz="2400">
                <a:solidFill>
                  <a:schemeClr val="lt1"/>
                </a:solidFill>
                <a:latin typeface="Proxima Nova"/>
                <a:ea typeface="Proxima Nova"/>
                <a:cs typeface="Proxima Nova"/>
                <a:sym typeface="Proxima Nova"/>
              </a:rPr>
              <a:t>WQA</a:t>
            </a:r>
            <a:r>
              <a:rPr lang="en" sz="2400">
                <a:solidFill>
                  <a:schemeClr val="lt1"/>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495" name="Google Shape;495;p79"/>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team built a tool using API data from 6 vital SEO data sources:</a:t>
            </a:r>
            <a:br>
              <a:rPr lang="en" sz="1200">
                <a:solidFill>
                  <a:schemeClr val="dk1"/>
                </a:solidFill>
                <a:latin typeface="Proxima Nova"/>
                <a:ea typeface="Proxima Nova"/>
                <a:cs typeface="Proxima Nova"/>
                <a:sym typeface="Proxima Nova"/>
              </a:rPr>
            </a:b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XML sitemaps</a:t>
            </a:r>
            <a:r>
              <a:rPr lang="en" sz="1200">
                <a:solidFill>
                  <a:schemeClr val="dk1"/>
                </a:solidFill>
                <a:latin typeface="Proxima Nova"/>
                <a:ea typeface="Proxima Nova"/>
                <a:cs typeface="Proxima Nova"/>
                <a:sym typeface="Proxima Nova"/>
              </a:rPr>
              <a:t> - to get a list of URLs included in your Sitemap.</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Screaming Frog</a:t>
            </a:r>
            <a:r>
              <a:rPr lang="en" sz="1200">
                <a:solidFill>
                  <a:schemeClr val="dk1"/>
                </a:solidFill>
                <a:latin typeface="Proxima Nova"/>
                <a:ea typeface="Proxima Nova"/>
                <a:cs typeface="Proxima Nova"/>
                <a:sym typeface="Proxima Nova"/>
              </a:rPr>
              <a:t> - to get a full list of URLs and files uploaded to your site, page titles, metas, canonical tags and word count per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a:t>
            </a:r>
            <a:r>
              <a:rPr lang="en" sz="1200">
                <a:solidFill>
                  <a:schemeClr val="dk1"/>
                </a:solidFill>
                <a:latin typeface="Proxima Nova"/>
                <a:ea typeface="Proxima Nova"/>
                <a:cs typeface="Proxima Nova"/>
                <a:sym typeface="Proxima Nova"/>
              </a:rPr>
              <a:t> - to get a list of the links pointing to your website and which pages they point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SEMRush</a:t>
            </a:r>
            <a:r>
              <a:rPr lang="en" sz="1200">
                <a:solidFill>
                  <a:schemeClr val="dk1"/>
                </a:solidFill>
                <a:latin typeface="Proxima Nova"/>
                <a:ea typeface="Proxima Nova"/>
                <a:cs typeface="Proxima Nova"/>
                <a:sym typeface="Proxima Nova"/>
              </a:rPr>
              <a:t> - to get your current keyword rankings and which pages they correlate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Analytics</a:t>
            </a:r>
            <a:r>
              <a:rPr lang="en" sz="1200">
                <a:solidFill>
                  <a:schemeClr val="dk1"/>
                </a:solidFill>
                <a:latin typeface="Proxima Nova"/>
                <a:ea typeface="Proxima Nova"/>
                <a:cs typeface="Proxima Nova"/>
                <a:sym typeface="Proxima Nova"/>
              </a:rPr>
              <a:t> - to get sales, leads, and traffic data from search engines only.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Search Console</a:t>
            </a:r>
            <a:r>
              <a:rPr lang="en" sz="1200">
                <a:solidFill>
                  <a:schemeClr val="dk1"/>
                </a:solidFill>
                <a:latin typeface="Proxima Nova"/>
                <a:ea typeface="Proxima Nova"/>
                <a:cs typeface="Proxima Nova"/>
                <a:sym typeface="Proxima Nova"/>
              </a:rPr>
              <a:t> - to get SERP impressions and page level click through rates in Google.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tool aggregates this data and allows us to assess quality metrics at the page level. From here, we can make a decision about what to do with every page on your site.</a:t>
            </a:r>
            <a:endParaRPr sz="1200">
              <a:solidFill>
                <a:schemeClr val="dk1"/>
              </a:solidFill>
              <a:latin typeface="Proxima Nova"/>
              <a:ea typeface="Proxima Nova"/>
              <a:cs typeface="Proxima Nova"/>
              <a:sym typeface="Proxima Nova"/>
            </a:endParaRPr>
          </a:p>
        </p:txBody>
      </p:sp>
      <p:pic>
        <p:nvPicPr>
          <p:cNvPr id="496" name="Google Shape;496;p79"/>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pSp>
        <p:nvGrpSpPr>
          <p:cNvPr id="497" name="Google Shape;497;p79"/>
          <p:cNvGrpSpPr/>
          <p:nvPr/>
        </p:nvGrpSpPr>
        <p:grpSpPr>
          <a:xfrm>
            <a:off x="-85725" y="2507450"/>
            <a:ext cx="3574025" cy="2228850"/>
            <a:chOff x="-85725" y="2839650"/>
            <a:chExt cx="3574025" cy="2228850"/>
          </a:xfrm>
        </p:grpSpPr>
        <p:pic>
          <p:nvPicPr>
            <p:cNvPr id="498" name="Google Shape;498;p79"/>
            <p:cNvPicPr preferRelativeResize="0"/>
            <p:nvPr/>
          </p:nvPicPr>
          <p:blipFill rotWithShape="1">
            <a:blip r:embed="rId5">
              <a:alphaModFix/>
            </a:blip>
            <a:srcRect b="0" l="990" r="990" t="0"/>
            <a:stretch/>
          </p:blipFill>
          <p:spPr>
            <a:xfrm>
              <a:off x="-85725" y="2839650"/>
              <a:ext cx="3574025" cy="2228850"/>
            </a:xfrm>
            <a:prstGeom prst="rect">
              <a:avLst/>
            </a:prstGeom>
            <a:noFill/>
            <a:ln>
              <a:noFill/>
            </a:ln>
          </p:spPr>
        </p:pic>
        <p:pic>
          <p:nvPicPr>
            <p:cNvPr id="499" name="Google Shape;499;p79"/>
            <p:cNvPicPr preferRelativeResize="0"/>
            <p:nvPr/>
          </p:nvPicPr>
          <p:blipFill rotWithShape="1">
            <a:blip r:embed="rId6">
              <a:alphaModFix/>
            </a:blip>
            <a:srcRect b="25340" l="0" r="0" t="0"/>
            <a:stretch/>
          </p:blipFill>
          <p:spPr>
            <a:xfrm>
              <a:off x="247500" y="2903925"/>
              <a:ext cx="2907573" cy="189667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1000"/>
                                        <p:tgtEl>
                                          <p:spTgt spid="4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03" name="Shape 503"/>
        <p:cNvGrpSpPr/>
        <p:nvPr/>
      </p:nvGrpSpPr>
      <p:grpSpPr>
        <a:xfrm>
          <a:off x="0" y="0"/>
          <a:ext cx="0" cy="0"/>
          <a:chOff x="0" y="0"/>
          <a:chExt cx="0" cy="0"/>
        </a:xfrm>
      </p:grpSpPr>
      <p:pic>
        <p:nvPicPr>
          <p:cNvPr id="504" name="Google Shape;504;p80"/>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505" name="Google Shape;505;p80"/>
          <p:cNvSpPr txBox="1"/>
          <p:nvPr/>
        </p:nvSpPr>
        <p:spPr>
          <a:xfrm>
            <a:off x="384550" y="1195525"/>
            <a:ext cx="85848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[ACTION TO TAKE - DELETE THIS SLDIE WHEN COMPLETE]</a:t>
            </a:r>
            <a:endParaRPr b="1" sz="2400">
              <a:solidFill>
                <a:schemeClr val="lt1"/>
              </a:solidFill>
              <a:latin typeface="Proxima Nova"/>
              <a:ea typeface="Proxima Nova"/>
              <a:cs typeface="Proxima Nova"/>
              <a:sym typeface="Proxima Nova"/>
            </a:endParaRPr>
          </a:p>
        </p:txBody>
      </p:sp>
      <p:sp>
        <p:nvSpPr>
          <p:cNvPr id="506" name="Google Shape;506;p80"/>
          <p:cNvSpPr txBox="1"/>
          <p:nvPr/>
        </p:nvSpPr>
        <p:spPr>
          <a:xfrm>
            <a:off x="384550" y="1650925"/>
            <a:ext cx="7140000" cy="27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From the following set of slides (7-14), keep the slide that applies to your client’s Target Industry (what you selected in the “Getting Started” tab of the WQA, and delete all of the other “What comes out of the “WQA” - Site Sections” slides.</a:t>
            </a:r>
            <a:endParaRPr sz="2400">
              <a:solidFill>
                <a:schemeClr val="lt1"/>
              </a:solidFill>
              <a:latin typeface="Proxima Nova"/>
              <a:ea typeface="Proxima Nova"/>
              <a:cs typeface="Proxima Nova"/>
              <a:sym typeface="Proxima Nova"/>
            </a:endParaRPr>
          </a:p>
        </p:txBody>
      </p:sp>
      <p:pic>
        <p:nvPicPr>
          <p:cNvPr id="507" name="Google Shape;507;p80"/>
          <p:cNvPicPr preferRelativeResize="0"/>
          <p:nvPr/>
        </p:nvPicPr>
        <p:blipFill>
          <a:blip r:embed="rId4">
            <a:alphaModFix/>
          </a:blip>
          <a:stretch>
            <a:fillRect/>
          </a:stretch>
        </p:blipFill>
        <p:spPr>
          <a:xfrm>
            <a:off x="7029450" y="4278199"/>
            <a:ext cx="1712674" cy="403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21A6B"/>
        </a:solidFill>
      </p:bgPr>
    </p:bg>
    <p:spTree>
      <p:nvGrpSpPr>
        <p:cNvPr id="511" name="Shape 511"/>
        <p:cNvGrpSpPr/>
        <p:nvPr/>
      </p:nvGrpSpPr>
      <p:grpSpPr>
        <a:xfrm>
          <a:off x="0" y="0"/>
          <a:ext cx="0" cy="0"/>
          <a:chOff x="0" y="0"/>
          <a:chExt cx="0" cy="0"/>
        </a:xfrm>
      </p:grpSpPr>
      <p:pic>
        <p:nvPicPr>
          <p:cNvPr id="512" name="Google Shape;512;p81"/>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513" name="Google Shape;513;p81"/>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81"/>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515" name="Google Shape;515;p81"/>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graphicFrame>
        <p:nvGraphicFramePr>
          <p:cNvPr id="516" name="Google Shape;516;p81"/>
          <p:cNvGraphicFramePr/>
          <p:nvPr/>
        </p:nvGraphicFramePr>
        <p:xfrm>
          <a:off x="4264750" y="829363"/>
          <a:ext cx="3000000" cy="3000000"/>
        </p:xfrm>
        <a:graphic>
          <a:graphicData uri="http://schemas.openxmlformats.org/drawingml/2006/table">
            <a:tbl>
              <a:tblPr>
                <a:noFill/>
                <a:tableStyleId>{67DDDDD0-1EFF-494B-8CC1-C46AF70B220F}</a:tableStyleId>
              </a:tblPr>
              <a:tblGrid>
                <a:gridCol w="601425"/>
                <a:gridCol w="3938875"/>
              </a:tblGrid>
              <a:tr h="100000">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Tag</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rgbClr val="222222"/>
                    </a:solidFill>
                  </a:tcPr>
                </a:tc>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Page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page is where they are selling the product (i.e. cart, price, etc).</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category page is where the website lists their products based product type. For example, a website that sells shoes could have category pages for brands like Nike, Reebok, etc. Each of these pages will filter products to show them based on category.</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Lander</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local websites only</a:t>
                      </a:r>
                      <a:r>
                        <a:rPr lang="en" sz="700">
                          <a:latin typeface="Proxima Nova"/>
                          <a:ea typeface="Proxima Nova"/>
                          <a:cs typeface="Proxima Nova"/>
                          <a:sym typeface="Proxima Nova"/>
                        </a:rPr>
                        <a:t>. A local lander is the dedicated page to a given location. If the business has multiple locations, each store should have it’s own dedicated landing page. If the business only has 1 location, this can apply to the home page.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5978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Lead Generation</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pages on a site that are geared towards generating leads. For example, an attorney’s website could be trying to rank for keywords related to the different services they provide (DUI attorney, Criminal defense attorney, etc). Each of these keywords should have a dedicated landing page targeting those keywords.</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blog posts. Some sites will have /blog/ or /news/ (or something similar) build into the URL structure.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categories of blog posts. These are generally used on bigger sites that publish a lot of content in order to better organize posts.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Similar to a blog post, but more in depth and robust. Resources or guides NOT connected to the blog, but instead are stand alone pages or site sections.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484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is a broad tag that applies to a wide range of pages. Essentially, these are the required pages to build out a full site but generally have little SEO (i.e. traffic potential) value. This can include about pages, cart pages, terms and services, contact page, shipping, FAQ and more.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bl>
          </a:graphicData>
        </a:graphic>
      </p:graphicFrame>
      <p:pic>
        <p:nvPicPr>
          <p:cNvPr id="517" name="Google Shape;517;p81"/>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1000"/>
                                        <p:tgtEl>
                                          <p:spTgt spid="5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21" name="Shape 521"/>
        <p:cNvGrpSpPr/>
        <p:nvPr/>
      </p:nvGrpSpPr>
      <p:grpSpPr>
        <a:xfrm>
          <a:off x="0" y="0"/>
          <a:ext cx="0" cy="0"/>
          <a:chOff x="0" y="0"/>
          <a:chExt cx="0" cy="0"/>
        </a:xfrm>
      </p:grpSpPr>
      <p:pic>
        <p:nvPicPr>
          <p:cNvPr id="522" name="Google Shape;522;p82"/>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523" name="Google Shape;523;p82"/>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82"/>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525" name="Google Shape;525;p82"/>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526" name="Google Shape;526;p82"/>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527" name="Google Shape;527;p82"/>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Tours, Activities &amp; Attractions</a:t>
            </a:r>
            <a:endParaRPr sz="1600">
              <a:solidFill>
                <a:srgbClr val="E21A6B"/>
              </a:solidFill>
              <a:latin typeface="Proxima Nova"/>
              <a:ea typeface="Proxima Nova"/>
              <a:cs typeface="Proxima Nova"/>
              <a:sym typeface="Proxima Nova"/>
            </a:endParaRPr>
          </a:p>
        </p:txBody>
      </p:sp>
      <p:graphicFrame>
        <p:nvGraphicFramePr>
          <p:cNvPr id="528" name="Google Shape;528;p82"/>
          <p:cNvGraphicFramePr/>
          <p:nvPr/>
        </p:nvGraphicFramePr>
        <p:xfrm>
          <a:off x="4205638" y="929363"/>
          <a:ext cx="3000000" cy="3000000"/>
        </p:xfrm>
        <a:graphic>
          <a:graphicData uri="http://schemas.openxmlformats.org/drawingml/2006/table">
            <a:tbl>
              <a:tblPr>
                <a:noFill/>
                <a:tableStyleId>{279807F7-95FD-499A-B129-CE8DC78E08E1}</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1000"/>
                                        <p:tgtEl>
                                          <p:spTgt spid="5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32" name="Shape 532"/>
        <p:cNvGrpSpPr/>
        <p:nvPr/>
      </p:nvGrpSpPr>
      <p:grpSpPr>
        <a:xfrm>
          <a:off x="0" y="0"/>
          <a:ext cx="0" cy="0"/>
          <a:chOff x="0" y="0"/>
          <a:chExt cx="0" cy="0"/>
        </a:xfrm>
      </p:grpSpPr>
      <p:pic>
        <p:nvPicPr>
          <p:cNvPr id="533" name="Google Shape;533;p83"/>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534" name="Google Shape;534;p83"/>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83"/>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536" name="Google Shape;536;p83"/>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537" name="Google Shape;537;p8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538" name="Google Shape;538;p83"/>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OTA (Online Travel Agencies)</a:t>
            </a:r>
            <a:endParaRPr sz="1600">
              <a:solidFill>
                <a:srgbClr val="E21A6B"/>
              </a:solidFill>
              <a:latin typeface="Proxima Nova"/>
              <a:ea typeface="Proxima Nova"/>
              <a:cs typeface="Proxima Nova"/>
              <a:sym typeface="Proxima Nova"/>
            </a:endParaRPr>
          </a:p>
        </p:txBody>
      </p:sp>
      <p:graphicFrame>
        <p:nvGraphicFramePr>
          <p:cNvPr id="539" name="Google Shape;539;p83"/>
          <p:cNvGraphicFramePr/>
          <p:nvPr/>
        </p:nvGraphicFramePr>
        <p:xfrm>
          <a:off x="4205650" y="1315125"/>
          <a:ext cx="3000000" cy="3000000"/>
        </p:xfrm>
        <a:graphic>
          <a:graphicData uri="http://schemas.openxmlformats.org/drawingml/2006/table">
            <a:tbl>
              <a:tblPr>
                <a:noFill/>
                <a:tableStyleId>{279807F7-95FD-499A-B129-CE8DC78E08E1}</a:tableStyleId>
              </a:tblPr>
              <a:tblGrid>
                <a:gridCol w="973825"/>
                <a:gridCol w="35938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with search functionality for travel bookings (hotels, flights, packages).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Search Results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Results listing page following user queries for travel products/services.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Individual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information page for a specific hotel, flight, car rental, or vacation package.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offering comprehensive guides to specific travel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Promotions/Deals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current deals, discounts, or promotions available.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providing travel tips, booking guides, and destination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Organizes blog content into categories for easier browsing and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Tips &amp; Advice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helpful booking and travel planning advice.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standalone content (e.g., booking strategies, travel hacks).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highlighting blog authors or travel experts.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(terms, privacy policy, contact details, support).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 / Customer Support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providing answers to frequently asked customer queries.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1000"/>
                                        <p:tgtEl>
                                          <p:spTgt spid="5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43" name="Shape 543"/>
        <p:cNvGrpSpPr/>
        <p:nvPr/>
      </p:nvGrpSpPr>
      <p:grpSpPr>
        <a:xfrm>
          <a:off x="0" y="0"/>
          <a:ext cx="0" cy="0"/>
          <a:chOff x="0" y="0"/>
          <a:chExt cx="0" cy="0"/>
        </a:xfrm>
      </p:grpSpPr>
      <p:pic>
        <p:nvPicPr>
          <p:cNvPr id="544" name="Google Shape;544;p84"/>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545" name="Google Shape;545;p84"/>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84"/>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547" name="Google Shape;547;p84"/>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548" name="Google Shape;548;p84"/>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549" name="Google Shape;549;p84"/>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Management Companies (TMC)</a:t>
            </a:r>
            <a:endParaRPr sz="1600">
              <a:solidFill>
                <a:srgbClr val="E21A6B"/>
              </a:solidFill>
              <a:latin typeface="Proxima Nova"/>
              <a:ea typeface="Proxima Nova"/>
              <a:cs typeface="Proxima Nova"/>
              <a:sym typeface="Proxima Nova"/>
            </a:endParaRPr>
          </a:p>
        </p:txBody>
      </p:sp>
      <p:graphicFrame>
        <p:nvGraphicFramePr>
          <p:cNvPr id="550" name="Google Shape;550;p84"/>
          <p:cNvGraphicFramePr/>
          <p:nvPr/>
        </p:nvGraphicFramePr>
        <p:xfrm>
          <a:off x="4196575" y="1200825"/>
          <a:ext cx="3000000" cy="3000000"/>
        </p:xfrm>
        <a:graphic>
          <a:graphicData uri="http://schemas.openxmlformats.org/drawingml/2006/table">
            <a:tbl>
              <a:tblPr>
                <a:noFill/>
                <a:tableStyleId>{279807F7-95FD-499A-B129-CE8DC78E08E1}</a:tableStyleId>
              </a:tblPr>
              <a:tblGrid>
                <a:gridCol w="973825"/>
                <a:gridCol w="35938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providing overview of services, key benefits, and client testimonials.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pages describing specific TMC services (e.g., corporate travel management).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Industry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showing expertise within specific industries (e.g., tech, healthcare).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Management Platform</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describing software platforms or tools provided for travel management.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Client Success Story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Case studies or success stories highlighting client achievements through the TMC.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covering topics relevant to managed travel and industry trends.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posts into common themes.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Robust standalone resources offering industry insights, travel policy templates,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key destinations served, including local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highlighting individual contributors or authors of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Company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background on the TMC company, team, history, and values.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with necessary details like privacy policies, FAQs,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Contact / Booking Inquiry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pages/forms for booking or service inquiries.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1000"/>
                                        <p:tgtEl>
                                          <p:spTgt spid="5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54" name="Shape 554"/>
        <p:cNvGrpSpPr/>
        <p:nvPr/>
      </p:nvGrpSpPr>
      <p:grpSpPr>
        <a:xfrm>
          <a:off x="0" y="0"/>
          <a:ext cx="0" cy="0"/>
          <a:chOff x="0" y="0"/>
          <a:chExt cx="0" cy="0"/>
        </a:xfrm>
      </p:grpSpPr>
      <p:pic>
        <p:nvPicPr>
          <p:cNvPr id="555" name="Google Shape;555;p85"/>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556" name="Google Shape;556;p85"/>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85"/>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558" name="Google Shape;558;p85"/>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559" name="Google Shape;559;p8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560" name="Google Shape;560;p85"/>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DMO (Destination Marketing Organizations)</a:t>
            </a:r>
            <a:endParaRPr sz="1600">
              <a:solidFill>
                <a:srgbClr val="E21A6B"/>
              </a:solidFill>
              <a:latin typeface="Proxima Nova"/>
              <a:ea typeface="Proxima Nova"/>
              <a:cs typeface="Proxima Nova"/>
              <a:sym typeface="Proxima Nova"/>
            </a:endParaRPr>
          </a:p>
        </p:txBody>
      </p:sp>
      <p:graphicFrame>
        <p:nvGraphicFramePr>
          <p:cNvPr id="561" name="Google Shape;561;p85"/>
          <p:cNvGraphicFramePr/>
          <p:nvPr/>
        </p:nvGraphicFramePr>
        <p:xfrm>
          <a:off x="4214750" y="836225"/>
          <a:ext cx="3000000" cy="3000000"/>
        </p:xfrm>
        <a:graphic>
          <a:graphicData uri="http://schemas.openxmlformats.org/drawingml/2006/table">
            <a:tbl>
              <a:tblPr>
                <a:noFill/>
                <a:tableStyleId>{279807F7-95FD-499A-B129-CE8DC78E08E1}</a:tableStyleId>
              </a:tblPr>
              <a:tblGrid>
                <a:gridCol w="1475050"/>
                <a:gridCol w="30926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landing page showcasing highlights of the destination, news, and featured events.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Broad introduction to the destination covering general travel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Region/Subregion Landing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for subregions within the main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Event Calendar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events, festivals, and seasonal activities within the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Things to Do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listing of attractions and activities.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Accommodation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Listings or overviews of lodging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Business Directory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Directory of local businesses relevant to tourists.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featuring destination highlights, experiences, and local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content by topic or interest.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Itinerary Ideas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Recommended itineraries or travel routes.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collections showcasing the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Press Releases/Media</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updates, announcements, and media resources.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creators or local experts.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with site policies, contacts, and general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gtEl>
                                        <p:attrNameLst>
                                          <p:attrName>style.visibility</p:attrName>
                                        </p:attrNameLst>
                                      </p:cBhvr>
                                      <p:to>
                                        <p:strVal val="visible"/>
                                      </p:to>
                                    </p:set>
                                    <p:animEffect filter="fade" transition="in">
                                      <p:cBhvr>
                                        <p:cTn dur="1000"/>
                                        <p:tgtEl>
                                          <p:spTgt spid="5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65" name="Shape 565"/>
        <p:cNvGrpSpPr/>
        <p:nvPr/>
      </p:nvGrpSpPr>
      <p:grpSpPr>
        <a:xfrm>
          <a:off x="0" y="0"/>
          <a:ext cx="0" cy="0"/>
          <a:chOff x="0" y="0"/>
          <a:chExt cx="0" cy="0"/>
        </a:xfrm>
      </p:grpSpPr>
      <p:pic>
        <p:nvPicPr>
          <p:cNvPr id="566" name="Google Shape;566;p86"/>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567" name="Google Shape;567;p86"/>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86"/>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569" name="Google Shape;569;p86"/>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570" name="Google Shape;570;p86"/>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571" name="Google Shape;571;p86"/>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Hotels, Resorts &amp; Casinos</a:t>
            </a:r>
            <a:endParaRPr sz="1600">
              <a:solidFill>
                <a:srgbClr val="E21A6B"/>
              </a:solidFill>
              <a:latin typeface="Proxima Nova"/>
              <a:ea typeface="Proxima Nova"/>
              <a:cs typeface="Proxima Nova"/>
              <a:sym typeface="Proxima Nova"/>
            </a:endParaRPr>
          </a:p>
        </p:txBody>
      </p:sp>
      <p:graphicFrame>
        <p:nvGraphicFramePr>
          <p:cNvPr id="572" name="Google Shape;572;p86"/>
          <p:cNvGraphicFramePr/>
          <p:nvPr/>
        </p:nvGraphicFramePr>
        <p:xfrm>
          <a:off x="4121350" y="1036250"/>
          <a:ext cx="3000000" cy="3000000"/>
        </p:xfrm>
        <a:graphic>
          <a:graphicData uri="http://schemas.openxmlformats.org/drawingml/2006/table">
            <a:tbl>
              <a:tblPr>
                <a:noFill/>
                <a:tableStyleId>{279807F7-95FD-499A-B129-CE8DC78E08E1}</a:tableStyleId>
              </a:tblPr>
              <a:tblGrid>
                <a:gridCol w="1043000"/>
                <a:gridCol w="37336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highlighting the property, key amenities, and booking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Room/Accommodation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Specific page detailing each room type or accommodation available.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Amenities/Facilities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available hotel amenities or facilities.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Dining/Restaurant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on-site dining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Entertainment &amp; Casino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specifically detailing entertainment venues or casino facilities.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Offers &amp; Packages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Promotional offers, discounts, and bundled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the surrounding area or attractions near the property.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Events &amp; Meetings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Facilities and services offered for events, conferences, or weddings.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on hotel news, travel advice, and local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Gallery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Photos and videos showcasing the property.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(e.g., policies, terms).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content creators or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9"/>
                                        </p:tgtEl>
                                        <p:attrNameLst>
                                          <p:attrName>style.visibility</p:attrName>
                                        </p:attrNameLst>
                                      </p:cBhvr>
                                      <p:to>
                                        <p:strVal val="visible"/>
                                      </p:to>
                                    </p:set>
                                    <p:animEffect filter="fade" transition="in">
                                      <p:cBhvr>
                                        <p:cTn dur="1000"/>
                                        <p:tgtEl>
                                          <p:spTgt spid="5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76" name="Shape 576"/>
        <p:cNvGrpSpPr/>
        <p:nvPr/>
      </p:nvGrpSpPr>
      <p:grpSpPr>
        <a:xfrm>
          <a:off x="0" y="0"/>
          <a:ext cx="0" cy="0"/>
          <a:chOff x="0" y="0"/>
          <a:chExt cx="0" cy="0"/>
        </a:xfrm>
      </p:grpSpPr>
      <p:pic>
        <p:nvPicPr>
          <p:cNvPr id="577" name="Google Shape;577;p87"/>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578" name="Google Shape;578;p87"/>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87"/>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580" name="Google Shape;580;p87"/>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581" name="Google Shape;581;p87"/>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582" name="Google Shape;582;p87"/>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Vacation Rentals</a:t>
            </a:r>
            <a:endParaRPr sz="1600">
              <a:solidFill>
                <a:srgbClr val="E21A6B"/>
              </a:solidFill>
              <a:latin typeface="Proxima Nova"/>
              <a:ea typeface="Proxima Nova"/>
              <a:cs typeface="Proxima Nova"/>
              <a:sym typeface="Proxima Nova"/>
            </a:endParaRPr>
          </a:p>
        </p:txBody>
      </p:sp>
      <p:graphicFrame>
        <p:nvGraphicFramePr>
          <p:cNvPr id="583" name="Google Shape;583;p87"/>
          <p:cNvGraphicFramePr/>
          <p:nvPr/>
        </p:nvGraphicFramePr>
        <p:xfrm>
          <a:off x="4084975" y="943650"/>
          <a:ext cx="3000000" cy="3000000"/>
        </p:xfrm>
        <a:graphic>
          <a:graphicData uri="http://schemas.openxmlformats.org/drawingml/2006/table">
            <a:tbl>
              <a:tblPr>
                <a:noFill/>
                <a:tableStyleId>{279807F7-95FD-499A-B129-CE8DC78E08E1}</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showcasing featured rentals, locations, and easy search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detailed pages for specific rental properties.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rentals by type (e.g., beachfront, mountain cabin, city apartment).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pages about rental destinations highlighting local attractions and activities.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Host Profile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 pages detailing rental property hosts and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Policies /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outlining rental policies, terms, and guidelines.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offering travel tips, rental guides, and local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posts into clear themes.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guides specific to rental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 / 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answering common guest queries.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Standard informational pages (e.g., privacy policy, terms of service, contact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showcasing authors or contributors of site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galleries showcasing property interiors, exteriors, and surrounding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1000"/>
                                        <p:tgtEl>
                                          <p:spTgt spid="5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87" name="Shape 587"/>
        <p:cNvGrpSpPr/>
        <p:nvPr/>
      </p:nvGrpSpPr>
      <p:grpSpPr>
        <a:xfrm>
          <a:off x="0" y="0"/>
          <a:ext cx="0" cy="0"/>
          <a:chOff x="0" y="0"/>
          <a:chExt cx="0" cy="0"/>
        </a:xfrm>
      </p:grpSpPr>
      <p:pic>
        <p:nvPicPr>
          <p:cNvPr id="588" name="Google Shape;588;p88"/>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589" name="Google Shape;589;p88"/>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88"/>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591" name="Google Shape;591;p88"/>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592" name="Google Shape;592;p88"/>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593" name="Google Shape;593;p88"/>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Multi-Day Tours</a:t>
            </a:r>
            <a:endParaRPr sz="1600">
              <a:solidFill>
                <a:srgbClr val="E21A6B"/>
              </a:solidFill>
              <a:latin typeface="Proxima Nova"/>
              <a:ea typeface="Proxima Nova"/>
              <a:cs typeface="Proxima Nova"/>
              <a:sym typeface="Proxima Nova"/>
            </a:endParaRPr>
          </a:p>
        </p:txBody>
      </p:sp>
      <p:graphicFrame>
        <p:nvGraphicFramePr>
          <p:cNvPr id="594" name="Google Shape;594;p88"/>
          <p:cNvGraphicFramePr/>
          <p:nvPr/>
        </p:nvGraphicFramePr>
        <p:xfrm>
          <a:off x="4084975" y="842963"/>
          <a:ext cx="3000000" cy="3000000"/>
        </p:xfrm>
        <a:graphic>
          <a:graphicData uri="http://schemas.openxmlformats.org/drawingml/2006/table">
            <a:tbl>
              <a:tblPr>
                <a:noFill/>
                <a:tableStyleId>{279807F7-95FD-499A-B129-CE8DC78E08E1}</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Overview page showcasing multi-day tours, featured trips, and customer testimonials.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Multi-Day 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dedicated to individual multi-day tour details including itinerary, inclusions, pricing.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Multi-Day Tour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categorizing tours by region, duration, or theme (adventure, cultural, family,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Itinerary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daily breakdown of activities for each tour.</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Departure Schedule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Schedule of upcoming tour departures and availability.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Stories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customer experiences and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informational pages about tour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Robust standalone guides (packing lists, preparation advice, travel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about destinations, experiences, travel advice.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articles by theme or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(privacy policy, booking terms, cancellation policy).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showcasing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Photos/videos highlighting experiences from tours.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1"/>
                                        </p:tgtEl>
                                        <p:attrNameLst>
                                          <p:attrName>style.visibility</p:attrName>
                                        </p:attrNameLst>
                                      </p:cBhvr>
                                      <p:to>
                                        <p:strVal val="visible"/>
                                      </p:to>
                                    </p:set>
                                    <p:animEffect filter="fade" transition="in">
                                      <p:cBhvr>
                                        <p:cTn dur="1000"/>
                                        <p:tgtEl>
                                          <p:spTgt spid="5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98" name="Shape 598"/>
        <p:cNvGrpSpPr/>
        <p:nvPr/>
      </p:nvGrpSpPr>
      <p:grpSpPr>
        <a:xfrm>
          <a:off x="0" y="0"/>
          <a:ext cx="0" cy="0"/>
          <a:chOff x="0" y="0"/>
          <a:chExt cx="0" cy="0"/>
        </a:xfrm>
      </p:grpSpPr>
      <p:pic>
        <p:nvPicPr>
          <p:cNvPr id="599" name="Google Shape;599;p89"/>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600" name="Google Shape;600;p89"/>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89"/>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602" name="Google Shape;602;p89"/>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603" name="Google Shape;603;p89"/>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604" name="Google Shape;604;p89"/>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Charter Company</a:t>
            </a:r>
            <a:endParaRPr sz="1600">
              <a:solidFill>
                <a:srgbClr val="E21A6B"/>
              </a:solidFill>
              <a:latin typeface="Proxima Nova"/>
              <a:ea typeface="Proxima Nova"/>
              <a:cs typeface="Proxima Nova"/>
              <a:sym typeface="Proxima Nova"/>
            </a:endParaRPr>
          </a:p>
        </p:txBody>
      </p:sp>
      <p:graphicFrame>
        <p:nvGraphicFramePr>
          <p:cNvPr id="605" name="Google Shape;605;p89"/>
          <p:cNvGraphicFramePr/>
          <p:nvPr/>
        </p:nvGraphicFramePr>
        <p:xfrm>
          <a:off x="4084975" y="644025"/>
          <a:ext cx="3000000" cy="3000000"/>
        </p:xfrm>
        <a:graphic>
          <a:graphicData uri="http://schemas.openxmlformats.org/drawingml/2006/table">
            <a:tbl>
              <a:tblPr>
                <a:noFill/>
                <a:tableStyleId>{279807F7-95FD-499A-B129-CE8DC78E08E1}</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Landing page highlighting fleet options, popular charter routes, and booking inquiries.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Service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pages detailing each charter service offered (aircraft, yacht, buses).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Fleet Detail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for each specific vessel or vehicle in the fleet.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Route/Itinerary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pages for charter routes, itineraries, or popular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destinations accessible via charters.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Packages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clearly outlining pricing structures and charter packages.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Testimonials/Reviews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displaying reviews and customer feedback.</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Safety Information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content covering safety protocols and certifications.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sharing charter tips, destination highlights, or company news.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for organizing blog posts into clear topics.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Standalone content guides providing FAQs, booking tips, and travel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 (privacy policy, terms of service, contact).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for authors or contributors to the site.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Gallery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content showcasing the fleet, destinations, or charter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1000"/>
                                        <p:tgtEl>
                                          <p:spTgt spid="6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09" name="Shape 609"/>
        <p:cNvGrpSpPr/>
        <p:nvPr/>
      </p:nvGrpSpPr>
      <p:grpSpPr>
        <a:xfrm>
          <a:off x="0" y="0"/>
          <a:ext cx="0" cy="0"/>
          <a:chOff x="0" y="0"/>
          <a:chExt cx="0" cy="0"/>
        </a:xfrm>
      </p:grpSpPr>
      <p:pic>
        <p:nvPicPr>
          <p:cNvPr id="610" name="Google Shape;610;p90"/>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611" name="Google Shape;611;p90"/>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90"/>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613" name="Google Shape;613;p90"/>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614" name="Google Shape;614;p90"/>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615" name="Google Shape;615;p90"/>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Media Publishers</a:t>
            </a:r>
            <a:endParaRPr sz="1600">
              <a:solidFill>
                <a:srgbClr val="E21A6B"/>
              </a:solidFill>
              <a:latin typeface="Proxima Nova"/>
              <a:ea typeface="Proxima Nova"/>
              <a:cs typeface="Proxima Nova"/>
              <a:sym typeface="Proxima Nova"/>
            </a:endParaRPr>
          </a:p>
        </p:txBody>
      </p:sp>
      <p:graphicFrame>
        <p:nvGraphicFramePr>
          <p:cNvPr id="616" name="Google Shape;616;p90"/>
          <p:cNvGraphicFramePr/>
          <p:nvPr/>
        </p:nvGraphicFramePr>
        <p:xfrm>
          <a:off x="4081475" y="772200"/>
          <a:ext cx="3000000" cy="3000000"/>
        </p:xfrm>
        <a:graphic>
          <a:graphicData uri="http://schemas.openxmlformats.org/drawingml/2006/table">
            <a:tbl>
              <a:tblPr>
                <a:noFill/>
                <a:tableStyleId>{279807F7-95FD-499A-B129-CE8DC78E08E1}</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content hub highlighting recent articles, trending content, and featured stories.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Article/Post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or editorial content pieces about travel destinations, tips, or trends.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Article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articles based on common themes or topics (destinations, guides,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and inspirational guides covering various travel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Tips &amp; Advice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providing practical travel advice, hacks, and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Special Feature / Editorial Series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series or featured stories on specific themes or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Video/Media Content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specifically for video-based content or multimedia presentations.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Profile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highlighting contributing authors or content creators.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Sponsored Content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Clearly marked pages featuring sponsored or promotional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Organization of blog posts into clear topic-based groups.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Newsletter/Subscription Landing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encouraging subscription or sign-up for newsletters and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Standard informational content (terms, privacy policy, contact details).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Kit/Advertise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containing advertising options, rates, and media information for sponsors.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
                                        </p:tgtEl>
                                        <p:attrNameLst>
                                          <p:attrName>style.visibility</p:attrName>
                                        </p:attrNameLst>
                                      </p:cBhvr>
                                      <p:to>
                                        <p:strVal val="visible"/>
                                      </p:to>
                                    </p:set>
                                    <p:animEffect filter="fade" transition="in">
                                      <p:cBhvr>
                                        <p:cTn dur="1000"/>
                                        <p:tgtEl>
                                          <p:spTgt spid="6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20" name="Shape 620"/>
        <p:cNvGrpSpPr/>
        <p:nvPr/>
      </p:nvGrpSpPr>
      <p:grpSpPr>
        <a:xfrm>
          <a:off x="0" y="0"/>
          <a:ext cx="0" cy="0"/>
          <a:chOff x="0" y="0"/>
          <a:chExt cx="0" cy="0"/>
        </a:xfrm>
      </p:grpSpPr>
      <p:pic>
        <p:nvPicPr>
          <p:cNvPr id="621" name="Google Shape;621;p91"/>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622" name="Google Shape;622;p91"/>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91"/>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624" name="Google Shape;624;p91"/>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625" name="Google Shape;625;p91"/>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626" name="Google Shape;626;p91"/>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 Ancillaries</a:t>
            </a:r>
            <a:endParaRPr sz="1600">
              <a:solidFill>
                <a:srgbClr val="E21A6B"/>
              </a:solidFill>
              <a:latin typeface="Proxima Nova"/>
              <a:ea typeface="Proxima Nova"/>
              <a:cs typeface="Proxima Nova"/>
              <a:sym typeface="Proxima Nova"/>
            </a:endParaRPr>
          </a:p>
        </p:txBody>
      </p:sp>
      <p:graphicFrame>
        <p:nvGraphicFramePr>
          <p:cNvPr id="627" name="Google Shape;627;p91"/>
          <p:cNvGraphicFramePr/>
          <p:nvPr/>
        </p:nvGraphicFramePr>
        <p:xfrm>
          <a:off x="4081475" y="752825"/>
          <a:ext cx="3000000" cy="3000000"/>
        </p:xfrm>
        <a:graphic>
          <a:graphicData uri="http://schemas.openxmlformats.org/drawingml/2006/table">
            <a:tbl>
              <a:tblPr>
                <a:noFill/>
                <a:tableStyleId>{279807F7-95FD-499A-B129-CE8DC78E08E1}</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highlighting ancillary products, search and selection tools, and featured offers.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dedicated to specific ancillary products (insurance plans, SIM cards,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Grouping pages by ancillary product types or coverage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Coverage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detailing product applicability by destination or region.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Comparison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enabling users to compare ancillary products side-by-side.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Promotions &amp; Discounts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featuring current promotions, deals, or special offers.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How-To Guide &amp; FAQ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detailed instructions, FAQs, and support for ancillary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Customer Support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customer inquiries, contact information, and support resources.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on travel safety, connectivity tips, and product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to organize blog articles.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Standalone content pages providing detailed advice or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(terms of service, privacy policy).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for authors or content creators.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1000"/>
                                        <p:tgtEl>
                                          <p:spTgt spid="6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31" name="Shape 631"/>
        <p:cNvGrpSpPr/>
        <p:nvPr/>
      </p:nvGrpSpPr>
      <p:grpSpPr>
        <a:xfrm>
          <a:off x="0" y="0"/>
          <a:ext cx="0" cy="0"/>
          <a:chOff x="0" y="0"/>
          <a:chExt cx="0" cy="0"/>
        </a:xfrm>
      </p:grpSpPr>
      <p:pic>
        <p:nvPicPr>
          <p:cNvPr id="632" name="Google Shape;632;p92"/>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633" name="Google Shape;633;p92"/>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92"/>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635" name="Google Shape;635;p92"/>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636" name="Google Shape;636;p92"/>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637" name="Google Shape;637;p92"/>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Ground Transportation</a:t>
            </a:r>
            <a:endParaRPr sz="1600">
              <a:solidFill>
                <a:srgbClr val="E21A6B"/>
              </a:solidFill>
              <a:latin typeface="Proxima Nova"/>
              <a:ea typeface="Proxima Nova"/>
              <a:cs typeface="Proxima Nova"/>
              <a:sym typeface="Proxima Nova"/>
            </a:endParaRPr>
          </a:p>
        </p:txBody>
      </p:sp>
      <p:graphicFrame>
        <p:nvGraphicFramePr>
          <p:cNvPr id="638" name="Google Shape;638;p92"/>
          <p:cNvGraphicFramePr/>
          <p:nvPr/>
        </p:nvGraphicFramePr>
        <p:xfrm>
          <a:off x="4157675" y="881063"/>
          <a:ext cx="3000000" cy="3000000"/>
        </p:xfrm>
        <a:graphic>
          <a:graphicData uri="http://schemas.openxmlformats.org/drawingml/2006/table">
            <a:tbl>
              <a:tblPr>
                <a:noFill/>
                <a:tableStyleId>{279807F7-95FD-499A-B129-CE8DC78E08E1}</a:tableStyleId>
              </a:tblPr>
              <a:tblGrid>
                <a:gridCol w="1154200"/>
                <a:gridCol w="35861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showcasing transportation options, rental booking tools, and promotions.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Vehicle/Product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detailing specific vehicles or transportation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 Type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vehicles by type (economy, luxury, SUV, shuttle,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361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Pickup/Drop-off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transportation logistics specific to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Booking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 information on pricing structures, availability, and booking instructions.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Policies &amp;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service policies, rental agreements, and procedures.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Reviews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Customer feedback and testimonials about transportation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about transportation tips, destination travel advice, or company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content clearly by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Guides offering transportation-related advice or destination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FAQ pages addressing common customer questions.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required for compliance (privacy policy, contact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5"/>
                                        </p:tgtEl>
                                        <p:attrNameLst>
                                          <p:attrName>style.visibility</p:attrName>
                                        </p:attrNameLst>
                                      </p:cBhvr>
                                      <p:to>
                                        <p:strVal val="visible"/>
                                      </p:to>
                                    </p:set>
                                    <p:animEffect filter="fade" transition="in">
                                      <p:cBhvr>
                                        <p:cTn dur="1000"/>
                                        <p:tgtEl>
                                          <p:spTgt spid="6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42" name="Shape 642"/>
        <p:cNvGrpSpPr/>
        <p:nvPr/>
      </p:nvGrpSpPr>
      <p:grpSpPr>
        <a:xfrm>
          <a:off x="0" y="0"/>
          <a:ext cx="0" cy="0"/>
          <a:chOff x="0" y="0"/>
          <a:chExt cx="0" cy="0"/>
        </a:xfrm>
      </p:grpSpPr>
      <p:pic>
        <p:nvPicPr>
          <p:cNvPr id="643" name="Google Shape;643;p93"/>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644" name="Google Shape;644;p93"/>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93"/>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646" name="Google Shape;646;p93"/>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647" name="Google Shape;647;p9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648" name="Google Shape;648;p93"/>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 Ecom (Travel Gear, Clothing &amp; Products)</a:t>
            </a:r>
            <a:endParaRPr sz="1600">
              <a:solidFill>
                <a:srgbClr val="E21A6B"/>
              </a:solidFill>
              <a:latin typeface="Proxima Nova"/>
              <a:ea typeface="Proxima Nova"/>
              <a:cs typeface="Proxima Nova"/>
              <a:sym typeface="Proxima Nova"/>
            </a:endParaRPr>
          </a:p>
        </p:txBody>
      </p:sp>
      <p:graphicFrame>
        <p:nvGraphicFramePr>
          <p:cNvPr id="649" name="Google Shape;649;p93"/>
          <p:cNvGraphicFramePr/>
          <p:nvPr/>
        </p:nvGraphicFramePr>
        <p:xfrm>
          <a:off x="4157675" y="819825"/>
          <a:ext cx="3000000" cy="3000000"/>
        </p:xfrm>
        <a:graphic>
          <a:graphicData uri="http://schemas.openxmlformats.org/drawingml/2006/table">
            <a:tbl>
              <a:tblPr>
                <a:noFill/>
                <a:tableStyleId>{279807F7-95FD-499A-B129-CE8DC78E08E1}</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showcasing transportation options, rental booking tools, and promotions.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Vehicle/Product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detailing specific vehicles or transportation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 Type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vehicles by type (economy, luxury, SUV, shuttle,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361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Pickup/Drop-off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transportation logistics specific to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Booking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 information on pricing structures, availability, and booking instructions.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Policies &amp;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service policies, rental agreements, and procedures.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Reviews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Customer feedback and testimonials about transportation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about transportation tips, destination travel advice, or company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content clearly by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Guides offering transportation-related advice or destination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FAQ pages addressing common customer questions.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required for compliance (privacy policy, contact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6"/>
                                        </p:tgtEl>
                                        <p:attrNameLst>
                                          <p:attrName>style.visibility</p:attrName>
                                        </p:attrNameLst>
                                      </p:cBhvr>
                                      <p:to>
                                        <p:strVal val="visible"/>
                                      </p:to>
                                    </p:set>
                                    <p:animEffect filter="fade" transition="in">
                                      <p:cBhvr>
                                        <p:cTn dur="1000"/>
                                        <p:tgtEl>
                                          <p:spTgt spid="6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53" name="Shape 653"/>
        <p:cNvGrpSpPr/>
        <p:nvPr/>
      </p:nvGrpSpPr>
      <p:grpSpPr>
        <a:xfrm>
          <a:off x="0" y="0"/>
          <a:ext cx="0" cy="0"/>
          <a:chOff x="0" y="0"/>
          <a:chExt cx="0" cy="0"/>
        </a:xfrm>
      </p:grpSpPr>
      <p:pic>
        <p:nvPicPr>
          <p:cNvPr id="654" name="Google Shape;654;p94"/>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655" name="Google Shape;655;p94"/>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94"/>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URL Actions</a:t>
            </a:r>
            <a:endParaRPr sz="2400">
              <a:solidFill>
                <a:srgbClr val="E21A6B"/>
              </a:solidFill>
              <a:latin typeface="Proxima Nova"/>
              <a:ea typeface="Proxima Nova"/>
              <a:cs typeface="Proxima Nova"/>
              <a:sym typeface="Proxima Nova"/>
            </a:endParaRPr>
          </a:p>
        </p:txBody>
      </p:sp>
      <p:sp>
        <p:nvSpPr>
          <p:cNvPr id="657" name="Google Shape;657;p94"/>
          <p:cNvSpPr txBox="1"/>
          <p:nvPr/>
        </p:nvSpPr>
        <p:spPr>
          <a:xfrm>
            <a:off x="242425" y="1604975"/>
            <a:ext cx="36648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each page on the site is classified into a category, we can quickly assess each page for quality (by section).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assign each page a “URL Action” (see chart to the right for full list and explanations of each).</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These “URL Actions” dictate:</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AutoNum type="arabicPeriod"/>
            </a:pPr>
            <a:r>
              <a:rPr b="1" lang="en" sz="1200">
                <a:solidFill>
                  <a:schemeClr val="dk1"/>
                </a:solidFill>
                <a:latin typeface="Proxima Nova"/>
                <a:ea typeface="Proxima Nova"/>
                <a:cs typeface="Proxima Nova"/>
                <a:sym typeface="Proxima Nova"/>
              </a:rPr>
              <a:t>Which pages to clean up</a:t>
            </a:r>
            <a:r>
              <a:rPr lang="en" sz="1200">
                <a:solidFill>
                  <a:schemeClr val="dk1"/>
                </a:solidFill>
                <a:latin typeface="Proxima Nova"/>
                <a:ea typeface="Proxima Nova"/>
                <a:cs typeface="Proxima Nova"/>
                <a:sym typeface="Proxima Nova"/>
              </a:rPr>
              <a:t> (i.e. redirect, NOINDEX,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have no potential for traffic and to ignore (i.e. contact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we will focus on for the campaign (i.e. perform KW research, update “on page” elements, target with links).</a:t>
            </a:r>
            <a:endParaRPr sz="1200">
              <a:solidFill>
                <a:schemeClr val="dk1"/>
              </a:solidFill>
              <a:latin typeface="Proxima Nova"/>
              <a:ea typeface="Proxima Nova"/>
              <a:cs typeface="Proxima Nova"/>
              <a:sym typeface="Proxima Nova"/>
            </a:endParaRPr>
          </a:p>
        </p:txBody>
      </p:sp>
      <p:pic>
        <p:nvPicPr>
          <p:cNvPr id="658" name="Google Shape;658;p94"/>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aphicFrame>
        <p:nvGraphicFramePr>
          <p:cNvPr id="659" name="Google Shape;659;p94"/>
          <p:cNvGraphicFramePr/>
          <p:nvPr/>
        </p:nvGraphicFramePr>
        <p:xfrm>
          <a:off x="4119000" y="143575"/>
          <a:ext cx="3000000" cy="3000000"/>
        </p:xfrm>
        <a:graphic>
          <a:graphicData uri="http://schemas.openxmlformats.org/drawingml/2006/table">
            <a:tbl>
              <a:tblPr>
                <a:noFill/>
                <a:tableStyleId>{67DDDDD0-1EFF-494B-8CC1-C46AF70B220F}</a:tableStyleId>
              </a:tblPr>
              <a:tblGrid>
                <a:gridCol w="754850"/>
                <a:gridCol w="4078750"/>
              </a:tblGrid>
              <a:tr h="221750">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URL Action</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Detail</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 Leave As 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No action needed on the page. You can use this tag for pages performing well or for pages you simply want to ignore because they are irrelevant to your SEO (contact page, etc).</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2. Update "On Page"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Use this when you want to review the keywords, titles, meta and on page content for that URL. This can also be used for evergreen, cornerstone  blog posts / resource guides that you want to update with more recent information. URLs assigned this URL Action are moved into the “KW Research for Existing Pages &amp; On-Page recommendations” deliverable.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3. Target w/ Links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everything checks out with the page but it doesn’t have rankings, the best solution is to target it with links. You can also double up to “Update On Page” and “Target w/ Links” using both action columns.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4. 301 (Redirect)</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When a page serves no value to the website (both for search engines and users) you will want to 301 redirect it into a more relevant page.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5. Canonicalize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similar pages targeting the same topic but you NEED both pages (i.e. you don’t want to remove the page), set a canonical tag that points to the page you want to rank.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6. Block Crawl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a group of pages that serve NO value to search engines (but have value to website visitors), the best option is to block that section from being crawled. This works best when pages are grouped by URL structure (i.e. /archives/).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7. No Index</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want to stop Google from indexing a low quality page, use this tag. Blocking Crawl is reserved for a number of pages or site sections, No Index is reserved for individual or stand alone pages.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8. Content Analysis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For content (blogs or resources) where there is potential value in updating &amp; optimizing the content for search. </a:t>
                      </a:r>
                      <a:r>
                        <a:rPr lang="en" sz="700">
                          <a:solidFill>
                            <a:srgbClr val="000000"/>
                          </a:solidFill>
                          <a:latin typeface="Proxima Nova"/>
                          <a:ea typeface="Proxima Nova"/>
                          <a:cs typeface="Proxima Nova"/>
                          <a:sym typeface="Proxima Nova"/>
                        </a:rPr>
                        <a:t>URLs assigned this URL Action are moved into the “Content Analysis” deliverable.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9. 410 Delete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page no longer serves a purpose to the website, has NO links, NO traffic and the keywords are</a:t>
                      </a:r>
                      <a:r>
                        <a:rPr b="1" lang="en" sz="700">
                          <a:latin typeface="Proxima Nova"/>
                          <a:ea typeface="Proxima Nova"/>
                          <a:cs typeface="Proxima Nova"/>
                          <a:sym typeface="Proxima Nova"/>
                        </a:rPr>
                        <a:t> no longer relevant</a:t>
                      </a:r>
                      <a:r>
                        <a:rPr lang="en" sz="700">
                          <a:latin typeface="Proxima Nova"/>
                          <a:ea typeface="Proxima Nova"/>
                          <a:cs typeface="Proxima Nova"/>
                          <a:sym typeface="Proxima Nova"/>
                        </a:rPr>
                        <a:t>, we can delete it.</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10. Find and Replace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“301” page is discovered during the crawl, and the internal link can be replaced with its “Final URL” to remove an extra step for crawlers to move through, we want to find that URL and replace it with its final location.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11. Find and Remove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“404” page is discovered and there is no suitable replacement for the page, we want to find where the broken link is located and remove the link from the site.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1000"/>
                                        <p:tgtEl>
                                          <p:spTgt spid="6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663" name="Shape 663"/>
        <p:cNvGrpSpPr/>
        <p:nvPr/>
      </p:nvGrpSpPr>
      <p:grpSpPr>
        <a:xfrm>
          <a:off x="0" y="0"/>
          <a:ext cx="0" cy="0"/>
          <a:chOff x="0" y="0"/>
          <a:chExt cx="0" cy="0"/>
        </a:xfrm>
      </p:grpSpPr>
      <p:sp>
        <p:nvSpPr>
          <p:cNvPr id="664" name="Google Shape;664;p95"/>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665" name="Google Shape;665;p95"/>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666" name="Google Shape;666;p95"/>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the structure of the clients site.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Are they focusing in areas that don’t produce bookings?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Are they too heavy in pages that shouldn’t be indexed?</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667" name="Google Shape;667;p95"/>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668" name="Google Shape;668;p95"/>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Site Structure</a:t>
            </a:r>
            <a:endParaRPr/>
          </a:p>
        </p:txBody>
      </p:sp>
      <p:pic>
        <p:nvPicPr>
          <p:cNvPr id="669" name="Google Shape;669;p95" title="Chart"/>
          <p:cNvPicPr preferRelativeResize="0"/>
          <p:nvPr/>
        </p:nvPicPr>
        <p:blipFill>
          <a:blip r:embed="rId4">
            <a:alphaModFix/>
          </a:blip>
          <a:stretch>
            <a:fillRect/>
          </a:stretch>
        </p:blipFill>
        <p:spPr>
          <a:xfrm>
            <a:off x="134225" y="1124525"/>
            <a:ext cx="5407200" cy="3343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673" name="Shape 673"/>
        <p:cNvGrpSpPr/>
        <p:nvPr/>
      </p:nvGrpSpPr>
      <p:grpSpPr>
        <a:xfrm>
          <a:off x="0" y="0"/>
          <a:ext cx="0" cy="0"/>
          <a:chOff x="0" y="0"/>
          <a:chExt cx="0" cy="0"/>
        </a:xfrm>
      </p:grpSpPr>
      <p:sp>
        <p:nvSpPr>
          <p:cNvPr id="674" name="Google Shape;674;p96"/>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675" name="Google Shape;675;p96"/>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676" name="Google Shape;676;p96"/>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organic traffic by site section.</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What section is bringing in the most traffic? Is this branded or non-branded?</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Does performance by site section correlate with the number of pages in each </a:t>
            </a:r>
            <a:r>
              <a:rPr lang="en" sz="1100">
                <a:solidFill>
                  <a:schemeClr val="dk1"/>
                </a:solidFill>
                <a:latin typeface="Proxima Nova"/>
                <a:ea typeface="Proxima Nova"/>
                <a:cs typeface="Proxima Nova"/>
                <a:sym typeface="Proxima Nova"/>
              </a:rPr>
              <a:t>section</a:t>
            </a:r>
            <a:r>
              <a:rPr lang="en" sz="1100">
                <a:solidFill>
                  <a:schemeClr val="dk1"/>
                </a:solidFill>
                <a:latin typeface="Proxima Nova"/>
                <a:ea typeface="Proxima Nova"/>
                <a:cs typeface="Proxima Nova"/>
                <a:sym typeface="Proxima Nova"/>
              </a:rPr>
              <a:t>?</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677" name="Google Shape;677;p96"/>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678" name="Google Shape;678;p96"/>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Organic Performance</a:t>
            </a:r>
            <a:endParaRPr/>
          </a:p>
        </p:txBody>
      </p:sp>
      <p:pic>
        <p:nvPicPr>
          <p:cNvPr id="679" name="Google Shape;679;p96" title="Chart"/>
          <p:cNvPicPr preferRelativeResize="0"/>
          <p:nvPr/>
        </p:nvPicPr>
        <p:blipFill>
          <a:blip r:embed="rId4">
            <a:alphaModFix/>
          </a:blip>
          <a:stretch>
            <a:fillRect/>
          </a:stretch>
        </p:blipFill>
        <p:spPr>
          <a:xfrm>
            <a:off x="152400" y="931275"/>
            <a:ext cx="5598225" cy="34615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21A6B"/>
        </a:solidFill>
      </p:bgPr>
    </p:bg>
    <p:spTree>
      <p:nvGrpSpPr>
        <p:cNvPr id="683" name="Shape 683"/>
        <p:cNvGrpSpPr/>
        <p:nvPr/>
      </p:nvGrpSpPr>
      <p:grpSpPr>
        <a:xfrm>
          <a:off x="0" y="0"/>
          <a:ext cx="0" cy="0"/>
          <a:chOff x="0" y="0"/>
          <a:chExt cx="0" cy="0"/>
        </a:xfrm>
      </p:grpSpPr>
      <p:sp>
        <p:nvSpPr>
          <p:cNvPr id="684" name="Google Shape;684;p97"/>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97"/>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686" name="Google Shape;686;p97"/>
          <p:cNvSpPr txBox="1"/>
          <p:nvPr/>
        </p:nvSpPr>
        <p:spPr>
          <a:xfrm>
            <a:off x="2875500" y="342900"/>
            <a:ext cx="6268500" cy="36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Next slide will correlate site sections to phases of the Traveler Intent Journey, to help identify where the client’s site is meeting content goals, and where there are large gaps in the customer journey.</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700"/>
              </a:spcAft>
              <a:buNone/>
            </a:pPr>
            <a:r>
              <a:t/>
            </a:r>
            <a:endParaRPr sz="1200">
              <a:solidFill>
                <a:schemeClr val="dk1"/>
              </a:solidFill>
              <a:latin typeface="Proxima Nova"/>
              <a:ea typeface="Proxima Nova"/>
              <a:cs typeface="Proxima Nova"/>
              <a:sym typeface="Proxima Nova"/>
            </a:endParaRPr>
          </a:p>
        </p:txBody>
      </p:sp>
      <p:pic>
        <p:nvPicPr>
          <p:cNvPr id="687" name="Google Shape;687;p97"/>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688" name="Google Shape;688;p97"/>
          <p:cNvPicPr preferRelativeResize="0"/>
          <p:nvPr/>
        </p:nvPicPr>
        <p:blipFill rotWithShape="1">
          <a:blip r:embed="rId4">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6"/>
                                        </p:tgtEl>
                                        <p:attrNameLst>
                                          <p:attrName>style.visibility</p:attrName>
                                        </p:attrNameLst>
                                      </p:cBhvr>
                                      <p:to>
                                        <p:strVal val="visible"/>
                                      </p:to>
                                    </p:set>
                                    <p:animEffect filter="fade" transition="in">
                                      <p:cBhvr>
                                        <p:cTn dur="1000"/>
                                        <p:tgtEl>
                                          <p:spTgt spid="6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692" name="Shape 692"/>
        <p:cNvGrpSpPr/>
        <p:nvPr/>
      </p:nvGrpSpPr>
      <p:grpSpPr>
        <a:xfrm>
          <a:off x="0" y="0"/>
          <a:ext cx="0" cy="0"/>
          <a:chOff x="0" y="0"/>
          <a:chExt cx="0" cy="0"/>
        </a:xfrm>
      </p:grpSpPr>
      <p:pic>
        <p:nvPicPr>
          <p:cNvPr id="693" name="Google Shape;693;p98"/>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694" name="Google Shape;694;p98"/>
          <p:cNvSpPr txBox="1"/>
          <p:nvPr/>
        </p:nvSpPr>
        <p:spPr>
          <a:xfrm>
            <a:off x="1997175" y="791100"/>
            <a:ext cx="6864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2000"/>
              <a:buFont typeface="Arial"/>
              <a:buNone/>
            </a:pPr>
            <a:r>
              <a:rPr lang="en" sz="2400">
                <a:solidFill>
                  <a:schemeClr val="dk1"/>
                </a:solidFill>
                <a:latin typeface="Proxima Nova Extrabold"/>
                <a:ea typeface="Proxima Nova Extrabold"/>
                <a:cs typeface="Proxima Nova Extrabold"/>
                <a:sym typeface="Proxima Nova Extrabold"/>
              </a:rPr>
              <a:t>We map your marketing campaigns </a:t>
            </a:r>
            <a:endParaRPr sz="2400">
              <a:solidFill>
                <a:schemeClr val="dk1"/>
              </a:solidFill>
              <a:latin typeface="Proxima Nova Extrabold"/>
              <a:ea typeface="Proxima Nova Extrabold"/>
              <a:cs typeface="Proxima Nova Extrabold"/>
              <a:sym typeface="Proxima Nova Extrabold"/>
            </a:endParaRPr>
          </a:p>
          <a:p>
            <a:pPr indent="0" lvl="0" marL="0" rtl="0" algn="l">
              <a:spcBef>
                <a:spcPts val="0"/>
              </a:spcBef>
              <a:spcAft>
                <a:spcPts val="0"/>
              </a:spcAft>
              <a:buClr>
                <a:srgbClr val="000000"/>
              </a:buClr>
              <a:buSzPts val="2000"/>
              <a:buFont typeface="Arial"/>
              <a:buNone/>
            </a:pPr>
            <a:r>
              <a:rPr lang="en" sz="2400">
                <a:solidFill>
                  <a:schemeClr val="dk1"/>
                </a:solidFill>
                <a:latin typeface="Proxima Nova Extrabold"/>
                <a:ea typeface="Proxima Nova Extrabold"/>
                <a:cs typeface="Proxima Nova Extrabold"/>
                <a:sym typeface="Proxima Nova Extrabold"/>
              </a:rPr>
              <a:t>to specific phases of </a:t>
            </a:r>
            <a:r>
              <a:rPr lang="en" sz="2400">
                <a:solidFill>
                  <a:srgbClr val="F00D68"/>
                </a:solidFill>
                <a:latin typeface="Proxima Nova Extrabold"/>
                <a:ea typeface="Proxima Nova Extrabold"/>
                <a:cs typeface="Proxima Nova Extrabold"/>
                <a:sym typeface="Proxima Nova Extrabold"/>
              </a:rPr>
              <a:t>Traveler Intent</a:t>
            </a:r>
            <a:r>
              <a:rPr lang="en" sz="2400">
                <a:solidFill>
                  <a:schemeClr val="dk1"/>
                </a:solidFill>
                <a:latin typeface="Proxima Nova Extrabold"/>
                <a:ea typeface="Proxima Nova Extrabold"/>
                <a:cs typeface="Proxima Nova Extrabold"/>
                <a:sym typeface="Proxima Nova Extrabold"/>
              </a:rPr>
              <a:t>.</a:t>
            </a:r>
            <a:endParaRPr b="1" sz="2400">
              <a:solidFill>
                <a:schemeClr val="dk1"/>
              </a:solidFill>
              <a:latin typeface="Poppins"/>
              <a:ea typeface="Poppins"/>
              <a:cs typeface="Poppins"/>
              <a:sym typeface="Poppins"/>
            </a:endParaRPr>
          </a:p>
        </p:txBody>
      </p:sp>
      <p:sp>
        <p:nvSpPr>
          <p:cNvPr id="695" name="Google Shape;695;p98"/>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marR="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Traveler Intent Unlocks Bookings</a:t>
            </a:r>
            <a:endParaRPr sz="1200">
              <a:solidFill>
                <a:schemeClr val="lt1"/>
              </a:solidFill>
              <a:latin typeface="Proxima Nova Extrabold"/>
              <a:ea typeface="Proxima Nova Extrabold"/>
              <a:cs typeface="Proxima Nova Extrabold"/>
              <a:sym typeface="Proxima Nova Extrabold"/>
            </a:endParaRPr>
          </a:p>
        </p:txBody>
      </p:sp>
      <p:sp>
        <p:nvSpPr>
          <p:cNvPr id="696" name="Google Shape;696;p98"/>
          <p:cNvSpPr/>
          <p:nvPr/>
        </p:nvSpPr>
        <p:spPr>
          <a:xfrm rot="5400000">
            <a:off x="2602254" y="3193898"/>
            <a:ext cx="115500" cy="110100"/>
          </a:xfrm>
          <a:prstGeom prst="triangle">
            <a:avLst>
              <a:gd fmla="val 50000" name="adj"/>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98"/>
          <p:cNvSpPr/>
          <p:nvPr/>
        </p:nvSpPr>
        <p:spPr>
          <a:xfrm rot="5400000">
            <a:off x="3927591" y="3193898"/>
            <a:ext cx="115500" cy="110100"/>
          </a:xfrm>
          <a:prstGeom prst="triangle">
            <a:avLst>
              <a:gd fmla="val 50000" name="adj"/>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98"/>
          <p:cNvSpPr/>
          <p:nvPr/>
        </p:nvSpPr>
        <p:spPr>
          <a:xfrm rot="5400000">
            <a:off x="5252928" y="3193898"/>
            <a:ext cx="115500" cy="110100"/>
          </a:xfrm>
          <a:prstGeom prst="triangle">
            <a:avLst>
              <a:gd fmla="val 50000" name="adj"/>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98"/>
          <p:cNvSpPr/>
          <p:nvPr/>
        </p:nvSpPr>
        <p:spPr>
          <a:xfrm rot="5400000">
            <a:off x="6578264" y="3193898"/>
            <a:ext cx="115500" cy="110100"/>
          </a:xfrm>
          <a:prstGeom prst="triangle">
            <a:avLst>
              <a:gd fmla="val 50000" name="adj"/>
            </a:avLst>
          </a:pr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98"/>
          <p:cNvSpPr txBox="1"/>
          <p:nvPr/>
        </p:nvSpPr>
        <p:spPr>
          <a:xfrm>
            <a:off x="1408802" y="2312498"/>
            <a:ext cx="1177500" cy="2463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lang="en" sz="1000">
                <a:latin typeface="Roboto"/>
                <a:ea typeface="Roboto"/>
                <a:cs typeface="Roboto"/>
                <a:sym typeface="Roboto"/>
              </a:rPr>
              <a:t>INSPIRE</a:t>
            </a:r>
            <a:endParaRPr b="0" i="0" sz="1000" u="none" cap="none" strike="noStrike">
              <a:solidFill>
                <a:srgbClr val="000000"/>
              </a:solidFill>
              <a:latin typeface="Roboto"/>
              <a:ea typeface="Roboto"/>
              <a:cs typeface="Roboto"/>
              <a:sym typeface="Roboto"/>
            </a:endParaRPr>
          </a:p>
        </p:txBody>
      </p:sp>
      <p:sp>
        <p:nvSpPr>
          <p:cNvPr id="701" name="Google Shape;701;p98"/>
          <p:cNvSpPr txBox="1"/>
          <p:nvPr/>
        </p:nvSpPr>
        <p:spPr>
          <a:xfrm>
            <a:off x="1408775" y="2619152"/>
            <a:ext cx="1177500" cy="1217400"/>
          </a:xfrm>
          <a:prstGeom prst="rect">
            <a:avLst/>
          </a:prstGeom>
          <a:gradFill>
            <a:gsLst>
              <a:gs pos="0">
                <a:srgbClr val="424242"/>
              </a:gs>
              <a:gs pos="100000">
                <a:srgbClr val="010101"/>
              </a:gs>
            </a:gsLst>
            <a:path path="circle">
              <a:fillToRect b="50%" l="50%" r="50%" t="50%"/>
            </a:path>
            <a:tileRect/>
          </a:gradFill>
          <a:ln>
            <a:noFill/>
          </a:ln>
          <a:effectLst>
            <a:outerShdw blurRad="71438" rotWithShape="0" algn="bl" dir="2760000" dist="47625">
              <a:srgbClr val="000000">
                <a:alpha val="20000"/>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rgbClr val="FFFFFF"/>
                </a:solidFill>
                <a:latin typeface="Roboto"/>
                <a:ea typeface="Roboto"/>
                <a:cs typeface="Roboto"/>
                <a:sym typeface="Roboto"/>
              </a:rPr>
              <a:t>Where should I go?!</a:t>
            </a:r>
            <a:endParaRPr b="1" i="0" sz="1000" u="none" cap="none" strike="noStrike">
              <a:solidFill>
                <a:srgbClr val="FFFFFF"/>
              </a:solidFill>
              <a:latin typeface="Roboto"/>
              <a:ea typeface="Roboto"/>
              <a:cs typeface="Roboto"/>
              <a:sym typeface="Roboto"/>
            </a:endParaRPr>
          </a:p>
        </p:txBody>
      </p:sp>
      <p:sp>
        <p:nvSpPr>
          <p:cNvPr id="702" name="Google Shape;702;p98"/>
          <p:cNvSpPr txBox="1"/>
          <p:nvPr/>
        </p:nvSpPr>
        <p:spPr>
          <a:xfrm>
            <a:off x="4059448" y="2312500"/>
            <a:ext cx="1177500" cy="2463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lang="en" sz="1000">
                <a:latin typeface="Roboto"/>
                <a:ea typeface="Roboto"/>
                <a:cs typeface="Roboto"/>
                <a:sym typeface="Roboto"/>
              </a:rPr>
              <a:t>BOOK</a:t>
            </a:r>
            <a:endParaRPr b="1" i="0" sz="1000" u="none" cap="none" strike="noStrike">
              <a:solidFill>
                <a:srgbClr val="000000"/>
              </a:solidFill>
              <a:latin typeface="Roboto"/>
              <a:ea typeface="Roboto"/>
              <a:cs typeface="Roboto"/>
              <a:sym typeface="Roboto"/>
            </a:endParaRPr>
          </a:p>
        </p:txBody>
      </p:sp>
      <p:sp>
        <p:nvSpPr>
          <p:cNvPr id="703" name="Google Shape;703;p98"/>
          <p:cNvSpPr txBox="1"/>
          <p:nvPr/>
        </p:nvSpPr>
        <p:spPr>
          <a:xfrm>
            <a:off x="4059448" y="2619152"/>
            <a:ext cx="1177500" cy="1217400"/>
          </a:xfrm>
          <a:prstGeom prst="rect">
            <a:avLst/>
          </a:prstGeom>
          <a:solidFill>
            <a:srgbClr val="E21A6B"/>
          </a:solidFill>
          <a:ln>
            <a:noFill/>
          </a:ln>
          <a:effectLst>
            <a:outerShdw blurRad="71438" rotWithShape="0" algn="bl" dir="2760000" dist="47625">
              <a:srgbClr val="000000">
                <a:alpha val="20000"/>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chemeClr val="lt1"/>
                </a:solidFill>
                <a:latin typeface="Roboto"/>
                <a:ea typeface="Roboto"/>
                <a:cs typeface="Roboto"/>
                <a:sym typeface="Roboto"/>
              </a:rPr>
              <a:t>Who am I booking with?</a:t>
            </a:r>
            <a:endParaRPr b="1" i="0" sz="1000" u="none" cap="none" strike="noStrike">
              <a:solidFill>
                <a:schemeClr val="lt1"/>
              </a:solidFill>
              <a:latin typeface="Roboto"/>
              <a:ea typeface="Roboto"/>
              <a:cs typeface="Roboto"/>
              <a:sym typeface="Roboto"/>
            </a:endParaRPr>
          </a:p>
        </p:txBody>
      </p:sp>
      <p:sp>
        <p:nvSpPr>
          <p:cNvPr id="704" name="Google Shape;704;p98"/>
          <p:cNvSpPr txBox="1"/>
          <p:nvPr/>
        </p:nvSpPr>
        <p:spPr>
          <a:xfrm>
            <a:off x="5384785" y="2619152"/>
            <a:ext cx="1177500" cy="1217400"/>
          </a:xfrm>
          <a:prstGeom prst="rect">
            <a:avLst/>
          </a:prstGeom>
          <a:solidFill>
            <a:srgbClr val="004EA8"/>
          </a:solidFill>
          <a:ln>
            <a:noFill/>
          </a:ln>
          <a:effectLst>
            <a:outerShdw blurRad="71438" rotWithShape="0" algn="bl" dir="2760000" dist="47625">
              <a:srgbClr val="000000">
                <a:alpha val="20000"/>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chemeClr val="lt1"/>
                </a:solidFill>
                <a:latin typeface="Roboto"/>
                <a:ea typeface="Roboto"/>
                <a:cs typeface="Roboto"/>
                <a:sym typeface="Roboto"/>
              </a:rPr>
              <a:t>How can I further enrich my experience?</a:t>
            </a:r>
            <a:endParaRPr b="1" i="0" sz="1000" u="none" cap="none" strike="noStrike">
              <a:solidFill>
                <a:schemeClr val="lt1"/>
              </a:solidFill>
              <a:latin typeface="Roboto"/>
              <a:ea typeface="Roboto"/>
              <a:cs typeface="Roboto"/>
              <a:sym typeface="Roboto"/>
            </a:endParaRPr>
          </a:p>
        </p:txBody>
      </p:sp>
      <p:sp>
        <p:nvSpPr>
          <p:cNvPr id="705" name="Google Shape;705;p98"/>
          <p:cNvSpPr txBox="1"/>
          <p:nvPr/>
        </p:nvSpPr>
        <p:spPr>
          <a:xfrm>
            <a:off x="6710121" y="2312500"/>
            <a:ext cx="1177500" cy="2463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lang="en" sz="1000">
                <a:latin typeface="Roboto"/>
                <a:ea typeface="Roboto"/>
                <a:cs typeface="Roboto"/>
                <a:sym typeface="Roboto"/>
              </a:rPr>
              <a:t>REFLECT</a:t>
            </a:r>
            <a:endParaRPr b="1" i="0" sz="1000" u="none" cap="none" strike="noStrike">
              <a:solidFill>
                <a:srgbClr val="000000"/>
              </a:solidFill>
              <a:latin typeface="Roboto"/>
              <a:ea typeface="Roboto"/>
              <a:cs typeface="Roboto"/>
              <a:sym typeface="Roboto"/>
            </a:endParaRPr>
          </a:p>
        </p:txBody>
      </p:sp>
      <p:sp>
        <p:nvSpPr>
          <p:cNvPr id="706" name="Google Shape;706;p98"/>
          <p:cNvSpPr txBox="1"/>
          <p:nvPr/>
        </p:nvSpPr>
        <p:spPr>
          <a:xfrm>
            <a:off x="6710121" y="2619152"/>
            <a:ext cx="1177500" cy="1217400"/>
          </a:xfrm>
          <a:prstGeom prst="rect">
            <a:avLst/>
          </a:prstGeom>
          <a:solidFill>
            <a:srgbClr val="351C75"/>
          </a:solidFill>
          <a:ln>
            <a:noFill/>
          </a:ln>
          <a:effectLst>
            <a:outerShdw blurRad="71438" rotWithShape="0" algn="bl" dir="2760000" dist="47625">
              <a:srgbClr val="000000">
                <a:alpha val="20000"/>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rgbClr val="FFFFFF"/>
                </a:solidFill>
                <a:latin typeface="Roboto"/>
                <a:ea typeface="Roboto"/>
                <a:cs typeface="Roboto"/>
                <a:sym typeface="Roboto"/>
              </a:rPr>
              <a:t>How was the trip… and what’s next!?</a:t>
            </a:r>
            <a:endParaRPr b="1" i="0" sz="1000" u="none" cap="none" strike="noStrike">
              <a:solidFill>
                <a:srgbClr val="FFFFFF"/>
              </a:solidFill>
              <a:latin typeface="Roboto"/>
              <a:ea typeface="Roboto"/>
              <a:cs typeface="Roboto"/>
              <a:sym typeface="Roboto"/>
            </a:endParaRPr>
          </a:p>
        </p:txBody>
      </p:sp>
      <p:sp>
        <p:nvSpPr>
          <p:cNvPr id="707" name="Google Shape;707;p98"/>
          <p:cNvSpPr txBox="1"/>
          <p:nvPr/>
        </p:nvSpPr>
        <p:spPr>
          <a:xfrm>
            <a:off x="2734112" y="2312500"/>
            <a:ext cx="1177500" cy="2463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lang="en" sz="1000">
                <a:latin typeface="Roboto"/>
                <a:ea typeface="Roboto"/>
                <a:cs typeface="Roboto"/>
                <a:sym typeface="Roboto"/>
              </a:rPr>
              <a:t>ENGAGE</a:t>
            </a:r>
            <a:endParaRPr b="0" i="0" sz="1000" u="none" cap="none" strike="noStrike">
              <a:solidFill>
                <a:srgbClr val="000000"/>
              </a:solidFill>
              <a:latin typeface="Roboto"/>
              <a:ea typeface="Roboto"/>
              <a:cs typeface="Roboto"/>
              <a:sym typeface="Roboto"/>
            </a:endParaRPr>
          </a:p>
        </p:txBody>
      </p:sp>
      <p:sp>
        <p:nvSpPr>
          <p:cNvPr id="708" name="Google Shape;708;p98"/>
          <p:cNvSpPr txBox="1"/>
          <p:nvPr/>
        </p:nvSpPr>
        <p:spPr>
          <a:xfrm>
            <a:off x="2734111" y="2619152"/>
            <a:ext cx="1177500" cy="1217400"/>
          </a:xfrm>
          <a:prstGeom prst="rect">
            <a:avLst/>
          </a:prstGeom>
          <a:gradFill>
            <a:gsLst>
              <a:gs pos="0">
                <a:srgbClr val="7A7A7A"/>
              </a:gs>
              <a:gs pos="100000">
                <a:srgbClr val="393939"/>
              </a:gs>
            </a:gsLst>
            <a:lin ang="5400012" scaled="0"/>
          </a:gradFill>
          <a:ln>
            <a:noFill/>
          </a:ln>
          <a:effectLst>
            <a:outerShdw blurRad="71438" rotWithShape="0" algn="bl" dir="2760000" dist="47625">
              <a:srgbClr val="000000">
                <a:alpha val="20000"/>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chemeClr val="lt1"/>
                </a:solidFill>
                <a:latin typeface="Roboto"/>
                <a:ea typeface="Roboto"/>
                <a:cs typeface="Roboto"/>
                <a:sym typeface="Roboto"/>
              </a:rPr>
              <a:t>What are my options there?</a:t>
            </a:r>
            <a:endParaRPr b="1" i="0" sz="1000" u="none" cap="none" strike="noStrike">
              <a:solidFill>
                <a:schemeClr val="lt1"/>
              </a:solidFill>
              <a:latin typeface="Roboto"/>
              <a:ea typeface="Roboto"/>
              <a:cs typeface="Roboto"/>
              <a:sym typeface="Roboto"/>
            </a:endParaRPr>
          </a:p>
        </p:txBody>
      </p:sp>
      <p:grpSp>
        <p:nvGrpSpPr>
          <p:cNvPr id="709" name="Google Shape;709;p98"/>
          <p:cNvGrpSpPr/>
          <p:nvPr/>
        </p:nvGrpSpPr>
        <p:grpSpPr>
          <a:xfrm>
            <a:off x="5384906" y="2312414"/>
            <a:ext cx="1177338" cy="246133"/>
            <a:chOff x="5376783" y="2125705"/>
            <a:chExt cx="1074900" cy="208800"/>
          </a:xfrm>
        </p:grpSpPr>
        <p:sp>
          <p:nvSpPr>
            <p:cNvPr id="710" name="Google Shape;710;p98"/>
            <p:cNvSpPr txBox="1"/>
            <p:nvPr/>
          </p:nvSpPr>
          <p:spPr>
            <a:xfrm>
              <a:off x="5376783" y="2125705"/>
              <a:ext cx="1074900" cy="208800"/>
            </a:xfrm>
            <a:prstGeom prst="rect">
              <a:avLst/>
            </a:prstGeom>
            <a:noFill/>
            <a:ln>
              <a:noFill/>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lang="en" sz="1000">
                  <a:latin typeface="Roboto"/>
                  <a:ea typeface="Roboto"/>
                  <a:cs typeface="Roboto"/>
                  <a:sym typeface="Roboto"/>
                </a:rPr>
                <a:t>CAPTIVATE</a:t>
              </a:r>
              <a:endParaRPr b="1" i="0" sz="1000" u="none" cap="none" strike="noStrike">
                <a:solidFill>
                  <a:srgbClr val="000000"/>
                </a:solidFill>
                <a:latin typeface="Roboto"/>
                <a:ea typeface="Roboto"/>
                <a:cs typeface="Roboto"/>
                <a:sym typeface="Roboto"/>
              </a:endParaRPr>
            </a:p>
          </p:txBody>
        </p:sp>
        <p:sp>
          <p:nvSpPr>
            <p:cNvPr id="711" name="Google Shape;711;p98"/>
            <p:cNvSpPr/>
            <p:nvPr/>
          </p:nvSpPr>
          <p:spPr>
            <a:xfrm>
              <a:off x="5961425" y="2125705"/>
              <a:ext cx="73200" cy="73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700" u="none" cap="none" strike="noStrike">
                <a:solidFill>
                  <a:srgbClr val="000000"/>
                </a:solidFill>
                <a:latin typeface="Arial"/>
                <a:ea typeface="Arial"/>
                <a:cs typeface="Arial"/>
                <a:sym typeface="Arial"/>
              </a:endParaRPr>
            </a:p>
          </p:txBody>
        </p:sp>
      </p:grpSp>
      <p:cxnSp>
        <p:nvCxnSpPr>
          <p:cNvPr id="712" name="Google Shape;712;p98"/>
          <p:cNvCxnSpPr>
            <a:stCxn id="713" idx="1"/>
          </p:cNvCxnSpPr>
          <p:nvPr/>
        </p:nvCxnSpPr>
        <p:spPr>
          <a:xfrm rot="10800000">
            <a:off x="1802248" y="3867729"/>
            <a:ext cx="263400" cy="373500"/>
          </a:xfrm>
          <a:prstGeom prst="bentConnector2">
            <a:avLst/>
          </a:prstGeom>
          <a:noFill/>
          <a:ln cap="flat" cmpd="sng" w="9525">
            <a:solidFill>
              <a:srgbClr val="999999"/>
            </a:solidFill>
            <a:prstDash val="dot"/>
            <a:round/>
            <a:headEnd len="sm" w="sm" type="none"/>
            <a:tailEnd len="med" w="med" type="triangle"/>
          </a:ln>
        </p:spPr>
      </p:cxnSp>
      <p:cxnSp>
        <p:nvCxnSpPr>
          <p:cNvPr id="714" name="Google Shape;714;p98"/>
          <p:cNvCxnSpPr>
            <a:stCxn id="713" idx="3"/>
          </p:cNvCxnSpPr>
          <p:nvPr/>
        </p:nvCxnSpPr>
        <p:spPr>
          <a:xfrm flipH="1" rot="10800000">
            <a:off x="2689948" y="3874029"/>
            <a:ext cx="214800" cy="367200"/>
          </a:xfrm>
          <a:prstGeom prst="bentConnector2">
            <a:avLst/>
          </a:prstGeom>
          <a:noFill/>
          <a:ln cap="flat" cmpd="sng" w="9525">
            <a:solidFill>
              <a:srgbClr val="999999"/>
            </a:solidFill>
            <a:prstDash val="dot"/>
            <a:round/>
            <a:headEnd len="sm" w="sm" type="none"/>
            <a:tailEnd len="med" w="med" type="triangle"/>
          </a:ln>
        </p:spPr>
      </p:cxnSp>
      <p:sp>
        <p:nvSpPr>
          <p:cNvPr id="713" name="Google Shape;713;p98"/>
          <p:cNvSpPr txBox="1"/>
          <p:nvPr/>
        </p:nvSpPr>
        <p:spPr>
          <a:xfrm>
            <a:off x="2065648" y="4141179"/>
            <a:ext cx="624300" cy="200100"/>
          </a:xfrm>
          <a:prstGeom prst="rect">
            <a:avLst/>
          </a:prstGeom>
          <a:noFill/>
          <a:ln cap="flat" cmpd="sng" w="9525">
            <a:solidFill>
              <a:srgbClr val="999999"/>
            </a:solidFill>
            <a:prstDash val="solid"/>
            <a:round/>
            <a:headEnd len="sm" w="sm" type="none"/>
            <a:tailEnd len="sm" w="sm" type="none"/>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lang="en" sz="700">
                <a:solidFill>
                  <a:srgbClr val="666666"/>
                </a:solidFill>
                <a:latin typeface="Roboto"/>
                <a:ea typeface="Roboto"/>
                <a:cs typeface="Roboto"/>
                <a:sym typeface="Roboto"/>
              </a:rPr>
              <a:t>38 Days</a:t>
            </a:r>
            <a:endParaRPr b="1" i="0" sz="700" u="none" cap="none" strike="noStrike">
              <a:solidFill>
                <a:srgbClr val="666666"/>
              </a:solidFill>
              <a:latin typeface="Roboto"/>
              <a:ea typeface="Roboto"/>
              <a:cs typeface="Roboto"/>
              <a:sym typeface="Roboto"/>
            </a:endParaRPr>
          </a:p>
        </p:txBody>
      </p:sp>
      <p:cxnSp>
        <p:nvCxnSpPr>
          <p:cNvPr id="715" name="Google Shape;715;p98"/>
          <p:cNvCxnSpPr>
            <a:stCxn id="716" idx="1"/>
          </p:cNvCxnSpPr>
          <p:nvPr/>
        </p:nvCxnSpPr>
        <p:spPr>
          <a:xfrm rot="10800000">
            <a:off x="3314248" y="3832929"/>
            <a:ext cx="350400" cy="408300"/>
          </a:xfrm>
          <a:prstGeom prst="bentConnector2">
            <a:avLst/>
          </a:prstGeom>
          <a:noFill/>
          <a:ln cap="flat" cmpd="sng" w="9525">
            <a:solidFill>
              <a:srgbClr val="999999"/>
            </a:solidFill>
            <a:prstDash val="dot"/>
            <a:round/>
            <a:headEnd len="sm" w="sm" type="none"/>
            <a:tailEnd len="med" w="med" type="triangle"/>
          </a:ln>
        </p:spPr>
      </p:cxnSp>
      <p:cxnSp>
        <p:nvCxnSpPr>
          <p:cNvPr id="717" name="Google Shape;717;p98"/>
          <p:cNvCxnSpPr>
            <a:stCxn id="716" idx="3"/>
          </p:cNvCxnSpPr>
          <p:nvPr/>
        </p:nvCxnSpPr>
        <p:spPr>
          <a:xfrm flipH="1" rot="10800000">
            <a:off x="4288948" y="3826329"/>
            <a:ext cx="313200" cy="414900"/>
          </a:xfrm>
          <a:prstGeom prst="bentConnector2">
            <a:avLst/>
          </a:prstGeom>
          <a:noFill/>
          <a:ln cap="flat" cmpd="sng" w="9525">
            <a:solidFill>
              <a:srgbClr val="999999"/>
            </a:solidFill>
            <a:prstDash val="dot"/>
            <a:round/>
            <a:headEnd len="sm" w="sm" type="none"/>
            <a:tailEnd len="med" w="med" type="triangle"/>
          </a:ln>
        </p:spPr>
      </p:cxnSp>
      <p:sp>
        <p:nvSpPr>
          <p:cNvPr id="716" name="Google Shape;716;p98"/>
          <p:cNvSpPr txBox="1"/>
          <p:nvPr/>
        </p:nvSpPr>
        <p:spPr>
          <a:xfrm>
            <a:off x="3664648" y="4141179"/>
            <a:ext cx="624300" cy="200100"/>
          </a:xfrm>
          <a:prstGeom prst="rect">
            <a:avLst/>
          </a:prstGeom>
          <a:noFill/>
          <a:ln cap="flat" cmpd="sng" w="9525">
            <a:solidFill>
              <a:srgbClr val="999999"/>
            </a:solidFill>
            <a:prstDash val="solid"/>
            <a:round/>
            <a:headEnd len="sm" w="sm" type="none"/>
            <a:tailEnd len="sm" w="sm" type="none"/>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lang="en" sz="700">
                <a:solidFill>
                  <a:srgbClr val="666666"/>
                </a:solidFill>
                <a:latin typeface="Roboto"/>
                <a:ea typeface="Roboto"/>
                <a:cs typeface="Roboto"/>
                <a:sym typeface="Roboto"/>
              </a:rPr>
              <a:t>33 Days</a:t>
            </a:r>
            <a:endParaRPr b="1" i="0" sz="700" u="none" cap="none" strike="noStrike">
              <a:solidFill>
                <a:srgbClr val="666666"/>
              </a:solidFill>
              <a:latin typeface="Roboto"/>
              <a:ea typeface="Roboto"/>
              <a:cs typeface="Roboto"/>
              <a:sym typeface="Roboto"/>
            </a:endParaRPr>
          </a:p>
        </p:txBody>
      </p:sp>
      <p:cxnSp>
        <p:nvCxnSpPr>
          <p:cNvPr id="718" name="Google Shape;718;p98"/>
          <p:cNvCxnSpPr>
            <a:stCxn id="719" idx="1"/>
          </p:cNvCxnSpPr>
          <p:nvPr/>
        </p:nvCxnSpPr>
        <p:spPr>
          <a:xfrm rot="10800000">
            <a:off x="4838248" y="3832929"/>
            <a:ext cx="350400" cy="408300"/>
          </a:xfrm>
          <a:prstGeom prst="bentConnector2">
            <a:avLst/>
          </a:prstGeom>
          <a:noFill/>
          <a:ln cap="flat" cmpd="sng" w="9525">
            <a:solidFill>
              <a:srgbClr val="999999"/>
            </a:solidFill>
            <a:prstDash val="dot"/>
            <a:round/>
            <a:headEnd len="sm" w="sm" type="none"/>
            <a:tailEnd len="med" w="med" type="triangle"/>
          </a:ln>
        </p:spPr>
      </p:cxnSp>
      <p:cxnSp>
        <p:nvCxnSpPr>
          <p:cNvPr id="720" name="Google Shape;720;p98"/>
          <p:cNvCxnSpPr/>
          <p:nvPr/>
        </p:nvCxnSpPr>
        <p:spPr>
          <a:xfrm rot="-5400000">
            <a:off x="5763448" y="3917229"/>
            <a:ext cx="449700" cy="350700"/>
          </a:xfrm>
          <a:prstGeom prst="bentConnector3">
            <a:avLst>
              <a:gd fmla="val 23061" name="adj1"/>
            </a:avLst>
          </a:prstGeom>
          <a:noFill/>
          <a:ln cap="flat" cmpd="sng" w="9525">
            <a:solidFill>
              <a:srgbClr val="999999"/>
            </a:solidFill>
            <a:prstDash val="dot"/>
            <a:round/>
            <a:headEnd len="sm" w="sm" type="none"/>
            <a:tailEnd len="med" w="med" type="triangle"/>
          </a:ln>
        </p:spPr>
      </p:cxnSp>
      <p:sp>
        <p:nvSpPr>
          <p:cNvPr id="719" name="Google Shape;719;p98"/>
          <p:cNvSpPr txBox="1"/>
          <p:nvPr/>
        </p:nvSpPr>
        <p:spPr>
          <a:xfrm>
            <a:off x="5188648" y="4141179"/>
            <a:ext cx="624300" cy="200100"/>
          </a:xfrm>
          <a:prstGeom prst="rect">
            <a:avLst/>
          </a:prstGeom>
          <a:noFill/>
          <a:ln cap="flat" cmpd="sng" w="9525">
            <a:solidFill>
              <a:srgbClr val="999999"/>
            </a:solidFill>
            <a:prstDash val="solid"/>
            <a:round/>
            <a:headEnd len="sm" w="sm" type="none"/>
            <a:tailEnd len="sm" w="sm" type="none"/>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lang="en" sz="700">
                <a:solidFill>
                  <a:srgbClr val="666666"/>
                </a:solidFill>
                <a:latin typeface="Roboto"/>
                <a:ea typeface="Roboto"/>
                <a:cs typeface="Roboto"/>
                <a:sym typeface="Roboto"/>
              </a:rPr>
              <a:t>73 Days</a:t>
            </a:r>
            <a:endParaRPr b="1" i="0" sz="700" u="none" cap="none" strike="noStrike">
              <a:solidFill>
                <a:srgbClr val="666666"/>
              </a:solidFill>
              <a:latin typeface="Roboto"/>
              <a:ea typeface="Roboto"/>
              <a:cs typeface="Roboto"/>
              <a:sym typeface="Roboto"/>
            </a:endParaRPr>
          </a:p>
        </p:txBody>
      </p:sp>
      <p:sp>
        <p:nvSpPr>
          <p:cNvPr id="721" name="Google Shape;721;p98"/>
          <p:cNvSpPr txBox="1"/>
          <p:nvPr/>
        </p:nvSpPr>
        <p:spPr>
          <a:xfrm>
            <a:off x="1645475" y="2036125"/>
            <a:ext cx="704100" cy="200100"/>
          </a:xfrm>
          <a:prstGeom prst="rect">
            <a:avLst/>
          </a:prstGeom>
          <a:noFill/>
          <a:ln cap="flat" cmpd="sng" w="9525">
            <a:solidFill>
              <a:srgbClr val="999999"/>
            </a:solidFill>
            <a:prstDash val="solid"/>
            <a:round/>
            <a:headEnd len="sm" w="sm" type="none"/>
            <a:tailEnd len="sm" w="sm" type="none"/>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lang="en" sz="700">
                <a:solidFill>
                  <a:srgbClr val="666666"/>
                </a:solidFill>
                <a:latin typeface="Roboto"/>
                <a:ea typeface="Roboto"/>
                <a:cs typeface="Roboto"/>
                <a:sym typeface="Roboto"/>
              </a:rPr>
              <a:t>Informational</a:t>
            </a:r>
            <a:endParaRPr b="1" i="0" sz="700" u="none" cap="none" strike="noStrike">
              <a:solidFill>
                <a:srgbClr val="666666"/>
              </a:solidFill>
              <a:latin typeface="Roboto"/>
              <a:ea typeface="Roboto"/>
              <a:cs typeface="Roboto"/>
              <a:sym typeface="Roboto"/>
            </a:endParaRPr>
          </a:p>
        </p:txBody>
      </p:sp>
      <p:sp>
        <p:nvSpPr>
          <p:cNvPr id="722" name="Google Shape;722;p98"/>
          <p:cNvSpPr txBox="1"/>
          <p:nvPr/>
        </p:nvSpPr>
        <p:spPr>
          <a:xfrm>
            <a:off x="2970800" y="2052050"/>
            <a:ext cx="704100" cy="200100"/>
          </a:xfrm>
          <a:prstGeom prst="rect">
            <a:avLst/>
          </a:prstGeom>
          <a:noFill/>
          <a:ln cap="flat" cmpd="sng" w="9525">
            <a:solidFill>
              <a:srgbClr val="999999"/>
            </a:solidFill>
            <a:prstDash val="solid"/>
            <a:round/>
            <a:headEnd len="sm" w="sm" type="none"/>
            <a:tailEnd len="sm" w="sm" type="none"/>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lang="en" sz="700">
                <a:solidFill>
                  <a:srgbClr val="666666"/>
                </a:solidFill>
                <a:latin typeface="Roboto"/>
                <a:ea typeface="Roboto"/>
                <a:cs typeface="Roboto"/>
                <a:sym typeface="Roboto"/>
              </a:rPr>
              <a:t>Commercial</a:t>
            </a:r>
            <a:endParaRPr b="1" i="0" sz="700" u="none" cap="none" strike="noStrike">
              <a:solidFill>
                <a:srgbClr val="666666"/>
              </a:solidFill>
              <a:latin typeface="Roboto"/>
              <a:ea typeface="Roboto"/>
              <a:cs typeface="Roboto"/>
              <a:sym typeface="Roboto"/>
            </a:endParaRPr>
          </a:p>
        </p:txBody>
      </p:sp>
      <p:sp>
        <p:nvSpPr>
          <p:cNvPr id="723" name="Google Shape;723;p98"/>
          <p:cNvSpPr txBox="1"/>
          <p:nvPr/>
        </p:nvSpPr>
        <p:spPr>
          <a:xfrm>
            <a:off x="4288950" y="2052050"/>
            <a:ext cx="704100" cy="200100"/>
          </a:xfrm>
          <a:prstGeom prst="rect">
            <a:avLst/>
          </a:prstGeom>
          <a:noFill/>
          <a:ln cap="flat" cmpd="sng" w="9525">
            <a:solidFill>
              <a:srgbClr val="999999"/>
            </a:solidFill>
            <a:prstDash val="solid"/>
            <a:round/>
            <a:headEnd len="sm" w="sm" type="none"/>
            <a:tailEnd len="sm" w="sm" type="none"/>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lang="en" sz="700">
                <a:solidFill>
                  <a:srgbClr val="666666"/>
                </a:solidFill>
                <a:latin typeface="Roboto"/>
                <a:ea typeface="Roboto"/>
                <a:cs typeface="Roboto"/>
                <a:sym typeface="Roboto"/>
              </a:rPr>
              <a:t>Transactional</a:t>
            </a:r>
            <a:endParaRPr b="1" i="0" sz="700" u="none" cap="none" strike="noStrike">
              <a:solidFill>
                <a:srgbClr val="666666"/>
              </a:solidFill>
              <a:latin typeface="Roboto"/>
              <a:ea typeface="Roboto"/>
              <a:cs typeface="Roboto"/>
              <a:sym typeface="Roboto"/>
            </a:endParaRPr>
          </a:p>
        </p:txBody>
      </p:sp>
      <p:sp>
        <p:nvSpPr>
          <p:cNvPr id="724" name="Google Shape;724;p98"/>
          <p:cNvSpPr txBox="1"/>
          <p:nvPr/>
        </p:nvSpPr>
        <p:spPr>
          <a:xfrm>
            <a:off x="5607100" y="2051725"/>
            <a:ext cx="704100" cy="200100"/>
          </a:xfrm>
          <a:prstGeom prst="rect">
            <a:avLst/>
          </a:prstGeom>
          <a:noFill/>
          <a:ln cap="flat" cmpd="sng" w="9525">
            <a:solidFill>
              <a:srgbClr val="999999"/>
            </a:solidFill>
            <a:prstDash val="solid"/>
            <a:round/>
            <a:headEnd len="sm" w="sm" type="none"/>
            <a:tailEnd len="sm" w="sm" type="none"/>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lang="en" sz="700">
                <a:solidFill>
                  <a:srgbClr val="666666"/>
                </a:solidFill>
                <a:latin typeface="Roboto"/>
                <a:ea typeface="Roboto"/>
                <a:cs typeface="Roboto"/>
                <a:sym typeface="Roboto"/>
              </a:rPr>
              <a:t>All Intent</a:t>
            </a:r>
            <a:endParaRPr b="1" i="0" sz="700" u="none" cap="none" strike="noStrike">
              <a:solidFill>
                <a:srgbClr val="666666"/>
              </a:solidFill>
              <a:latin typeface="Roboto"/>
              <a:ea typeface="Roboto"/>
              <a:cs typeface="Roboto"/>
              <a:sym typeface="Roboto"/>
            </a:endParaRPr>
          </a:p>
        </p:txBody>
      </p:sp>
      <p:sp>
        <p:nvSpPr>
          <p:cNvPr id="725" name="Google Shape;725;p98"/>
          <p:cNvSpPr txBox="1"/>
          <p:nvPr/>
        </p:nvSpPr>
        <p:spPr>
          <a:xfrm>
            <a:off x="6925250" y="2052050"/>
            <a:ext cx="704100" cy="200100"/>
          </a:xfrm>
          <a:prstGeom prst="rect">
            <a:avLst/>
          </a:prstGeom>
          <a:noFill/>
          <a:ln cap="flat" cmpd="sng" w="9525">
            <a:solidFill>
              <a:srgbClr val="999999"/>
            </a:solidFill>
            <a:prstDash val="solid"/>
            <a:round/>
            <a:headEnd len="sm" w="sm" type="none"/>
            <a:tailEnd len="sm" w="sm" type="none"/>
          </a:ln>
        </p:spPr>
        <p:txBody>
          <a:bodyPr anchorCtr="0" anchor="ctr"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700"/>
              <a:buFont typeface="Arial"/>
              <a:buNone/>
            </a:pPr>
            <a:r>
              <a:rPr b="1" lang="en" sz="700">
                <a:solidFill>
                  <a:srgbClr val="666666"/>
                </a:solidFill>
                <a:latin typeface="Roboto"/>
                <a:ea typeface="Roboto"/>
                <a:cs typeface="Roboto"/>
                <a:sym typeface="Roboto"/>
              </a:rPr>
              <a:t>Advocate</a:t>
            </a:r>
            <a:endParaRPr b="1" i="0" sz="700" u="none" cap="none" strike="noStrike">
              <a:solidFill>
                <a:srgbClr val="666666"/>
              </a:solidFill>
              <a:latin typeface="Roboto"/>
              <a:ea typeface="Roboto"/>
              <a:cs typeface="Roboto"/>
              <a:sym typeface="Roboto"/>
            </a:endParaRPr>
          </a:p>
        </p:txBody>
      </p:sp>
      <p:cxnSp>
        <p:nvCxnSpPr>
          <p:cNvPr id="726" name="Google Shape;726;p98"/>
          <p:cNvCxnSpPr>
            <a:endCxn id="706" idx="2"/>
          </p:cNvCxnSpPr>
          <p:nvPr/>
        </p:nvCxnSpPr>
        <p:spPr>
          <a:xfrm flipH="1" rot="10800000">
            <a:off x="1517271" y="3836552"/>
            <a:ext cx="5781600" cy="820500"/>
          </a:xfrm>
          <a:prstGeom prst="bentConnector2">
            <a:avLst/>
          </a:prstGeom>
          <a:noFill/>
          <a:ln cap="flat" cmpd="sng" w="9525">
            <a:solidFill>
              <a:srgbClr val="999999"/>
            </a:solidFill>
            <a:prstDash val="dot"/>
            <a:round/>
            <a:headEnd len="sm" w="sm" type="none"/>
            <a:tailEnd len="med" w="med" type="none"/>
          </a:ln>
        </p:spPr>
      </p:cxnSp>
      <p:cxnSp>
        <p:nvCxnSpPr>
          <p:cNvPr id="727" name="Google Shape;727;p98"/>
          <p:cNvCxnSpPr/>
          <p:nvPr/>
        </p:nvCxnSpPr>
        <p:spPr>
          <a:xfrm rot="-5400000">
            <a:off x="1113050" y="4237050"/>
            <a:ext cx="808800" cy="600"/>
          </a:xfrm>
          <a:prstGeom prst="bentConnector3">
            <a:avLst>
              <a:gd fmla="val 50000" name="adj1"/>
            </a:avLst>
          </a:prstGeom>
          <a:noFill/>
          <a:ln cap="flat" cmpd="sng" w="9525">
            <a:solidFill>
              <a:srgbClr val="999999"/>
            </a:solidFill>
            <a:prstDash val="dot"/>
            <a:round/>
            <a:headEnd len="sm" w="sm"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731" name="Shape 731"/>
        <p:cNvGrpSpPr/>
        <p:nvPr/>
      </p:nvGrpSpPr>
      <p:grpSpPr>
        <a:xfrm>
          <a:off x="0" y="0"/>
          <a:ext cx="0" cy="0"/>
          <a:chOff x="0" y="0"/>
          <a:chExt cx="0" cy="0"/>
        </a:xfrm>
      </p:grpSpPr>
      <p:sp>
        <p:nvSpPr>
          <p:cNvPr id="732" name="Google Shape;732;p99"/>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99"/>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734" name="Google Shape;734;p99"/>
          <p:cNvSpPr txBox="1"/>
          <p:nvPr/>
        </p:nvSpPr>
        <p:spPr>
          <a:xfrm>
            <a:off x="2875500" y="342900"/>
            <a:ext cx="6268500" cy="36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a:t>
            </a:r>
            <a:r>
              <a:rPr lang="en" sz="1200">
                <a:solidFill>
                  <a:schemeClr val="dk1"/>
                </a:solidFill>
                <a:latin typeface="Proxima Nova"/>
                <a:ea typeface="Proxima Nova"/>
                <a:cs typeface="Proxima Nova"/>
                <a:sym typeface="Proxima Nova"/>
              </a:rPr>
              <a:t> 301 URLs and </a:t>
            </a:r>
            <a:r>
              <a:rPr lang="en" sz="1200">
                <a:solidFill>
                  <a:schemeClr val="dk1"/>
                </a:solidFill>
                <a:latin typeface="Proxima Nova"/>
                <a:ea typeface="Proxima Nova"/>
                <a:cs typeface="Proxima Nova"/>
                <a:sym typeface="Proxima Nova"/>
              </a:rPr>
              <a:t>XX</a:t>
            </a:r>
            <a:r>
              <a:rPr lang="en" sz="1200">
                <a:solidFill>
                  <a:schemeClr val="dk1"/>
                </a:solidFill>
                <a:latin typeface="Proxima Nova"/>
                <a:ea typeface="Proxima Nova"/>
                <a:cs typeface="Proxima Nova"/>
                <a:sym typeface="Proxima Nova"/>
              </a:rPr>
              <a:t> </a:t>
            </a:r>
            <a:r>
              <a:rPr lang="en" sz="1200">
                <a:solidFill>
                  <a:schemeClr val="dk1"/>
                </a:solidFill>
                <a:latin typeface="Proxima Nova"/>
                <a:ea typeface="Proxima Nova"/>
                <a:cs typeface="Proxima Nova"/>
                <a:sym typeface="Proxima Nova"/>
              </a:rPr>
              <a:t>404</a:t>
            </a:r>
            <a:r>
              <a:rPr lang="en" sz="1200">
                <a:solidFill>
                  <a:schemeClr val="dk1"/>
                </a:solidFill>
                <a:latin typeface="Proxima Nova"/>
                <a:ea typeface="Proxima Nova"/>
                <a:cs typeface="Proxima Nova"/>
                <a:sym typeface="Proxima Nova"/>
              </a:rPr>
              <a:t> </a:t>
            </a:r>
            <a:r>
              <a:rPr lang="en" sz="1200">
                <a:solidFill>
                  <a:schemeClr val="dk1"/>
                </a:solidFill>
                <a:latin typeface="Proxima Nova"/>
                <a:ea typeface="Proxima Nova"/>
                <a:cs typeface="Proxima Nova"/>
                <a:sym typeface="Proxima Nova"/>
              </a:rPr>
              <a:t>links</a:t>
            </a:r>
            <a:r>
              <a:rPr lang="en" sz="1200">
                <a:solidFill>
                  <a:schemeClr val="dk1"/>
                </a:solidFill>
                <a:latin typeface="Proxima Nova"/>
                <a:ea typeface="Proxima Nova"/>
                <a:cs typeface="Proxima Nova"/>
                <a:sym typeface="Proxima Nova"/>
              </a:rPr>
              <a:t> found on the website.</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Give the action task to either replace or remove URL.</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Very strong backlink profile with 99% of DoFollow links pointed at the homepage (XXX links).</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a:solidFill>
                  <a:srgbClr val="E21A6B"/>
                </a:solidFill>
                <a:latin typeface="Proxima Nova"/>
                <a:ea typeface="Proxima Nova"/>
                <a:cs typeface="Proxima Nova"/>
                <a:sym typeface="Proxima Nova"/>
              </a:rPr>
              <a:t>We identified the following items  for direct action:</a:t>
            </a:r>
            <a:endParaRPr sz="1200">
              <a:solidFill>
                <a:srgbClr val="E21A6B"/>
              </a:solidFill>
              <a:latin typeface="Proxima Nova"/>
              <a:ea typeface="Proxima Nova"/>
              <a:cs typeface="Proxima Nova"/>
              <a:sym typeface="Proxima Nova"/>
            </a:endParaRPr>
          </a:p>
          <a:p>
            <a:pPr indent="-304800" lvl="0" marL="4572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Find and Remove the URL</a:t>
            </a:r>
            <a:endParaRPr sz="1200">
              <a:solidFill>
                <a:schemeClr val="dk1"/>
              </a:solidFill>
              <a:latin typeface="Proxima Nova"/>
              <a:ea typeface="Proxima Nova"/>
              <a:cs typeface="Proxima Nova"/>
              <a:sym typeface="Proxima Nova"/>
            </a:endParaRPr>
          </a:p>
          <a:p>
            <a:pPr indent="-304800" lvl="1" marL="9144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Many of these links are located on this page </a:t>
            </a:r>
            <a:r>
              <a:rPr lang="en" sz="1200" u="sng">
                <a:solidFill>
                  <a:schemeClr val="dk1"/>
                </a:solidFill>
                <a:latin typeface="Proxima Nova"/>
                <a:ea typeface="Proxima Nova"/>
                <a:cs typeface="Proxima Nova"/>
                <a:sym typeface="Proxima Nova"/>
                <a:hlinkClick r:id="rId3">
                  <a:extLst>
                    <a:ext uri="{A12FA001-AC4F-418D-AE19-62706E023703}">
                      <ahyp:hlinkClr val="tx"/>
                    </a:ext>
                  </a:extLst>
                </a:hlinkClick>
              </a:rPr>
              <a:t>https://www.gracerosefarm.com/blogs/news/extending-our-season</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Find and Replace the URL</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Many of these links are located on this page: </a:t>
            </a:r>
            <a:r>
              <a:rPr lang="en" sz="1200" u="sng">
                <a:solidFill>
                  <a:schemeClr val="dk1"/>
                </a:solidFill>
                <a:latin typeface="Proxima Nova"/>
                <a:ea typeface="Proxima Nova"/>
                <a:cs typeface="Proxima Nova"/>
                <a:sym typeface="Proxima Nova"/>
                <a:hlinkClick r:id="rId4">
                  <a:extLst>
                    <a:ext uri="{A12FA001-AC4F-418D-AE19-62706E023703}">
                      <ahyp:hlinkClr val="tx"/>
                    </a:ext>
                  </a:extLst>
                </a:hlinkClick>
              </a:rPr>
              <a:t>https://www.gracerosefarm.com/blogs/news/getting-to-know-our-customers</a:t>
            </a:r>
            <a:r>
              <a:rPr lang="en" sz="1200">
                <a:solidFill>
                  <a:schemeClr val="dk1"/>
                </a:solidFill>
                <a:latin typeface="Proxima Nova"/>
                <a:ea typeface="Proxima Nova"/>
                <a:cs typeface="Proxima Nova"/>
                <a:sym typeface="Proxima Nova"/>
              </a:rPr>
              <a:t> </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Optimize On-Page SEO</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Product Category pages and important website pages</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Content Analysis</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700"/>
              </a:spcAft>
              <a:buClr>
                <a:schemeClr val="dk1"/>
              </a:buClr>
              <a:buSzPts val="1200"/>
              <a:buFont typeface="Proxima Nova"/>
              <a:buChar char="○"/>
            </a:pPr>
            <a:r>
              <a:rPr lang="en" sz="1200">
                <a:solidFill>
                  <a:schemeClr val="dk1"/>
                </a:solidFill>
                <a:latin typeface="Proxima Nova"/>
                <a:ea typeface="Proxima Nova"/>
                <a:cs typeface="Proxima Nova"/>
                <a:sym typeface="Proxima Nova"/>
              </a:rPr>
              <a:t>Blog posts targeting highly search topics</a:t>
            </a:r>
            <a:endParaRPr sz="1200">
              <a:solidFill>
                <a:schemeClr val="dk1"/>
              </a:solidFill>
              <a:latin typeface="Proxima Nova"/>
              <a:ea typeface="Proxima Nova"/>
              <a:cs typeface="Proxima Nova"/>
              <a:sym typeface="Proxima Nova"/>
            </a:endParaRPr>
          </a:p>
        </p:txBody>
      </p:sp>
      <p:pic>
        <p:nvPicPr>
          <p:cNvPr id="735" name="Google Shape;735;p99"/>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736" name="Google Shape;736;p99"/>
          <p:cNvPicPr preferRelativeResize="0"/>
          <p:nvPr/>
        </p:nvPicPr>
        <p:blipFill rotWithShape="1">
          <a:blip r:embed="rId6">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4"/>
                                        </p:tgtEl>
                                        <p:attrNameLst>
                                          <p:attrName>style.visibility</p:attrName>
                                        </p:attrNameLst>
                                      </p:cBhvr>
                                      <p:to>
                                        <p:strVal val="visible"/>
                                      </p:to>
                                    </p:set>
                                    <p:animEffect filter="fade" transition="in">
                                      <p:cBhvr>
                                        <p:cTn dur="1000"/>
                                        <p:tgtEl>
                                          <p:spTgt spid="7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740" name="Shape 740"/>
        <p:cNvGrpSpPr/>
        <p:nvPr/>
      </p:nvGrpSpPr>
      <p:grpSpPr>
        <a:xfrm>
          <a:off x="0" y="0"/>
          <a:ext cx="0" cy="0"/>
          <a:chOff x="0" y="0"/>
          <a:chExt cx="0" cy="0"/>
        </a:xfrm>
      </p:grpSpPr>
      <p:sp>
        <p:nvSpPr>
          <p:cNvPr id="741" name="Google Shape;741;p100"/>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00"/>
          <p:cNvSpPr txBox="1"/>
          <p:nvPr>
            <p:ph type="title"/>
          </p:nvPr>
        </p:nvSpPr>
        <p:spPr>
          <a:xfrm>
            <a:off x="313100" y="1998025"/>
            <a:ext cx="2451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What’s next?</a:t>
            </a:r>
            <a:endParaRPr b="1" sz="2400">
              <a:solidFill>
                <a:srgbClr val="FFFFFF"/>
              </a:solidFill>
              <a:latin typeface="Proxima Nova"/>
              <a:ea typeface="Proxima Nova"/>
              <a:cs typeface="Proxima Nova"/>
              <a:sym typeface="Proxima Nova"/>
            </a:endParaRPr>
          </a:p>
        </p:txBody>
      </p:sp>
      <p:sp>
        <p:nvSpPr>
          <p:cNvPr id="743" name="Google Shape;743;p100"/>
          <p:cNvSpPr txBox="1"/>
          <p:nvPr/>
        </p:nvSpPr>
        <p:spPr>
          <a:xfrm>
            <a:off x="2875500" y="342900"/>
            <a:ext cx="4947000" cy="42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E21A6B"/>
                </a:solidFill>
                <a:latin typeface="Proxima Nova"/>
                <a:ea typeface="Proxima Nova"/>
                <a:cs typeface="Proxima Nova"/>
                <a:sym typeface="Proxima Nova"/>
              </a:rPr>
              <a:t>Improving existing assets:</a:t>
            </a:r>
            <a:endParaRPr sz="1200">
              <a:solidFill>
                <a:srgbClr val="E21A6B"/>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URL Actions</a:t>
            </a:r>
            <a:r>
              <a:rPr lang="en" sz="1200">
                <a:solidFill>
                  <a:schemeClr val="dk1"/>
                </a:solidFill>
                <a:latin typeface="Proxima Nova"/>
                <a:ea typeface="Proxima Nova"/>
                <a:cs typeface="Proxima Nova"/>
                <a:sym typeface="Proxima Nova"/>
              </a:rPr>
              <a:t>: Implement technical changes (no index, 301 redirect,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Keyword Research</a:t>
            </a:r>
            <a:r>
              <a:rPr lang="en" sz="1200">
                <a:solidFill>
                  <a:schemeClr val="dk1"/>
                </a:solidFill>
                <a:latin typeface="Proxima Nova"/>
                <a:ea typeface="Proxima Nova"/>
                <a:cs typeface="Proxima Nova"/>
                <a:sym typeface="Proxima Nova"/>
              </a:rPr>
              <a:t>: Intent mapping for pages marked “Update On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On-Page Recommendations</a:t>
            </a:r>
            <a:r>
              <a:rPr lang="en" sz="1200">
                <a:solidFill>
                  <a:schemeClr val="dk1"/>
                </a:solidFill>
                <a:latin typeface="Proxima Nova"/>
                <a:ea typeface="Proxima Nova"/>
                <a:cs typeface="Proxima Nova"/>
                <a:sym typeface="Proxima Nova"/>
              </a:rPr>
              <a:t>:  Improvements (titles, metas, internal links, body text, schema) for pages marked “Update On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Content Audit</a:t>
            </a:r>
            <a:r>
              <a:rPr lang="en" sz="1200">
                <a:solidFill>
                  <a:schemeClr val="dk1"/>
                </a:solidFill>
                <a:latin typeface="Proxima Nova"/>
                <a:ea typeface="Proxima Nova"/>
                <a:cs typeface="Proxima Nova"/>
                <a:sym typeface="Proxima Nova"/>
              </a:rPr>
              <a:t>: Improve and update blog post pages with potential to rank for high volume keywords and to merge pages with very similar content</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i="1"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b="1" lang="en" sz="1200">
                <a:solidFill>
                  <a:srgbClr val="E21A6B"/>
                </a:solidFill>
                <a:latin typeface="Proxima Nova"/>
                <a:ea typeface="Proxima Nova"/>
                <a:cs typeface="Proxima Nova"/>
                <a:sym typeface="Proxima Nova"/>
              </a:rPr>
              <a:t>Creating new assets:</a:t>
            </a:r>
            <a:endParaRPr sz="1200">
              <a:solidFill>
                <a:srgbClr val="E21A6B"/>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Develop a new system to handle 301’s from discontinued products</a:t>
            </a:r>
            <a:endParaRPr b="1" sz="1200">
              <a:solidFill>
                <a:schemeClr val="dk1"/>
              </a:solidFill>
              <a:latin typeface="Proxima Nova"/>
              <a:ea typeface="Proxima Nova"/>
              <a:cs typeface="Proxima Nova"/>
              <a:sym typeface="Proxima Nova"/>
            </a:endParaRPr>
          </a:p>
        </p:txBody>
      </p:sp>
      <p:pic>
        <p:nvPicPr>
          <p:cNvPr id="744" name="Google Shape;744;p100"/>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745" name="Google Shape;745;p100"/>
          <p:cNvPicPr preferRelativeResize="0"/>
          <p:nvPr/>
        </p:nvPicPr>
        <p:blipFill rotWithShape="1">
          <a:blip r:embed="rId4">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3"/>
                                        </p:tgtEl>
                                        <p:attrNameLst>
                                          <p:attrName>style.visibility</p:attrName>
                                        </p:attrNameLst>
                                      </p:cBhvr>
                                      <p:to>
                                        <p:strVal val="visible"/>
                                      </p:to>
                                    </p:set>
                                    <p:animEffect filter="fade" transition="in">
                                      <p:cBhvr>
                                        <p:cTn dur="1000"/>
                                        <p:tgtEl>
                                          <p:spTgt spid="7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749" name="Shape 749"/>
        <p:cNvGrpSpPr/>
        <p:nvPr/>
      </p:nvGrpSpPr>
      <p:grpSpPr>
        <a:xfrm>
          <a:off x="0" y="0"/>
          <a:ext cx="0" cy="0"/>
          <a:chOff x="0" y="0"/>
          <a:chExt cx="0" cy="0"/>
        </a:xfrm>
      </p:grpSpPr>
      <p:sp>
        <p:nvSpPr>
          <p:cNvPr id="750" name="Google Shape;750;p101"/>
          <p:cNvSpPr txBox="1"/>
          <p:nvPr>
            <p:ph type="title"/>
          </p:nvPr>
        </p:nvSpPr>
        <p:spPr>
          <a:xfrm>
            <a:off x="4388400" y="2108000"/>
            <a:ext cx="4457700" cy="64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lang="en" sz="4320">
                <a:solidFill>
                  <a:schemeClr val="lt1"/>
                </a:solidFill>
                <a:latin typeface="Proxima Nova Extrabold"/>
                <a:ea typeface="Proxima Nova Extrabold"/>
                <a:cs typeface="Proxima Nova Extrabold"/>
                <a:sym typeface="Proxima Nova Extrabold"/>
              </a:rPr>
              <a:t>THANK YOU!</a:t>
            </a:r>
            <a:endParaRPr sz="4320">
              <a:solidFill>
                <a:schemeClr val="lt1"/>
              </a:solidFill>
              <a:latin typeface="Proxima Nova Extrabold"/>
              <a:ea typeface="Proxima Nova Extrabold"/>
              <a:cs typeface="Proxima Nova Extrabold"/>
              <a:sym typeface="Proxima Nova Extrabold"/>
            </a:endParaRPr>
          </a:p>
        </p:txBody>
      </p:sp>
      <p:pic>
        <p:nvPicPr>
          <p:cNvPr id="751" name="Google Shape;751;p101"/>
          <p:cNvPicPr preferRelativeResize="0"/>
          <p:nvPr/>
        </p:nvPicPr>
        <p:blipFill>
          <a:blip r:embed="rId3">
            <a:alphaModFix/>
          </a:blip>
          <a:stretch>
            <a:fillRect/>
          </a:stretch>
        </p:blipFill>
        <p:spPr>
          <a:xfrm>
            <a:off x="6825850" y="3988125"/>
            <a:ext cx="1897875" cy="446925"/>
          </a:xfrm>
          <a:prstGeom prst="rect">
            <a:avLst/>
          </a:prstGeom>
          <a:noFill/>
          <a:ln>
            <a:noFill/>
          </a:ln>
        </p:spPr>
      </p:pic>
      <p:pic>
        <p:nvPicPr>
          <p:cNvPr id="752" name="Google Shape;752;p101"/>
          <p:cNvPicPr preferRelativeResize="0"/>
          <p:nvPr/>
        </p:nvPicPr>
        <p:blipFill>
          <a:blip r:embed="rId4">
            <a:alphaModFix/>
          </a:blip>
          <a:stretch>
            <a:fillRect/>
          </a:stretch>
        </p:blipFill>
        <p:spPr>
          <a:xfrm rot="3020700">
            <a:off x="381281" y="-4029789"/>
            <a:ext cx="4595790" cy="9247453"/>
          </a:xfrm>
          <a:prstGeom prst="rect">
            <a:avLst/>
          </a:prstGeom>
          <a:noFill/>
          <a:ln>
            <a:noFill/>
          </a:ln>
        </p:spPr>
      </p:pic>
      <p:sp>
        <p:nvSpPr>
          <p:cNvPr id="753" name="Google Shape;753;p101"/>
          <p:cNvSpPr txBox="1"/>
          <p:nvPr/>
        </p:nvSpPr>
        <p:spPr>
          <a:xfrm>
            <a:off x="366475" y="4251950"/>
            <a:ext cx="453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www.propellic.com</a:t>
            </a:r>
            <a:endParaRPr>
              <a:solidFill>
                <a:schemeClr val="lt1"/>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EBRIS Them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 - LAYOU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