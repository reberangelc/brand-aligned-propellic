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3aaa539f9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3aaa539f9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3aaa539f9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3aaa539f9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3aaa539f9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3aaa539f9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3aaa539f9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3aaa539f9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3aaa539f9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3aaa539f9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3aaa539f9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3aaa539f9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aaa539f9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3aaa539f9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aaa539f9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3aaa539f9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3aaa539f9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3aaa539f9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96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QX 2022 Strategy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249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Travel Further This Quarter 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605850" y="3082550"/>
            <a:ext cx="1529400" cy="72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Propellic Logo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5008725" y="3082550"/>
            <a:ext cx="1529400" cy="72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Logo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4424775" y="3320625"/>
            <a:ext cx="471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Thrusts - Last Quarter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Bullet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Bullet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Bullet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Bullet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071525" y="445025"/>
            <a:ext cx="1529400" cy="72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Propellic Logo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Performance Metrics - Last Quarter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417125" y="1222350"/>
            <a:ext cx="2339100" cy="13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150% Growth in Organic Visitors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7302900" y="289925"/>
            <a:ext cx="1529400" cy="72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Propellic Logo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3039550" y="1222350"/>
            <a:ext cx="2339100" cy="13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76% Increase in Leads Generated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5621075" y="1222350"/>
            <a:ext cx="2339100" cy="13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52% Increase in YoY Bookings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417125" y="2776375"/>
            <a:ext cx="2339100" cy="13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150% Growth in Organic Visitors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3039550" y="2776375"/>
            <a:ext cx="2339100" cy="13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76% Increase in Leads Generated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5621075" y="2776375"/>
            <a:ext cx="2339100" cy="13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52% Increase in YoY Bookings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186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</a:t>
            </a:r>
            <a:r>
              <a:rPr lang="en"/>
              <a:t>New In Search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2569375"/>
            <a:ext cx="8520600" cy="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Google Released Features A, B, 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Opportunities This Quarter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Opportunity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Opportunity 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Opportunity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Opportunity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Opportunity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06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Opportunity 1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13550"/>
            <a:ext cx="8520600" cy="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Detailed Description of work to be done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06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Opportunity 2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13550"/>
            <a:ext cx="8520600" cy="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Detailed Description of work to be done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06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Opportunity 3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13550"/>
            <a:ext cx="8520600" cy="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Detailed Description of work to be done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06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Opportunity 4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13550"/>
            <a:ext cx="8520600" cy="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Detailed Description of work to be done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06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Opportunity 5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13550"/>
            <a:ext cx="8520600" cy="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Detailed Description of work to be done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