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0" r:id="rId5"/>
    <p:sldMasterId id="2147483731" r:id="rId6"/>
    <p:sldMasterId id="2147483732" r:id="rId7"/>
    <p:sldMasterId id="2147483733" r:id="rId8"/>
    <p:sldMasterId id="2147483734" r:id="rId9"/>
    <p:sldMasterId id="2147483735" r:id="rId10"/>
  </p:sldMasterIdLst>
  <p:notesMasterIdLst>
    <p:notesMasterId r:id="rId11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</p:sldIdLst>
  <p:sldSz cy="5143500" cx="9144000"/>
  <p:notesSz cx="6858000" cy="9144000"/>
  <p:embeddedFontLst>
    <p:embeddedFont>
      <p:font typeface="Montserrat SemiBold"/>
      <p:regular r:id="rId39"/>
      <p:bold r:id="rId40"/>
      <p:italic r:id="rId41"/>
      <p:boldItalic r:id="rId42"/>
    </p:embeddedFont>
    <p:embeddedFont>
      <p:font typeface="Roboto"/>
      <p:regular r:id="rId43"/>
      <p:bold r:id="rId44"/>
      <p:italic r:id="rId45"/>
      <p:boldItalic r:id="rId46"/>
    </p:embeddedFont>
    <p:embeddedFont>
      <p:font typeface="Proxima Nova"/>
      <p:regular r:id="rId47"/>
      <p:bold r:id="rId48"/>
      <p:italic r:id="rId49"/>
      <p:boldItalic r:id="rId50"/>
    </p:embeddedFont>
    <p:embeddedFont>
      <p:font typeface="Montserrat"/>
      <p:regular r:id="rId51"/>
      <p:bold r:id="rId52"/>
      <p:italic r:id="rId53"/>
      <p:boldItalic r:id="rId54"/>
    </p:embeddedFont>
    <p:embeddedFont>
      <p:font typeface="Montserrat Medium"/>
      <p:regular r:id="rId55"/>
      <p:bold r:id="rId56"/>
      <p:italic r:id="rId57"/>
      <p:boldItalic r:id="rId58"/>
    </p:embeddedFont>
    <p:embeddedFont>
      <p:font typeface="Varela Round"/>
      <p:regular r:id="rId59"/>
    </p:embeddedFont>
    <p:embeddedFont>
      <p:font typeface="Proxima Nova Extrabold"/>
      <p:bold r:id="rId60"/>
    </p:embeddedFont>
    <p:embeddedFont>
      <p:font typeface="Proxima Nova Semibold"/>
      <p:regular r:id="rId61"/>
      <p:bold r:id="rId62"/>
      <p:boldItalic r:id="rId63"/>
    </p:embeddedFont>
    <p:embeddedFont>
      <p:font typeface="Montserrat ExtraBold"/>
      <p:bold r:id="rId64"/>
      <p:boldItalic r:id="rId65"/>
    </p:embeddedFont>
    <p:embeddedFont>
      <p:font typeface="Century Gothic"/>
      <p:regular r:id="rId66"/>
      <p:bold r:id="rId67"/>
      <p:italic r:id="rId68"/>
      <p:boldItalic r:id="rId6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EECE78E-799A-40D3-B60A-0B758A2DF8C1}">
  <a:tblStyle styleId="{7EECE78E-799A-40D3-B60A-0B758A2DF8C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SemiBold-bold.fntdata"/><Relationship Id="rId42" Type="http://schemas.openxmlformats.org/officeDocument/2006/relationships/font" Target="fonts/MontserratSemiBold-boldItalic.fntdata"/><Relationship Id="rId41" Type="http://schemas.openxmlformats.org/officeDocument/2006/relationships/font" Target="fonts/MontserratSemiBold-italic.fntdata"/><Relationship Id="rId44" Type="http://schemas.openxmlformats.org/officeDocument/2006/relationships/font" Target="fonts/Roboto-bold.fntdata"/><Relationship Id="rId43" Type="http://schemas.openxmlformats.org/officeDocument/2006/relationships/font" Target="fonts/Roboto-regular.fntdata"/><Relationship Id="rId46" Type="http://schemas.openxmlformats.org/officeDocument/2006/relationships/font" Target="fonts/Roboto-boldItalic.fntdata"/><Relationship Id="rId45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5.xml"/><Relationship Id="rId48" Type="http://schemas.openxmlformats.org/officeDocument/2006/relationships/font" Target="fonts/ProximaNova-bold.fntdata"/><Relationship Id="rId47" Type="http://schemas.openxmlformats.org/officeDocument/2006/relationships/font" Target="fonts/ProximaNova-regular.fntdata"/><Relationship Id="rId49" Type="http://schemas.openxmlformats.org/officeDocument/2006/relationships/font" Target="fonts/ProximaNova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31" Type="http://schemas.openxmlformats.org/officeDocument/2006/relationships/slide" Target="slides/slide20.xml"/><Relationship Id="rId30" Type="http://schemas.openxmlformats.org/officeDocument/2006/relationships/slide" Target="slides/slide19.xml"/><Relationship Id="rId33" Type="http://schemas.openxmlformats.org/officeDocument/2006/relationships/slide" Target="slides/slide22.xml"/><Relationship Id="rId32" Type="http://schemas.openxmlformats.org/officeDocument/2006/relationships/slide" Target="slides/slide21.xml"/><Relationship Id="rId35" Type="http://schemas.openxmlformats.org/officeDocument/2006/relationships/slide" Target="slides/slide24.xml"/><Relationship Id="rId34" Type="http://schemas.openxmlformats.org/officeDocument/2006/relationships/slide" Target="slides/slide23.xml"/><Relationship Id="rId37" Type="http://schemas.openxmlformats.org/officeDocument/2006/relationships/slide" Target="slides/slide26.xml"/><Relationship Id="rId36" Type="http://schemas.openxmlformats.org/officeDocument/2006/relationships/slide" Target="slides/slide25.xml"/><Relationship Id="rId39" Type="http://schemas.openxmlformats.org/officeDocument/2006/relationships/font" Target="fonts/MontserratSemiBold-regular.fntdata"/><Relationship Id="rId38" Type="http://schemas.openxmlformats.org/officeDocument/2006/relationships/slide" Target="slides/slide27.xml"/><Relationship Id="rId62" Type="http://schemas.openxmlformats.org/officeDocument/2006/relationships/font" Target="fonts/ProximaNovaSemibold-bold.fntdata"/><Relationship Id="rId61" Type="http://schemas.openxmlformats.org/officeDocument/2006/relationships/font" Target="fonts/ProximaNovaSemibold-regular.fntdata"/><Relationship Id="rId20" Type="http://schemas.openxmlformats.org/officeDocument/2006/relationships/slide" Target="slides/slide9.xml"/><Relationship Id="rId64" Type="http://schemas.openxmlformats.org/officeDocument/2006/relationships/font" Target="fonts/MontserratExtraBold-bold.fntdata"/><Relationship Id="rId63" Type="http://schemas.openxmlformats.org/officeDocument/2006/relationships/font" Target="fonts/ProximaNovaSemibold-boldItalic.fntdata"/><Relationship Id="rId22" Type="http://schemas.openxmlformats.org/officeDocument/2006/relationships/slide" Target="slides/slide11.xml"/><Relationship Id="rId66" Type="http://schemas.openxmlformats.org/officeDocument/2006/relationships/font" Target="fonts/CenturyGothic-regular.fntdata"/><Relationship Id="rId21" Type="http://schemas.openxmlformats.org/officeDocument/2006/relationships/slide" Target="slides/slide10.xml"/><Relationship Id="rId65" Type="http://schemas.openxmlformats.org/officeDocument/2006/relationships/font" Target="fonts/MontserratExtraBold-boldItalic.fntdata"/><Relationship Id="rId24" Type="http://schemas.openxmlformats.org/officeDocument/2006/relationships/slide" Target="slides/slide13.xml"/><Relationship Id="rId68" Type="http://schemas.openxmlformats.org/officeDocument/2006/relationships/font" Target="fonts/CenturyGothic-italic.fntdata"/><Relationship Id="rId23" Type="http://schemas.openxmlformats.org/officeDocument/2006/relationships/slide" Target="slides/slide12.xml"/><Relationship Id="rId67" Type="http://schemas.openxmlformats.org/officeDocument/2006/relationships/font" Target="fonts/CenturyGothic-bold.fntdata"/><Relationship Id="rId60" Type="http://schemas.openxmlformats.org/officeDocument/2006/relationships/font" Target="fonts/ProximaNovaExtrabold-bold.fntdata"/><Relationship Id="rId26" Type="http://schemas.openxmlformats.org/officeDocument/2006/relationships/slide" Target="slides/slide15.xml"/><Relationship Id="rId25" Type="http://schemas.openxmlformats.org/officeDocument/2006/relationships/slide" Target="slides/slide14.xml"/><Relationship Id="rId69" Type="http://schemas.openxmlformats.org/officeDocument/2006/relationships/font" Target="fonts/CenturyGothic-boldItalic.fntdata"/><Relationship Id="rId28" Type="http://schemas.openxmlformats.org/officeDocument/2006/relationships/slide" Target="slides/slide17.xml"/><Relationship Id="rId27" Type="http://schemas.openxmlformats.org/officeDocument/2006/relationships/slide" Target="slides/slide16.xml"/><Relationship Id="rId29" Type="http://schemas.openxmlformats.org/officeDocument/2006/relationships/slide" Target="slides/slide18.xml"/><Relationship Id="rId51" Type="http://schemas.openxmlformats.org/officeDocument/2006/relationships/font" Target="fonts/Montserrat-regular.fntdata"/><Relationship Id="rId50" Type="http://schemas.openxmlformats.org/officeDocument/2006/relationships/font" Target="fonts/ProximaNova-boldItalic.fntdata"/><Relationship Id="rId53" Type="http://schemas.openxmlformats.org/officeDocument/2006/relationships/font" Target="fonts/Montserrat-italic.fntdata"/><Relationship Id="rId52" Type="http://schemas.openxmlformats.org/officeDocument/2006/relationships/font" Target="fonts/Montserrat-bold.fntdata"/><Relationship Id="rId11" Type="http://schemas.openxmlformats.org/officeDocument/2006/relationships/notesMaster" Target="notesMasters/notesMaster1.xml"/><Relationship Id="rId55" Type="http://schemas.openxmlformats.org/officeDocument/2006/relationships/font" Target="fonts/MontserratMedium-regular.fntdata"/><Relationship Id="rId10" Type="http://schemas.openxmlformats.org/officeDocument/2006/relationships/slideMaster" Target="slideMasters/slideMaster6.xml"/><Relationship Id="rId54" Type="http://schemas.openxmlformats.org/officeDocument/2006/relationships/font" Target="fonts/Montserrat-boldItalic.fntdata"/><Relationship Id="rId13" Type="http://schemas.openxmlformats.org/officeDocument/2006/relationships/slide" Target="slides/slide2.xml"/><Relationship Id="rId57" Type="http://schemas.openxmlformats.org/officeDocument/2006/relationships/font" Target="fonts/MontserratMedium-italic.fntdata"/><Relationship Id="rId12" Type="http://schemas.openxmlformats.org/officeDocument/2006/relationships/slide" Target="slides/slide1.xml"/><Relationship Id="rId56" Type="http://schemas.openxmlformats.org/officeDocument/2006/relationships/font" Target="fonts/MontserratMedium-bold.fntdata"/><Relationship Id="rId15" Type="http://schemas.openxmlformats.org/officeDocument/2006/relationships/slide" Target="slides/slide4.xml"/><Relationship Id="rId59" Type="http://schemas.openxmlformats.org/officeDocument/2006/relationships/font" Target="fonts/VarelaRound-regular.fntdata"/><Relationship Id="rId14" Type="http://schemas.openxmlformats.org/officeDocument/2006/relationships/slide" Target="slides/slide3.xml"/><Relationship Id="rId58" Type="http://schemas.openxmlformats.org/officeDocument/2006/relationships/font" Target="fonts/MontserratMedium-boldItalic.fntdata"/><Relationship Id="rId17" Type="http://schemas.openxmlformats.org/officeDocument/2006/relationships/slide" Target="slides/slide6.xml"/><Relationship Id="rId16" Type="http://schemas.openxmlformats.org/officeDocument/2006/relationships/slide" Target="slides/slide5.xml"/><Relationship Id="rId19" Type="http://schemas.openxmlformats.org/officeDocument/2006/relationships/slide" Target="slides/slide8.xml"/><Relationship Id="rId18" Type="http://schemas.openxmlformats.org/officeDocument/2006/relationships/slide" Target="slides/slide7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61a24fd95c_0_6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g361a24fd95c_0_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61a24fd95c_0_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g361a24fd95c_0_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27ffeef447e_0_1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27ffeef447e_0_1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2f432e54f63_0_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2f432e54f63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Paul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61a24fd95c_0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361a24fd95c_0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2f432e54f63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2f432e54f63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2f432e54f63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2f432e54f63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2f432e54f6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2f432e54f6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2f432e54f63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2f432e54f63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Paul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2f75fc70ec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2f75fc70ec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Paul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61a24fd95c_0_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61a24fd95c_0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2b604f3cbf6_0_4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2b604f3cbf6_0_4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Paul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2f432e54f63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2f432e54f63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Paul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2ef910c1d0f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2ef910c1d0f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Paul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f432e54f63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f432e54f63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Paul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2f432e54f63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2f432e54f63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Paul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2f432e54f63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2f432e54f63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Paul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2f432e54f63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2f432e54f63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Paul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2f432e54f63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2f432e54f63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Paul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2f75fc70ec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2f75fc70ec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Paul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61a24fd95c_0_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361a24fd95c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61a24fd95c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361a24fd95c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361a24fd95c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1" name="Google Shape;781;g361a24fd95c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361a24fd95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361a24fd95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2ef910c1d0f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2ef910c1d0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2d219232794_0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" name="Google Shape;839;g2d219232794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Paul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2d21923279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2d2192327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this one, 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1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27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5" Type="http://schemas.openxmlformats.org/officeDocument/2006/relationships/image" Target="../media/image7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1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1.png"/><Relationship Id="rId4" Type="http://schemas.openxmlformats.org/officeDocument/2006/relationships/image" Target="../media/image39.png"/><Relationship Id="rId5" Type="http://schemas.openxmlformats.org/officeDocument/2006/relationships/image" Target="../media/image9.png"/><Relationship Id="rId6" Type="http://schemas.openxmlformats.org/officeDocument/2006/relationships/image" Target="../media/image1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1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1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1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1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1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1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1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1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1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1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1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1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1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1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1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1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1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16" name="Google Shape;16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0227" y="4869025"/>
            <a:ext cx="687950" cy="14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0227" y="4869025"/>
            <a:ext cx="687950" cy="14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23" name="Google Shape;2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0227" y="4869025"/>
            <a:ext cx="687950" cy="14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6" name="Google Shape;2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0227" y="4869025"/>
            <a:ext cx="687950" cy="14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2">
  <p:cSld name="TITLE_AND_BODY_1_2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5850" y="0"/>
            <a:ext cx="45681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chemeClr val="dk1"/>
              </a:gs>
              <a:gs pos="100000">
                <a:srgbClr val="000000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2 1">
  <p:cSld name="TITLE_AND_BODY_1_2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1"/>
          <p:cNvSpPr/>
          <p:nvPr/>
        </p:nvSpPr>
        <p:spPr>
          <a:xfrm>
            <a:off x="4023300" y="0"/>
            <a:ext cx="51207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2" name="Google Shape;42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0227" y="4869025"/>
            <a:ext cx="687950" cy="14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xx">
  <p:cSld name="CUSTOM">
    <p:bg>
      <p:bgPr>
        <a:gradFill>
          <a:gsLst>
            <a:gs pos="0">
              <a:srgbClr val="494949"/>
            </a:gs>
            <a:gs pos="25000">
              <a:schemeClr val="dk1"/>
            </a:gs>
            <a:gs pos="50000">
              <a:schemeClr val="dk1"/>
            </a:gs>
            <a:gs pos="75000">
              <a:schemeClr val="dk1"/>
            </a:gs>
            <a:gs pos="100000">
              <a:srgbClr val="494949"/>
            </a:gs>
          </a:gsLst>
          <a:lin ang="5400012" scaled="0"/>
        </a:gra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2"/>
          <p:cNvPicPr preferRelativeResize="0"/>
          <p:nvPr/>
        </p:nvPicPr>
        <p:blipFill rotWithShape="1">
          <a:blip r:embed="rId2">
            <a:alphaModFix amt="70000"/>
          </a:blip>
          <a:srcRect b="48138" l="46919" r="0" t="0"/>
          <a:stretch/>
        </p:blipFill>
        <p:spPr>
          <a:xfrm>
            <a:off x="0" y="1300675"/>
            <a:ext cx="8420100" cy="3842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2"/>
          <p:cNvPicPr preferRelativeResize="0"/>
          <p:nvPr/>
        </p:nvPicPr>
        <p:blipFill rotWithShape="1">
          <a:blip r:embed="rId2">
            <a:alphaModFix amt="70000"/>
          </a:blip>
          <a:srcRect b="48256" l="0" r="49045" t="0"/>
          <a:stretch/>
        </p:blipFill>
        <p:spPr>
          <a:xfrm>
            <a:off x="2048575" y="1053425"/>
            <a:ext cx="7095426" cy="40900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" name="Google Shape;46;p12"/>
          <p:cNvGrpSpPr/>
          <p:nvPr/>
        </p:nvGrpSpPr>
        <p:grpSpPr>
          <a:xfrm>
            <a:off x="-1785312" y="0"/>
            <a:ext cx="12185613" cy="4810124"/>
            <a:chOff x="-1499562" y="0"/>
            <a:chExt cx="12185613" cy="4810124"/>
          </a:xfrm>
        </p:grpSpPr>
        <p:pic>
          <p:nvPicPr>
            <p:cNvPr id="47" name="Google Shape;47;p12"/>
            <p:cNvPicPr preferRelativeResize="0"/>
            <p:nvPr/>
          </p:nvPicPr>
          <p:blipFill rotWithShape="1">
            <a:blip r:embed="rId2">
              <a:alphaModFix amt="60000"/>
            </a:blip>
            <a:srcRect b="3707" l="0" r="46930" t="43639"/>
            <a:stretch/>
          </p:blipFill>
          <p:spPr>
            <a:xfrm>
              <a:off x="-1499562" y="0"/>
              <a:ext cx="6092800" cy="4810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" name="Google Shape;48;p12"/>
            <p:cNvPicPr preferRelativeResize="0"/>
            <p:nvPr/>
          </p:nvPicPr>
          <p:blipFill rotWithShape="1">
            <a:blip r:embed="rId2">
              <a:alphaModFix amt="60000"/>
            </a:blip>
            <a:srcRect b="3707" l="0" r="46930" t="43639"/>
            <a:stretch/>
          </p:blipFill>
          <p:spPr>
            <a:xfrm flipH="1">
              <a:off x="4593250" y="0"/>
              <a:ext cx="6092800" cy="48101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9" name="Google Shape;49;p12"/>
          <p:cNvGrpSpPr/>
          <p:nvPr/>
        </p:nvGrpSpPr>
        <p:grpSpPr>
          <a:xfrm>
            <a:off x="-2837829" y="0"/>
            <a:ext cx="15162558" cy="5985237"/>
            <a:chOff x="-1499562" y="0"/>
            <a:chExt cx="12185613" cy="4810124"/>
          </a:xfrm>
        </p:grpSpPr>
        <p:pic>
          <p:nvPicPr>
            <p:cNvPr id="50" name="Google Shape;50;p12"/>
            <p:cNvPicPr preferRelativeResize="0"/>
            <p:nvPr/>
          </p:nvPicPr>
          <p:blipFill rotWithShape="1">
            <a:blip r:embed="rId2">
              <a:alphaModFix amt="60000"/>
            </a:blip>
            <a:srcRect b="3707" l="0" r="46930" t="43639"/>
            <a:stretch/>
          </p:blipFill>
          <p:spPr>
            <a:xfrm>
              <a:off x="-1499562" y="0"/>
              <a:ext cx="6092800" cy="4810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12"/>
            <p:cNvPicPr preferRelativeResize="0"/>
            <p:nvPr/>
          </p:nvPicPr>
          <p:blipFill rotWithShape="1">
            <a:blip r:embed="rId2">
              <a:alphaModFix amt="60000"/>
            </a:blip>
            <a:srcRect b="3707" l="0" r="46930" t="43639"/>
            <a:stretch/>
          </p:blipFill>
          <p:spPr>
            <a:xfrm flipH="1">
              <a:off x="4593250" y="0"/>
              <a:ext cx="6092800" cy="48101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xx">
  <p:cSld name="CUSTOM_2">
    <p:bg>
      <p:bgPr>
        <a:gradFill>
          <a:gsLst>
            <a:gs pos="0">
              <a:srgbClr val="353535"/>
            </a:gs>
            <a:gs pos="21000">
              <a:schemeClr val="dk1"/>
            </a:gs>
            <a:gs pos="50000">
              <a:schemeClr val="dk1"/>
            </a:gs>
            <a:gs pos="81000">
              <a:schemeClr val="dk1"/>
            </a:gs>
            <a:gs pos="100000">
              <a:srgbClr val="353535"/>
            </a:gs>
          </a:gsLst>
          <a:lin ang="5400700" scaled="0"/>
        </a:gra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3"/>
          <p:cNvPicPr preferRelativeResize="0"/>
          <p:nvPr/>
        </p:nvPicPr>
        <p:blipFill rotWithShape="1">
          <a:blip r:embed="rId2">
            <a:alphaModFix amt="70000"/>
          </a:blip>
          <a:srcRect b="48138" l="46919" r="0" t="0"/>
          <a:stretch/>
        </p:blipFill>
        <p:spPr>
          <a:xfrm>
            <a:off x="0" y="1300675"/>
            <a:ext cx="8420100" cy="3842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3"/>
          <p:cNvPicPr preferRelativeResize="0"/>
          <p:nvPr/>
        </p:nvPicPr>
        <p:blipFill rotWithShape="1">
          <a:blip r:embed="rId2">
            <a:alphaModFix amt="70000"/>
          </a:blip>
          <a:srcRect b="48256" l="0" r="49045" t="0"/>
          <a:stretch/>
        </p:blipFill>
        <p:spPr>
          <a:xfrm>
            <a:off x="2048575" y="1053425"/>
            <a:ext cx="7095426" cy="40900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" name="Google Shape;55;p13"/>
          <p:cNvGrpSpPr/>
          <p:nvPr/>
        </p:nvGrpSpPr>
        <p:grpSpPr>
          <a:xfrm>
            <a:off x="-1785312" y="0"/>
            <a:ext cx="12185613" cy="4810124"/>
            <a:chOff x="-1499562" y="0"/>
            <a:chExt cx="12185613" cy="4810124"/>
          </a:xfrm>
        </p:grpSpPr>
        <p:pic>
          <p:nvPicPr>
            <p:cNvPr id="56" name="Google Shape;56;p13"/>
            <p:cNvPicPr preferRelativeResize="0"/>
            <p:nvPr/>
          </p:nvPicPr>
          <p:blipFill rotWithShape="1">
            <a:blip r:embed="rId2">
              <a:alphaModFix amt="60000"/>
            </a:blip>
            <a:srcRect b="3707" l="0" r="46930" t="43639"/>
            <a:stretch/>
          </p:blipFill>
          <p:spPr>
            <a:xfrm>
              <a:off x="-1499562" y="0"/>
              <a:ext cx="6092800" cy="4810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13"/>
            <p:cNvPicPr preferRelativeResize="0"/>
            <p:nvPr/>
          </p:nvPicPr>
          <p:blipFill rotWithShape="1">
            <a:blip r:embed="rId2">
              <a:alphaModFix amt="60000"/>
            </a:blip>
            <a:srcRect b="3707" l="0" r="46930" t="43639"/>
            <a:stretch/>
          </p:blipFill>
          <p:spPr>
            <a:xfrm flipH="1">
              <a:off x="4593250" y="0"/>
              <a:ext cx="6092800" cy="48101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8" name="Google Shape;58;p13"/>
          <p:cNvGrpSpPr/>
          <p:nvPr/>
        </p:nvGrpSpPr>
        <p:grpSpPr>
          <a:xfrm>
            <a:off x="-2837829" y="0"/>
            <a:ext cx="15162558" cy="5985237"/>
            <a:chOff x="-1499562" y="0"/>
            <a:chExt cx="12185613" cy="4810124"/>
          </a:xfrm>
        </p:grpSpPr>
        <p:pic>
          <p:nvPicPr>
            <p:cNvPr id="59" name="Google Shape;59;p13"/>
            <p:cNvPicPr preferRelativeResize="0"/>
            <p:nvPr/>
          </p:nvPicPr>
          <p:blipFill rotWithShape="1">
            <a:blip r:embed="rId2">
              <a:alphaModFix amt="60000"/>
            </a:blip>
            <a:srcRect b="3707" l="0" r="46930" t="43639"/>
            <a:stretch/>
          </p:blipFill>
          <p:spPr>
            <a:xfrm>
              <a:off x="-1499562" y="0"/>
              <a:ext cx="6092800" cy="4810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" name="Google Shape;60;p13"/>
            <p:cNvPicPr preferRelativeResize="0"/>
            <p:nvPr/>
          </p:nvPicPr>
          <p:blipFill rotWithShape="1">
            <a:blip r:embed="rId2">
              <a:alphaModFix amt="60000"/>
            </a:blip>
            <a:srcRect b="3707" l="0" r="46930" t="43639"/>
            <a:stretch/>
          </p:blipFill>
          <p:spPr>
            <a:xfrm flipH="1">
              <a:off x="4593250" y="0"/>
              <a:ext cx="6092800" cy="48101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xx">
  <p:cSld name="CUSTOM_2_1">
    <p:bg>
      <p:bgPr>
        <a:gradFill>
          <a:gsLst>
            <a:gs pos="0">
              <a:schemeClr val="dk1"/>
            </a:gs>
            <a:gs pos="100000">
              <a:srgbClr val="35353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 rotWithShape="1">
          <a:blip r:embed="rId2">
            <a:alphaModFix amt="60000"/>
          </a:blip>
          <a:srcRect b="382" l="4267" r="42663" t="38949"/>
          <a:stretch/>
        </p:blipFill>
        <p:spPr>
          <a:xfrm flipH="1" rot="-5400000">
            <a:off x="-342585" y="-2095188"/>
            <a:ext cx="7581274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 rotWithShape="1">
          <a:blip r:embed="rId2">
            <a:alphaModFix amt="60000"/>
          </a:blip>
          <a:srcRect b="382" l="4267" r="42663" t="38949"/>
          <a:stretch/>
        </p:blipFill>
        <p:spPr>
          <a:xfrm rot="5400000">
            <a:off x="1905315" y="-2095188"/>
            <a:ext cx="7581274" cy="689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1">
  <p:cSld name="CUSTOM_1">
    <p:bg>
      <p:bgPr>
        <a:gradFill>
          <a:gsLst>
            <a:gs pos="0">
              <a:srgbClr val="494949"/>
            </a:gs>
            <a:gs pos="25000">
              <a:schemeClr val="dk1"/>
            </a:gs>
            <a:gs pos="50000">
              <a:schemeClr val="dk1"/>
            </a:gs>
            <a:gs pos="75000">
              <a:schemeClr val="dk1"/>
            </a:gs>
            <a:gs pos="100000">
              <a:srgbClr val="494949"/>
            </a:gs>
          </a:gsLst>
          <a:lin ang="5400012" scaled="0"/>
        </a:gra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 rotWithShape="1">
          <a:blip r:embed="rId2">
            <a:alphaModFix amt="60000"/>
          </a:blip>
          <a:srcRect b="0" l="45510" r="0" t="46553"/>
          <a:stretch/>
        </p:blipFill>
        <p:spPr>
          <a:xfrm>
            <a:off x="0" y="0"/>
            <a:ext cx="6255976" cy="457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5"/>
          <p:cNvPicPr preferRelativeResize="0"/>
          <p:nvPr/>
        </p:nvPicPr>
        <p:blipFill rotWithShape="1">
          <a:blip r:embed="rId2">
            <a:alphaModFix amt="70000"/>
          </a:blip>
          <a:srcRect b="48138" l="46919" r="0" t="0"/>
          <a:stretch/>
        </p:blipFill>
        <p:spPr>
          <a:xfrm>
            <a:off x="0" y="1300675"/>
            <a:ext cx="8420100" cy="3842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/>
          <p:cNvPicPr preferRelativeResize="0"/>
          <p:nvPr/>
        </p:nvPicPr>
        <p:blipFill rotWithShape="1">
          <a:blip r:embed="rId2">
            <a:alphaModFix amt="70000"/>
          </a:blip>
          <a:srcRect b="48256" l="0" r="49045" t="0"/>
          <a:stretch/>
        </p:blipFill>
        <p:spPr>
          <a:xfrm>
            <a:off x="2048575" y="1053425"/>
            <a:ext cx="7095426" cy="4090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1">
  <p:cSld name="TITLE_AND_BODY_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2" name="Google Shape;72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 type="obj">
  <p:cSld name="OBJECT">
    <p:bg>
      <p:bgPr>
        <a:solidFill>
          <a:srgbClr val="191D28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>
            <a:off x="628650" y="336190"/>
            <a:ext cx="78867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>
            <a:off x="628650" y="1285226"/>
            <a:ext cx="7886700" cy="3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298450" lvl="0" marL="45720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85750" lvl="1" marL="91440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/>
          <p:nvPr>
            <p:ph type="title"/>
          </p:nvPr>
        </p:nvSpPr>
        <p:spPr>
          <a:xfrm>
            <a:off x="628650" y="336190"/>
            <a:ext cx="78867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" type="body"/>
          </p:nvPr>
        </p:nvSpPr>
        <p:spPr>
          <a:xfrm>
            <a:off x="628650" y="1285226"/>
            <a:ext cx="7886700" cy="3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317500" lvl="0" marL="45720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pic>
        <p:nvPicPr>
          <p:cNvPr id="80" name="Google Shape;80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0227" y="4869025"/>
            <a:ext cx="687950" cy="14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2 1 1">
  <p:cSld name="TITLE_AND_BODY_1_2_1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3" name="Google Shape;83;p20"/>
          <p:cNvGrpSpPr/>
          <p:nvPr/>
        </p:nvGrpSpPr>
        <p:grpSpPr>
          <a:xfrm>
            <a:off x="8410681" y="4781828"/>
            <a:ext cx="419797" cy="246836"/>
            <a:chOff x="4772025" y="2638425"/>
            <a:chExt cx="2650234" cy="1579245"/>
          </a:xfrm>
        </p:grpSpPr>
        <p:sp>
          <p:nvSpPr>
            <p:cNvPr id="84" name="Google Shape;84;p20"/>
            <p:cNvSpPr/>
            <p:nvPr/>
          </p:nvSpPr>
          <p:spPr>
            <a:xfrm>
              <a:off x="4772025" y="2638425"/>
              <a:ext cx="1895094" cy="1579245"/>
            </a:xfrm>
            <a:custGeom>
              <a:rect b="b" l="l" r="r" t="t"/>
              <a:pathLst>
                <a:path extrusionOk="0" h="1579245" w="1895094">
                  <a:moveTo>
                    <a:pt x="1711071" y="38100"/>
                  </a:moveTo>
                  <a:lnTo>
                    <a:pt x="1711071" y="38100"/>
                  </a:lnTo>
                  <a:cubicBezTo>
                    <a:pt x="1791462" y="38100"/>
                    <a:pt x="1856994" y="103727"/>
                    <a:pt x="1857089" y="184023"/>
                  </a:cubicBezTo>
                  <a:lnTo>
                    <a:pt x="1857089" y="1395127"/>
                  </a:lnTo>
                  <a:cubicBezTo>
                    <a:pt x="1857089" y="1475518"/>
                    <a:pt x="1791462" y="1541050"/>
                    <a:pt x="1711166" y="1541145"/>
                  </a:cubicBezTo>
                  <a:lnTo>
                    <a:pt x="184118" y="1541145"/>
                  </a:lnTo>
                  <a:cubicBezTo>
                    <a:pt x="103727" y="1541145"/>
                    <a:pt x="38195" y="1475518"/>
                    <a:pt x="38100" y="1395222"/>
                  </a:cubicBezTo>
                  <a:lnTo>
                    <a:pt x="38100" y="184118"/>
                  </a:lnTo>
                  <a:cubicBezTo>
                    <a:pt x="38195" y="103727"/>
                    <a:pt x="103727" y="38195"/>
                    <a:pt x="184023" y="38100"/>
                  </a:cubicBezTo>
                  <a:lnTo>
                    <a:pt x="1711071" y="38100"/>
                  </a:lnTo>
                  <a:moveTo>
                    <a:pt x="1711071" y="0"/>
                  </a:moveTo>
                  <a:lnTo>
                    <a:pt x="184023" y="0"/>
                  </a:lnTo>
                  <a:cubicBezTo>
                    <a:pt x="82391" y="95"/>
                    <a:pt x="95" y="82391"/>
                    <a:pt x="0" y="184023"/>
                  </a:cubicBezTo>
                  <a:lnTo>
                    <a:pt x="0" y="1395222"/>
                  </a:lnTo>
                  <a:cubicBezTo>
                    <a:pt x="95" y="1496854"/>
                    <a:pt x="82391" y="1579150"/>
                    <a:pt x="184023" y="1579245"/>
                  </a:cubicBezTo>
                  <a:lnTo>
                    <a:pt x="1711071" y="1579245"/>
                  </a:lnTo>
                  <a:cubicBezTo>
                    <a:pt x="1812703" y="1579150"/>
                    <a:pt x="1894999" y="1496854"/>
                    <a:pt x="1895094" y="1395222"/>
                  </a:cubicBezTo>
                  <a:lnTo>
                    <a:pt x="1895094" y="184023"/>
                  </a:lnTo>
                  <a:cubicBezTo>
                    <a:pt x="1894999" y="82391"/>
                    <a:pt x="1812608" y="95"/>
                    <a:pt x="1711071" y="0"/>
                  </a:cubicBezTo>
                  <a:lnTo>
                    <a:pt x="1711071" y="0"/>
                  </a:lnTo>
                  <a:close/>
                </a:path>
              </a:pathLst>
            </a:custGeom>
            <a:solidFill>
              <a:srgbClr val="E1523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20"/>
            <p:cNvSpPr/>
            <p:nvPr/>
          </p:nvSpPr>
          <p:spPr>
            <a:xfrm>
              <a:off x="6789800" y="2834640"/>
              <a:ext cx="632459" cy="1190815"/>
            </a:xfrm>
            <a:custGeom>
              <a:rect b="b" l="l" r="r" t="t"/>
              <a:pathLst>
                <a:path extrusionOk="0" h="1190815" w="632459">
                  <a:moveTo>
                    <a:pt x="594360" y="64198"/>
                  </a:moveTo>
                  <a:lnTo>
                    <a:pt x="594360" y="1126617"/>
                  </a:lnTo>
                  <a:lnTo>
                    <a:pt x="38100" y="822960"/>
                  </a:lnTo>
                  <a:lnTo>
                    <a:pt x="38100" y="367856"/>
                  </a:lnTo>
                  <a:lnTo>
                    <a:pt x="594360" y="64198"/>
                  </a:lnTo>
                  <a:moveTo>
                    <a:pt x="632460" y="0"/>
                  </a:moveTo>
                  <a:lnTo>
                    <a:pt x="0" y="345281"/>
                  </a:lnTo>
                  <a:lnTo>
                    <a:pt x="0" y="845534"/>
                  </a:lnTo>
                  <a:lnTo>
                    <a:pt x="632460" y="1190816"/>
                  </a:lnTo>
                  <a:lnTo>
                    <a:pt x="632460" y="0"/>
                  </a:lnTo>
                  <a:lnTo>
                    <a:pt x="632460" y="0"/>
                  </a:lnTo>
                  <a:close/>
                </a:path>
              </a:pathLst>
            </a:custGeom>
            <a:solidFill>
              <a:srgbClr val="E1523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6" name="Google Shape;86;p20"/>
            <p:cNvGrpSpPr/>
            <p:nvPr/>
          </p:nvGrpSpPr>
          <p:grpSpPr>
            <a:xfrm>
              <a:off x="5322951" y="2923222"/>
              <a:ext cx="837151" cy="1038129"/>
              <a:chOff x="5322951" y="2923222"/>
              <a:chExt cx="837151" cy="1038129"/>
            </a:xfrm>
          </p:grpSpPr>
          <p:sp>
            <p:nvSpPr>
              <p:cNvPr id="87" name="Google Shape;87;p20"/>
              <p:cNvSpPr/>
              <p:nvPr/>
            </p:nvSpPr>
            <p:spPr>
              <a:xfrm>
                <a:off x="5322951" y="2923222"/>
                <a:ext cx="756872" cy="787050"/>
              </a:xfrm>
              <a:custGeom>
                <a:rect b="b" l="l" r="r" t="t"/>
                <a:pathLst>
                  <a:path extrusionOk="0" h="787050" w="756872">
                    <a:moveTo>
                      <a:pt x="415481" y="713423"/>
                    </a:moveTo>
                    <a:cubicBezTo>
                      <a:pt x="369856" y="732377"/>
                      <a:pt x="320802" y="741807"/>
                      <a:pt x="271462" y="741236"/>
                    </a:cubicBezTo>
                    <a:lnTo>
                      <a:pt x="271462" y="741236"/>
                    </a:lnTo>
                    <a:lnTo>
                      <a:pt x="271462" y="45815"/>
                    </a:lnTo>
                    <a:lnTo>
                      <a:pt x="271462" y="45815"/>
                    </a:lnTo>
                    <a:cubicBezTo>
                      <a:pt x="271462" y="45815"/>
                      <a:pt x="430720" y="38767"/>
                      <a:pt x="507397" y="144971"/>
                    </a:cubicBezTo>
                    <a:cubicBezTo>
                      <a:pt x="573405" y="236315"/>
                      <a:pt x="570167" y="322993"/>
                      <a:pt x="570167" y="385667"/>
                    </a:cubicBezTo>
                    <a:cubicBezTo>
                      <a:pt x="571024" y="421767"/>
                      <a:pt x="569309" y="457867"/>
                      <a:pt x="564928" y="493681"/>
                    </a:cubicBezTo>
                    <a:lnTo>
                      <a:pt x="715423" y="594646"/>
                    </a:lnTo>
                    <a:cubicBezTo>
                      <a:pt x="744093" y="536734"/>
                      <a:pt x="758285" y="472726"/>
                      <a:pt x="756761" y="408051"/>
                    </a:cubicBezTo>
                    <a:lnTo>
                      <a:pt x="756761" y="379000"/>
                    </a:lnTo>
                    <a:cubicBezTo>
                      <a:pt x="756761" y="111252"/>
                      <a:pt x="553498" y="0"/>
                      <a:pt x="323850" y="0"/>
                    </a:cubicBezTo>
                    <a:lnTo>
                      <a:pt x="0" y="0"/>
                    </a:lnTo>
                    <a:lnTo>
                      <a:pt x="89535" y="89916"/>
                    </a:lnTo>
                    <a:lnTo>
                      <a:pt x="89535" y="697040"/>
                    </a:lnTo>
                    <a:lnTo>
                      <a:pt x="0" y="787051"/>
                    </a:lnTo>
                    <a:lnTo>
                      <a:pt x="323660" y="787051"/>
                    </a:lnTo>
                    <a:cubicBezTo>
                      <a:pt x="359664" y="787051"/>
                      <a:pt x="395573" y="784384"/>
                      <a:pt x="431101" y="778669"/>
                    </a:cubicBezTo>
                    <a:lnTo>
                      <a:pt x="415481" y="71342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20"/>
              <p:cNvSpPr/>
              <p:nvPr/>
            </p:nvSpPr>
            <p:spPr>
              <a:xfrm>
                <a:off x="5825013" y="3511581"/>
                <a:ext cx="335089" cy="449770"/>
              </a:xfrm>
              <a:custGeom>
                <a:rect b="b" l="l" r="r" t="t"/>
                <a:pathLst>
                  <a:path extrusionOk="0" h="449770" w="335089">
                    <a:moveTo>
                      <a:pt x="335089" y="224885"/>
                    </a:moveTo>
                    <a:lnTo>
                      <a:pt x="0" y="0"/>
                    </a:lnTo>
                    <a:lnTo>
                      <a:pt x="54102" y="224885"/>
                    </a:lnTo>
                    <a:lnTo>
                      <a:pt x="0" y="449771"/>
                    </a:lnTo>
                    <a:lnTo>
                      <a:pt x="335089" y="22488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2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2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21"/>
          <p:cNvSpPr txBox="1"/>
          <p:nvPr>
            <p:ph idx="12" type="sldNum"/>
          </p:nvPr>
        </p:nvSpPr>
        <p:spPr>
          <a:xfrm>
            <a:off x="8424808" y="457757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">
  <p:cSld name="TITLE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2"/>
          <p:cNvPicPr preferRelativeResize="0"/>
          <p:nvPr/>
        </p:nvPicPr>
        <p:blipFill rotWithShape="1">
          <a:blip r:embed="rId2">
            <a:alphaModFix/>
          </a:blip>
          <a:srcRect b="0" l="0" r="85258" t="0"/>
          <a:stretch/>
        </p:blipFill>
        <p:spPr>
          <a:xfrm>
            <a:off x="168275" y="4842900"/>
            <a:ext cx="144451" cy="12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1">
  <p:cSld name="TITLE_2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3"/>
          <p:cNvPicPr preferRelativeResize="0"/>
          <p:nvPr/>
        </p:nvPicPr>
        <p:blipFill rotWithShape="1">
          <a:blip r:embed="rId2">
            <a:alphaModFix/>
          </a:blip>
          <a:srcRect b="0" l="0" r="85258" t="0"/>
          <a:stretch/>
        </p:blipFill>
        <p:spPr>
          <a:xfrm>
            <a:off x="168275" y="4842900"/>
            <a:ext cx="144451" cy="12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1 1">
  <p:cSld name="TITLE_AND_BODY_1_1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4"/>
          <p:cNvSpPr txBox="1"/>
          <p:nvPr>
            <p:ph type="title"/>
          </p:nvPr>
        </p:nvSpPr>
        <p:spPr>
          <a:xfrm>
            <a:off x="311700" y="133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Font typeface="Century Gothic"/>
              <a:buNone/>
              <a:defRPr b="1" sz="21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Century Gothic"/>
              <a:buChar char="●"/>
              <a:defRPr sz="12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Font typeface="Century Gothic"/>
              <a:buChar char="○"/>
              <a:defRPr sz="120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Font typeface="Century Gothic"/>
              <a:buChar char="■"/>
              <a:defRPr sz="120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Font typeface="Century Gothic"/>
              <a:buChar char="●"/>
              <a:defRPr sz="1200"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Font typeface="Century Gothic"/>
              <a:buChar char="○"/>
              <a:defRPr sz="120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Font typeface="Century Gothic"/>
              <a:buChar char="■"/>
              <a:defRPr sz="1200"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Font typeface="Century Gothic"/>
              <a:buChar char="●"/>
              <a:defRPr sz="1200"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Font typeface="Century Gothic"/>
              <a:buChar char="○"/>
              <a:defRPr sz="1200"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Font typeface="Century Gothic"/>
              <a:buChar char="■"/>
              <a:defRPr sz="1200"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pic>
        <p:nvPicPr>
          <p:cNvPr descr="slants-01.png" id="101" name="Google Shape;10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07597" y="-10756"/>
            <a:ext cx="3099821" cy="67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lants-01.png" id="102" name="Google Shape;102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05477" y="-8125"/>
            <a:ext cx="3099821" cy="67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lants-01.png" id="103" name="Google Shape;103;p24"/>
          <p:cNvPicPr preferRelativeResize="0"/>
          <p:nvPr/>
        </p:nvPicPr>
        <p:blipFill rotWithShape="1">
          <a:blip r:embed="rId2">
            <a:alphaModFix/>
          </a:blip>
          <a:srcRect b="3874" l="0" r="53588" t="0"/>
          <a:stretch/>
        </p:blipFill>
        <p:spPr>
          <a:xfrm>
            <a:off x="7705300" y="-8125"/>
            <a:ext cx="1438698" cy="65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4"/>
          <p:cNvPicPr preferRelativeResize="0"/>
          <p:nvPr/>
        </p:nvPicPr>
        <p:blipFill rotWithShape="1">
          <a:blip r:embed="rId3">
            <a:alphaModFix/>
          </a:blip>
          <a:srcRect b="-14778" l="0" r="0" t="43901"/>
          <a:stretch/>
        </p:blipFill>
        <p:spPr>
          <a:xfrm>
            <a:off x="473550" y="-10750"/>
            <a:ext cx="993000" cy="14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4"/>
          <p:cNvSpPr txBox="1"/>
          <p:nvPr/>
        </p:nvSpPr>
        <p:spPr>
          <a:xfrm>
            <a:off x="6978517" y="466164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rgbClr val="8D90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600">
              <a:solidFill>
                <a:srgbClr val="8D909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p24"/>
          <p:cNvSpPr/>
          <p:nvPr/>
        </p:nvSpPr>
        <p:spPr>
          <a:xfrm>
            <a:off x="-9150" y="5098499"/>
            <a:ext cx="9162300" cy="54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G_CSM_Logos-01.png" id="107" name="Google Shape;10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8400" y="4780669"/>
            <a:ext cx="638872" cy="200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4"/>
          <p:cNvPicPr preferRelativeResize="0"/>
          <p:nvPr/>
        </p:nvPicPr>
        <p:blipFill rotWithShape="1">
          <a:blip r:embed="rId5">
            <a:alphaModFix/>
          </a:blip>
          <a:srcRect b="29083" l="0" r="0" t="0"/>
          <a:stretch/>
        </p:blipFill>
        <p:spPr>
          <a:xfrm>
            <a:off x="7415775" y="5015174"/>
            <a:ext cx="1750600" cy="14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4"/>
          <p:cNvSpPr txBox="1"/>
          <p:nvPr>
            <p:ph idx="2" type="title"/>
          </p:nvPr>
        </p:nvSpPr>
        <p:spPr>
          <a:xfrm>
            <a:off x="310896" y="512064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entury Gothic"/>
              <a:buNone/>
              <a:defRPr i="1" sz="1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2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/>
          <p:nvPr>
            <p:ph type="title"/>
          </p:nvPr>
        </p:nvSpPr>
        <p:spPr>
          <a:xfrm>
            <a:off x="311700" y="133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Font typeface="Century Gothic"/>
              <a:buNone/>
              <a:defRPr b="1" sz="21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" name="Google Shape;11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Century Gothic"/>
              <a:buChar char="●"/>
              <a:defRPr sz="12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Font typeface="Century Gothic"/>
              <a:buChar char="○"/>
              <a:defRPr sz="120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Font typeface="Century Gothic"/>
              <a:buChar char="■"/>
              <a:defRPr sz="120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Font typeface="Century Gothic"/>
              <a:buChar char="●"/>
              <a:defRPr sz="1200"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Font typeface="Century Gothic"/>
              <a:buChar char="○"/>
              <a:defRPr sz="120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Font typeface="Century Gothic"/>
              <a:buChar char="■"/>
              <a:defRPr sz="1200"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Font typeface="Century Gothic"/>
              <a:buChar char="●"/>
              <a:defRPr sz="1200"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Font typeface="Century Gothic"/>
              <a:buChar char="○"/>
              <a:defRPr sz="1200"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Font typeface="Century Gothic"/>
              <a:buChar char="■"/>
              <a:defRPr sz="1200"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descr="slants-01.png" id="113" name="Google Shape;113;p25"/>
          <p:cNvSpPr/>
          <p:nvPr/>
        </p:nvSpPr>
        <p:spPr>
          <a:xfrm>
            <a:off x="1507597" y="-10756"/>
            <a:ext cx="3099821" cy="67845"/>
          </a:xfrm>
          <a:prstGeom prst="rect">
            <a:avLst/>
          </a:prstGeom>
          <a:noFill/>
          <a:ln>
            <a:noFill/>
          </a:ln>
        </p:spPr>
      </p:sp>
      <p:sp>
        <p:nvSpPr>
          <p:cNvPr descr="slants-01.png" id="114" name="Google Shape;114;p25"/>
          <p:cNvSpPr/>
          <p:nvPr/>
        </p:nvSpPr>
        <p:spPr>
          <a:xfrm>
            <a:off x="4605477" y="-8125"/>
            <a:ext cx="3099821" cy="67845"/>
          </a:xfrm>
          <a:prstGeom prst="rect">
            <a:avLst/>
          </a:prstGeom>
          <a:noFill/>
          <a:ln>
            <a:noFill/>
          </a:ln>
        </p:spPr>
      </p:sp>
      <p:sp>
        <p:nvSpPr>
          <p:cNvPr descr="slants-01.png" id="115" name="Google Shape;115;p25"/>
          <p:cNvSpPr/>
          <p:nvPr/>
        </p:nvSpPr>
        <p:spPr>
          <a:xfrm>
            <a:off x="7705300" y="-8125"/>
            <a:ext cx="1438698" cy="65215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25"/>
          <p:cNvSpPr/>
          <p:nvPr/>
        </p:nvSpPr>
        <p:spPr>
          <a:xfrm>
            <a:off x="473550" y="-10750"/>
            <a:ext cx="993000" cy="142450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25"/>
          <p:cNvSpPr txBox="1"/>
          <p:nvPr>
            <p:ph idx="2" type="title"/>
          </p:nvPr>
        </p:nvSpPr>
        <p:spPr>
          <a:xfrm>
            <a:off x="311700" y="579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entury Gothic"/>
              <a:buNone/>
              <a:defRPr sz="12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8" name="Google Shape;118;p25"/>
          <p:cNvSpPr txBox="1"/>
          <p:nvPr/>
        </p:nvSpPr>
        <p:spPr>
          <a:xfrm>
            <a:off x="6978517" y="466164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rgbClr val="8D90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600">
              <a:solidFill>
                <a:srgbClr val="8D909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9" name="Google Shape;119;p25"/>
          <p:cNvSpPr/>
          <p:nvPr/>
        </p:nvSpPr>
        <p:spPr>
          <a:xfrm>
            <a:off x="-9150" y="5098499"/>
            <a:ext cx="9162300" cy="54900"/>
          </a:xfrm>
          <a:prstGeom prst="rect">
            <a:avLst/>
          </a:prstGeom>
          <a:solidFill>
            <a:srgbClr val="1D4F5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Element_01-02.png" id="120" name="Google Shape;120;p25"/>
          <p:cNvSpPr/>
          <p:nvPr/>
        </p:nvSpPr>
        <p:spPr>
          <a:xfrm>
            <a:off x="1770225" y="4837824"/>
            <a:ext cx="2015876" cy="325900"/>
          </a:xfrm>
          <a:prstGeom prst="rect">
            <a:avLst/>
          </a:prstGeom>
          <a:noFill/>
          <a:ln>
            <a:noFill/>
          </a:ln>
        </p:spPr>
      </p:sp>
      <p:sp>
        <p:nvSpPr>
          <p:cNvPr descr="GG_CSM_Logos-01.png" id="121" name="Google Shape;121;p25"/>
          <p:cNvSpPr/>
          <p:nvPr/>
        </p:nvSpPr>
        <p:spPr>
          <a:xfrm>
            <a:off x="308400" y="4780669"/>
            <a:ext cx="638872" cy="200869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5"/>
          <p:cNvSpPr/>
          <p:nvPr/>
        </p:nvSpPr>
        <p:spPr>
          <a:xfrm>
            <a:off x="7415775" y="5015174"/>
            <a:ext cx="1750600" cy="14245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- Option 1">
  <p:cSld name="TITLE_1_1_1">
    <p:bg>
      <p:bgPr>
        <a:gradFill>
          <a:gsLst>
            <a:gs pos="0">
              <a:srgbClr val="00CE7C"/>
            </a:gs>
            <a:gs pos="100000">
              <a:srgbClr val="4AC1E0"/>
            </a:gs>
          </a:gsLst>
          <a:lin ang="0" scaled="0"/>
        </a:gra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"/>
          <p:cNvSpPr/>
          <p:nvPr/>
        </p:nvSpPr>
        <p:spPr>
          <a:xfrm rot="10800000">
            <a:off x="415199" y="0"/>
            <a:ext cx="8728800" cy="4731900"/>
          </a:xfrm>
          <a:prstGeom prst="round1Rect">
            <a:avLst>
              <a:gd fmla="val 4196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6"/>
          <p:cNvSpPr txBox="1"/>
          <p:nvPr>
            <p:ph type="ctrTitle"/>
          </p:nvPr>
        </p:nvSpPr>
        <p:spPr>
          <a:xfrm>
            <a:off x="948400" y="1394925"/>
            <a:ext cx="4439100" cy="1621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 sz="3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26"/>
          <p:cNvSpPr txBox="1"/>
          <p:nvPr>
            <p:ph idx="1" type="subTitle"/>
          </p:nvPr>
        </p:nvSpPr>
        <p:spPr>
          <a:xfrm>
            <a:off x="948400" y="2963050"/>
            <a:ext cx="4439100" cy="79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entury Gothic"/>
              <a:buNone/>
              <a:defRPr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 sz="1900">
                <a:solidFill>
                  <a:schemeClr val="accent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 sz="1900">
                <a:solidFill>
                  <a:schemeClr val="accent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 sz="1900">
                <a:solidFill>
                  <a:schemeClr val="accent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 sz="1900">
                <a:solidFill>
                  <a:schemeClr val="accent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 sz="1900">
                <a:solidFill>
                  <a:schemeClr val="accent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 sz="1900">
                <a:solidFill>
                  <a:schemeClr val="accent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 sz="1900">
                <a:solidFill>
                  <a:schemeClr val="accent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 sz="1900">
                <a:solidFill>
                  <a:schemeClr val="accent2"/>
                </a:solidFill>
              </a:defRPr>
            </a:lvl9pPr>
          </a:lstStyle>
          <a:p/>
        </p:txBody>
      </p:sp>
      <p:pic>
        <p:nvPicPr>
          <p:cNvPr id="127" name="Google Shape;127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97125" y="920450"/>
            <a:ext cx="1137509" cy="396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41850" y="417950"/>
            <a:ext cx="4359050" cy="435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Slide - Dark Background 1 1">
  <p:cSld name="TITLE_1_1_1_1_1_1">
    <p:bg>
      <p:bgPr>
        <a:solidFill>
          <a:schemeClr val="dk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7"/>
          <p:cNvSpPr txBox="1"/>
          <p:nvPr/>
        </p:nvSpPr>
        <p:spPr>
          <a:xfrm>
            <a:off x="6978517" y="466164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rgbClr val="8D90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600">
              <a:solidFill>
                <a:srgbClr val="8D909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1" name="Google Shape;131;p27"/>
          <p:cNvSpPr/>
          <p:nvPr/>
        </p:nvSpPr>
        <p:spPr>
          <a:xfrm>
            <a:off x="-9150" y="5098499"/>
            <a:ext cx="9162300" cy="54900"/>
          </a:xfrm>
          <a:prstGeom prst="rect">
            <a:avLst/>
          </a:prstGeom>
          <a:solidFill>
            <a:srgbClr val="35899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27"/>
          <p:cNvPicPr preferRelativeResize="0"/>
          <p:nvPr/>
        </p:nvPicPr>
        <p:blipFill rotWithShape="1">
          <a:blip r:embed="rId2">
            <a:alphaModFix/>
          </a:blip>
          <a:srcRect b="29083" l="0" r="0" t="0"/>
          <a:stretch/>
        </p:blipFill>
        <p:spPr>
          <a:xfrm>
            <a:off x="7415775" y="5015174"/>
            <a:ext cx="1750600" cy="14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lants-01.png" id="133" name="Google Shape;133;p27"/>
          <p:cNvPicPr preferRelativeResize="0"/>
          <p:nvPr/>
        </p:nvPicPr>
        <p:blipFill rotWithShape="1">
          <a:blip r:embed="rId3">
            <a:alphaModFix amt="34000"/>
          </a:blip>
          <a:srcRect b="0" l="0" r="0" t="0"/>
          <a:stretch/>
        </p:blipFill>
        <p:spPr>
          <a:xfrm>
            <a:off x="1507597" y="-10756"/>
            <a:ext cx="3099821" cy="67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lants-01.png" id="134" name="Google Shape;134;p27"/>
          <p:cNvPicPr preferRelativeResize="0"/>
          <p:nvPr/>
        </p:nvPicPr>
        <p:blipFill rotWithShape="1">
          <a:blip r:embed="rId3">
            <a:alphaModFix amt="34000"/>
          </a:blip>
          <a:srcRect b="0" l="0" r="0" t="0"/>
          <a:stretch/>
        </p:blipFill>
        <p:spPr>
          <a:xfrm>
            <a:off x="4605477" y="-8125"/>
            <a:ext cx="3099821" cy="67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lants-01.png" id="135" name="Google Shape;135;p27"/>
          <p:cNvPicPr preferRelativeResize="0"/>
          <p:nvPr/>
        </p:nvPicPr>
        <p:blipFill rotWithShape="1">
          <a:blip r:embed="rId3">
            <a:alphaModFix amt="34000"/>
          </a:blip>
          <a:srcRect b="3874" l="0" r="53588" t="0"/>
          <a:stretch/>
        </p:blipFill>
        <p:spPr>
          <a:xfrm>
            <a:off x="7705300" y="-8125"/>
            <a:ext cx="1438698" cy="65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7"/>
          <p:cNvPicPr preferRelativeResize="0"/>
          <p:nvPr/>
        </p:nvPicPr>
        <p:blipFill rotWithShape="1">
          <a:blip r:embed="rId4">
            <a:alphaModFix amt="34000"/>
          </a:blip>
          <a:srcRect b="-14778" l="0" r="0" t="43901"/>
          <a:stretch/>
        </p:blipFill>
        <p:spPr>
          <a:xfrm>
            <a:off x="473550" y="-10750"/>
            <a:ext cx="993000" cy="14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7"/>
          <p:cNvSpPr txBox="1"/>
          <p:nvPr>
            <p:ph type="title"/>
          </p:nvPr>
        </p:nvSpPr>
        <p:spPr>
          <a:xfrm>
            <a:off x="310896" y="1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None/>
              <a:defRPr b="1" sz="27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None/>
              <a:defRPr b="1" sz="27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None/>
              <a:defRPr b="1" sz="27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None/>
              <a:defRPr b="1" sz="27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None/>
              <a:defRPr b="1" sz="27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None/>
              <a:defRPr b="1" sz="27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None/>
              <a:defRPr b="1" sz="27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None/>
              <a:defRPr b="1" sz="2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8" name="Google Shape;138;p27"/>
          <p:cNvSpPr txBox="1"/>
          <p:nvPr>
            <p:ph idx="2" type="title"/>
          </p:nvPr>
        </p:nvSpPr>
        <p:spPr>
          <a:xfrm>
            <a:off x="310900" y="544148"/>
            <a:ext cx="85206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i="1" sz="1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i="1"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i="1"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i="1"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i="1"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i="1"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i="1"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i="1"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i="1" sz="1000"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139" name="Google Shape;139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8400" y="4758671"/>
            <a:ext cx="638876" cy="222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3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8"/>
          <p:cNvSpPr txBox="1"/>
          <p:nvPr/>
        </p:nvSpPr>
        <p:spPr>
          <a:xfrm>
            <a:off x="6978517" y="466164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rgbClr val="8D90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600">
              <a:solidFill>
                <a:srgbClr val="8D909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2" name="Google Shape;142;p28"/>
          <p:cNvSpPr txBox="1"/>
          <p:nvPr>
            <p:ph type="title"/>
          </p:nvPr>
        </p:nvSpPr>
        <p:spPr>
          <a:xfrm>
            <a:off x="311700" y="133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Font typeface="Century Gothic"/>
              <a:buNone/>
              <a:defRPr b="1" sz="21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3" name="Google Shape;143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Century Gothic"/>
              <a:buChar char="●"/>
              <a:defRPr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Font typeface="Century Gothic"/>
              <a:buChar char="○"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Font typeface="Century Gothic"/>
              <a:buChar char="■"/>
              <a:defRPr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Font typeface="Century Gothic"/>
              <a:buChar char="●"/>
              <a:defRPr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Font typeface="Century Gothic"/>
              <a:buChar char="○"/>
              <a:defRPr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Font typeface="Century Gothic"/>
              <a:buChar char="■"/>
              <a:defRPr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Font typeface="Century Gothic"/>
              <a:buChar char="●"/>
              <a:defRPr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Font typeface="Century Gothic"/>
              <a:buChar char="○"/>
              <a:defRPr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Font typeface="Century Gothic"/>
              <a:buChar char="■"/>
              <a:defRPr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pic>
        <p:nvPicPr>
          <p:cNvPr descr="slants-01.png" id="144" name="Google Shape;144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07597" y="-10756"/>
            <a:ext cx="3099821" cy="67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lants-01.png" id="145" name="Google Shape;145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05477" y="-8125"/>
            <a:ext cx="3099821" cy="67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lants-01.png" id="146" name="Google Shape;146;p28"/>
          <p:cNvPicPr preferRelativeResize="0"/>
          <p:nvPr/>
        </p:nvPicPr>
        <p:blipFill rotWithShape="1">
          <a:blip r:embed="rId2">
            <a:alphaModFix/>
          </a:blip>
          <a:srcRect b="3874" l="0" r="53588" t="0"/>
          <a:stretch/>
        </p:blipFill>
        <p:spPr>
          <a:xfrm>
            <a:off x="7705300" y="-8125"/>
            <a:ext cx="1438698" cy="65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8"/>
          <p:cNvPicPr preferRelativeResize="0"/>
          <p:nvPr/>
        </p:nvPicPr>
        <p:blipFill rotWithShape="1">
          <a:blip r:embed="rId3">
            <a:alphaModFix/>
          </a:blip>
          <a:srcRect b="-14778" l="0" r="0" t="43901"/>
          <a:stretch/>
        </p:blipFill>
        <p:spPr>
          <a:xfrm>
            <a:off x="473550" y="-10750"/>
            <a:ext cx="993000" cy="14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8"/>
          <p:cNvSpPr/>
          <p:nvPr/>
        </p:nvSpPr>
        <p:spPr>
          <a:xfrm>
            <a:off x="-9150" y="5098499"/>
            <a:ext cx="9162300" cy="54900"/>
          </a:xfrm>
          <a:prstGeom prst="rect">
            <a:avLst/>
          </a:prstGeom>
          <a:solidFill>
            <a:srgbClr val="1D4F5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G_CSM_Logos-01.png" id="149" name="Google Shape;14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8400" y="4780669"/>
            <a:ext cx="638872" cy="200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8"/>
          <p:cNvPicPr preferRelativeResize="0"/>
          <p:nvPr/>
        </p:nvPicPr>
        <p:blipFill rotWithShape="1">
          <a:blip r:embed="rId5">
            <a:alphaModFix/>
          </a:blip>
          <a:srcRect b="29083" l="0" r="0" t="0"/>
          <a:stretch/>
        </p:blipFill>
        <p:spPr>
          <a:xfrm>
            <a:off x="7415775" y="5015174"/>
            <a:ext cx="1750600" cy="14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8"/>
          <p:cNvSpPr txBox="1"/>
          <p:nvPr>
            <p:ph idx="2" type="title"/>
          </p:nvPr>
        </p:nvSpPr>
        <p:spPr>
          <a:xfrm>
            <a:off x="400175" y="579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entury Gothic"/>
              <a:buNone/>
              <a:defRPr sz="12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5">
  <p:cSld name="TITLE_AND_BODY_7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/>
        </p:nvSpPr>
        <p:spPr>
          <a:xfrm>
            <a:off x="6978517" y="478067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rgbClr val="8D90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600">
              <a:solidFill>
                <a:srgbClr val="8D909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4" name="Google Shape;154;p29"/>
          <p:cNvSpPr txBox="1"/>
          <p:nvPr>
            <p:ph type="title"/>
          </p:nvPr>
        </p:nvSpPr>
        <p:spPr>
          <a:xfrm>
            <a:off x="311700" y="133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Font typeface="Century Gothic"/>
              <a:buNone/>
              <a:defRPr b="1" sz="21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5" name="Google Shape;155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Century Gothic"/>
              <a:buChar char="●"/>
              <a:defRPr sz="12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Font typeface="Century Gothic"/>
              <a:buChar char="○"/>
              <a:defRPr sz="120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Font typeface="Century Gothic"/>
              <a:buChar char="■"/>
              <a:defRPr sz="120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Font typeface="Century Gothic"/>
              <a:buChar char="●"/>
              <a:defRPr sz="1200"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Font typeface="Century Gothic"/>
              <a:buChar char="○"/>
              <a:defRPr sz="120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Font typeface="Century Gothic"/>
              <a:buChar char="■"/>
              <a:defRPr sz="1200"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Font typeface="Century Gothic"/>
              <a:buChar char="●"/>
              <a:defRPr sz="1200"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Font typeface="Century Gothic"/>
              <a:buChar char="○"/>
              <a:defRPr sz="1200"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Font typeface="Century Gothic"/>
              <a:buChar char="■"/>
              <a:defRPr sz="1200"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pic>
        <p:nvPicPr>
          <p:cNvPr descr="slants-01.png" id="156" name="Google Shape;156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07597" y="-10756"/>
            <a:ext cx="3099821" cy="67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lants-01.png" id="157" name="Google Shape;157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05477" y="-8125"/>
            <a:ext cx="3099821" cy="67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lants-01.png" id="158" name="Google Shape;158;p29"/>
          <p:cNvPicPr preferRelativeResize="0"/>
          <p:nvPr/>
        </p:nvPicPr>
        <p:blipFill rotWithShape="1">
          <a:blip r:embed="rId2">
            <a:alphaModFix/>
          </a:blip>
          <a:srcRect b="3874" l="0" r="53588" t="0"/>
          <a:stretch/>
        </p:blipFill>
        <p:spPr>
          <a:xfrm>
            <a:off x="7705300" y="-8125"/>
            <a:ext cx="1438698" cy="65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9"/>
          <p:cNvPicPr preferRelativeResize="0"/>
          <p:nvPr/>
        </p:nvPicPr>
        <p:blipFill rotWithShape="1">
          <a:blip r:embed="rId3">
            <a:alphaModFix/>
          </a:blip>
          <a:srcRect b="-14778" l="0" r="0" t="43901"/>
          <a:stretch/>
        </p:blipFill>
        <p:spPr>
          <a:xfrm>
            <a:off x="473550" y="-10750"/>
            <a:ext cx="993000" cy="14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9"/>
          <p:cNvSpPr/>
          <p:nvPr/>
        </p:nvSpPr>
        <p:spPr>
          <a:xfrm>
            <a:off x="-9150" y="5098499"/>
            <a:ext cx="9162300" cy="54900"/>
          </a:xfrm>
          <a:prstGeom prst="rect">
            <a:avLst/>
          </a:prstGeom>
          <a:solidFill>
            <a:srgbClr val="1D4F5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lement_01-02.png" id="161" name="Google Shape;161;p29"/>
          <p:cNvPicPr preferRelativeResize="0"/>
          <p:nvPr/>
        </p:nvPicPr>
        <p:blipFill rotWithShape="1">
          <a:blip r:embed="rId4">
            <a:alphaModFix amt="56000"/>
          </a:blip>
          <a:srcRect b="57620" l="0" r="0" t="0"/>
          <a:stretch/>
        </p:blipFill>
        <p:spPr>
          <a:xfrm>
            <a:off x="1770225" y="4837824"/>
            <a:ext cx="2015876" cy="325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G_CSM_Logos-01.png" id="162" name="Google Shape;162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8400" y="4780669"/>
            <a:ext cx="638872" cy="200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9"/>
          <p:cNvPicPr preferRelativeResize="0"/>
          <p:nvPr/>
        </p:nvPicPr>
        <p:blipFill rotWithShape="1">
          <a:blip r:embed="rId6">
            <a:alphaModFix/>
          </a:blip>
          <a:srcRect b="29083" l="0" r="0" t="0"/>
          <a:stretch/>
        </p:blipFill>
        <p:spPr>
          <a:xfrm>
            <a:off x="7415775" y="5015174"/>
            <a:ext cx="1750600" cy="14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9"/>
          <p:cNvSpPr txBox="1"/>
          <p:nvPr>
            <p:ph idx="2" type="title"/>
          </p:nvPr>
        </p:nvSpPr>
        <p:spPr>
          <a:xfrm>
            <a:off x="310896" y="512064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entury Gothic"/>
              <a:buNone/>
              <a:defRPr i="1" sz="1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1" name="Google Shape;171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2" name="Google Shape;172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5" name="Google Shape;175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8" name="Google Shape;178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9" name="Google Shape;17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2" name="Google Shape;182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3" name="Google Shape;183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4" name="Google Shape;184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7" name="Google Shape;18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0" name="Google Shape;190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1" name="Google Shape;191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4" name="Google Shape;194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98" name="Google Shape;19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9" name="Google Shape;19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0" name="Google Shape;200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203" name="Google Shape;203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06" name="Google Shape;206;p4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7" name="Google Shape;207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_1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2"/>
          <p:cNvSpPr/>
          <p:nvPr/>
        </p:nvSpPr>
        <p:spPr>
          <a:xfrm>
            <a:off x="7668138" y="4623011"/>
            <a:ext cx="559200" cy="559200"/>
          </a:xfrm>
          <a:prstGeom prst="donut">
            <a:avLst>
              <a:gd fmla="val 31040" name="adj"/>
            </a:avLst>
          </a:prstGeom>
          <a:solidFill>
            <a:srgbClr val="007A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42"/>
          <p:cNvSpPr/>
          <p:nvPr/>
        </p:nvSpPr>
        <p:spPr>
          <a:xfrm rot="2700000">
            <a:off x="24133" y="2719061"/>
            <a:ext cx="542634" cy="542634"/>
          </a:xfrm>
          <a:prstGeom prst="frame">
            <a:avLst>
              <a:gd fmla="val 28897" name="adj1"/>
            </a:avLst>
          </a:prstGeom>
          <a:solidFill>
            <a:srgbClr val="007A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42"/>
          <p:cNvSpPr/>
          <p:nvPr/>
        </p:nvSpPr>
        <p:spPr>
          <a:xfrm rot="2700000">
            <a:off x="8554394" y="1033337"/>
            <a:ext cx="805677" cy="805677"/>
          </a:xfrm>
          <a:prstGeom prst="mathMultiply">
            <a:avLst>
              <a:gd fmla="val 23520" name="adj1"/>
            </a:avLst>
          </a:prstGeom>
          <a:solidFill>
            <a:srgbClr val="007A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42"/>
          <p:cNvSpPr/>
          <p:nvPr/>
        </p:nvSpPr>
        <p:spPr>
          <a:xfrm>
            <a:off x="544450" y="1432591"/>
            <a:ext cx="625800" cy="625800"/>
          </a:xfrm>
          <a:prstGeom prst="donut">
            <a:avLst>
              <a:gd fmla="val 31040" name="adj"/>
            </a:avLst>
          </a:prstGeom>
          <a:solidFill>
            <a:srgbClr val="007A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42"/>
          <p:cNvSpPr/>
          <p:nvPr/>
        </p:nvSpPr>
        <p:spPr>
          <a:xfrm rot="-1799860">
            <a:off x="8526950" y="3105703"/>
            <a:ext cx="607243" cy="607243"/>
          </a:xfrm>
          <a:prstGeom prst="frame">
            <a:avLst>
              <a:gd fmla="val 28897" name="adj1"/>
            </a:avLst>
          </a:prstGeom>
          <a:solidFill>
            <a:srgbClr val="007A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42"/>
          <p:cNvSpPr/>
          <p:nvPr/>
        </p:nvSpPr>
        <p:spPr>
          <a:xfrm rot="-1527899">
            <a:off x="453203" y="3864921"/>
            <a:ext cx="901480" cy="901480"/>
          </a:xfrm>
          <a:prstGeom prst="mathMultiply">
            <a:avLst>
              <a:gd fmla="val 23520" name="adj1"/>
            </a:avLst>
          </a:prstGeom>
          <a:solidFill>
            <a:srgbClr val="007A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42"/>
          <p:cNvSpPr/>
          <p:nvPr/>
        </p:nvSpPr>
        <p:spPr>
          <a:xfrm>
            <a:off x="1775778" y="3374078"/>
            <a:ext cx="450000" cy="450000"/>
          </a:xfrm>
          <a:prstGeom prst="donut">
            <a:avLst>
              <a:gd fmla="val 31040" name="adj"/>
            </a:avLst>
          </a:prstGeom>
          <a:solidFill>
            <a:srgbClr val="007A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42"/>
          <p:cNvSpPr/>
          <p:nvPr/>
        </p:nvSpPr>
        <p:spPr>
          <a:xfrm>
            <a:off x="7559892" y="831025"/>
            <a:ext cx="436800" cy="436800"/>
          </a:xfrm>
          <a:prstGeom prst="frame">
            <a:avLst>
              <a:gd fmla="val 28897" name="adj1"/>
            </a:avLst>
          </a:prstGeom>
          <a:solidFill>
            <a:srgbClr val="007A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42"/>
          <p:cNvSpPr/>
          <p:nvPr/>
        </p:nvSpPr>
        <p:spPr>
          <a:xfrm rot="-722907">
            <a:off x="1537971" y="647226"/>
            <a:ext cx="648178" cy="648178"/>
          </a:xfrm>
          <a:prstGeom prst="mathMultiply">
            <a:avLst>
              <a:gd fmla="val 23520" name="adj1"/>
            </a:avLst>
          </a:prstGeom>
          <a:solidFill>
            <a:srgbClr val="007A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42"/>
          <p:cNvSpPr/>
          <p:nvPr/>
        </p:nvSpPr>
        <p:spPr>
          <a:xfrm>
            <a:off x="6827225" y="-36363"/>
            <a:ext cx="398100" cy="398100"/>
          </a:xfrm>
          <a:prstGeom prst="donut">
            <a:avLst>
              <a:gd fmla="val 31040" name="adj"/>
            </a:avLst>
          </a:prstGeom>
          <a:solidFill>
            <a:srgbClr val="007A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42"/>
          <p:cNvSpPr/>
          <p:nvPr/>
        </p:nvSpPr>
        <p:spPr>
          <a:xfrm rot="1498435">
            <a:off x="607987" y="273510"/>
            <a:ext cx="386542" cy="386542"/>
          </a:xfrm>
          <a:prstGeom prst="frame">
            <a:avLst>
              <a:gd fmla="val 28897" name="adj1"/>
            </a:avLst>
          </a:prstGeom>
          <a:solidFill>
            <a:srgbClr val="007A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42"/>
          <p:cNvSpPr/>
          <p:nvPr/>
        </p:nvSpPr>
        <p:spPr>
          <a:xfrm>
            <a:off x="7094543" y="3312272"/>
            <a:ext cx="573600" cy="573600"/>
          </a:xfrm>
          <a:prstGeom prst="mathMultiply">
            <a:avLst>
              <a:gd fmla="val 23520" name="adj1"/>
            </a:avLst>
          </a:prstGeom>
          <a:solidFill>
            <a:srgbClr val="007A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42"/>
          <p:cNvSpPr/>
          <p:nvPr/>
        </p:nvSpPr>
        <p:spPr>
          <a:xfrm>
            <a:off x="2947575" y="209975"/>
            <a:ext cx="268200" cy="268200"/>
          </a:xfrm>
          <a:prstGeom prst="donut">
            <a:avLst>
              <a:gd fmla="val 31040" name="adj"/>
            </a:avLst>
          </a:prstGeom>
          <a:solidFill>
            <a:srgbClr val="007A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42"/>
          <p:cNvSpPr/>
          <p:nvPr/>
        </p:nvSpPr>
        <p:spPr>
          <a:xfrm>
            <a:off x="2423393" y="4259284"/>
            <a:ext cx="260100" cy="260100"/>
          </a:xfrm>
          <a:prstGeom prst="frame">
            <a:avLst>
              <a:gd fmla="val 28897" name="adj1"/>
            </a:avLst>
          </a:prstGeom>
          <a:solidFill>
            <a:srgbClr val="007A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42"/>
          <p:cNvSpPr/>
          <p:nvPr/>
        </p:nvSpPr>
        <p:spPr>
          <a:xfrm>
            <a:off x="4083290" y="425479"/>
            <a:ext cx="386100" cy="386100"/>
          </a:xfrm>
          <a:prstGeom prst="mathMultiply">
            <a:avLst>
              <a:gd fmla="val 23520" name="adj1"/>
            </a:avLst>
          </a:prstGeom>
          <a:solidFill>
            <a:srgbClr val="007A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42"/>
          <p:cNvSpPr/>
          <p:nvPr/>
        </p:nvSpPr>
        <p:spPr>
          <a:xfrm>
            <a:off x="7755550" y="2148500"/>
            <a:ext cx="268200" cy="268200"/>
          </a:xfrm>
          <a:prstGeom prst="donut">
            <a:avLst>
              <a:gd fmla="val 31040" name="adj"/>
            </a:avLst>
          </a:prstGeom>
          <a:solidFill>
            <a:srgbClr val="007A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42"/>
          <p:cNvSpPr/>
          <p:nvPr/>
        </p:nvSpPr>
        <p:spPr>
          <a:xfrm>
            <a:off x="3415225" y="4449550"/>
            <a:ext cx="268200" cy="268200"/>
          </a:xfrm>
          <a:prstGeom prst="donut">
            <a:avLst>
              <a:gd fmla="val 31040" name="adj"/>
            </a:avLst>
          </a:prstGeom>
          <a:solidFill>
            <a:srgbClr val="007A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42"/>
          <p:cNvSpPr/>
          <p:nvPr/>
        </p:nvSpPr>
        <p:spPr>
          <a:xfrm>
            <a:off x="1479240" y="2220579"/>
            <a:ext cx="386100" cy="386100"/>
          </a:xfrm>
          <a:prstGeom prst="mathMultiply">
            <a:avLst>
              <a:gd fmla="val 23520" name="adj1"/>
            </a:avLst>
          </a:prstGeom>
          <a:solidFill>
            <a:srgbClr val="007A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42"/>
          <p:cNvSpPr/>
          <p:nvPr/>
        </p:nvSpPr>
        <p:spPr>
          <a:xfrm>
            <a:off x="5371265" y="4390604"/>
            <a:ext cx="386100" cy="386100"/>
          </a:xfrm>
          <a:prstGeom prst="mathMultiply">
            <a:avLst>
              <a:gd fmla="val 23520" name="adj1"/>
            </a:avLst>
          </a:prstGeom>
          <a:solidFill>
            <a:srgbClr val="007A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42"/>
          <p:cNvSpPr/>
          <p:nvPr/>
        </p:nvSpPr>
        <p:spPr>
          <a:xfrm rot="-2700000">
            <a:off x="6337338" y="4348472"/>
            <a:ext cx="260074" cy="260074"/>
          </a:xfrm>
          <a:prstGeom prst="frame">
            <a:avLst>
              <a:gd fmla="val 28897" name="adj1"/>
            </a:avLst>
          </a:prstGeom>
          <a:solidFill>
            <a:srgbClr val="007A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42"/>
          <p:cNvSpPr/>
          <p:nvPr/>
        </p:nvSpPr>
        <p:spPr>
          <a:xfrm>
            <a:off x="5622218" y="263309"/>
            <a:ext cx="260100" cy="260100"/>
          </a:xfrm>
          <a:prstGeom prst="frame">
            <a:avLst>
              <a:gd fmla="val 28897" name="adj1"/>
            </a:avLst>
          </a:prstGeom>
          <a:solidFill>
            <a:srgbClr val="007A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42"/>
          <p:cNvSpPr/>
          <p:nvPr/>
        </p:nvSpPr>
        <p:spPr>
          <a:xfrm>
            <a:off x="-25" y="0"/>
            <a:ext cx="9144000" cy="5143500"/>
          </a:xfrm>
          <a:prstGeom prst="rect">
            <a:avLst/>
          </a:prstGeom>
          <a:solidFill>
            <a:srgbClr val="FFFFFF">
              <a:alpha val="6499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42"/>
          <p:cNvSpPr txBox="1"/>
          <p:nvPr>
            <p:ph type="ctrTitle"/>
          </p:nvPr>
        </p:nvSpPr>
        <p:spPr>
          <a:xfrm>
            <a:off x="2068850" y="1991825"/>
            <a:ext cx="5006400" cy="1159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3"/>
          <p:cNvSpPr/>
          <p:nvPr/>
        </p:nvSpPr>
        <p:spPr>
          <a:xfrm>
            <a:off x="-25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29803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43"/>
          <p:cNvSpPr/>
          <p:nvPr/>
        </p:nvSpPr>
        <p:spPr>
          <a:xfrm>
            <a:off x="7613863" y="4623011"/>
            <a:ext cx="559200" cy="559200"/>
          </a:xfrm>
          <a:prstGeom prst="donut">
            <a:avLst>
              <a:gd fmla="val 31040" name="adj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43"/>
          <p:cNvSpPr/>
          <p:nvPr/>
        </p:nvSpPr>
        <p:spPr>
          <a:xfrm rot="2700000">
            <a:off x="24133" y="2719061"/>
            <a:ext cx="542634" cy="542634"/>
          </a:xfrm>
          <a:prstGeom prst="frame">
            <a:avLst>
              <a:gd fmla="val 28897" name="adj1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43"/>
          <p:cNvSpPr/>
          <p:nvPr/>
        </p:nvSpPr>
        <p:spPr>
          <a:xfrm rot="2700000">
            <a:off x="8500119" y="1033337"/>
            <a:ext cx="805677" cy="805677"/>
          </a:xfrm>
          <a:prstGeom prst="mathMultiply">
            <a:avLst>
              <a:gd fmla="val 23520" name="adj1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43"/>
          <p:cNvSpPr/>
          <p:nvPr/>
        </p:nvSpPr>
        <p:spPr>
          <a:xfrm>
            <a:off x="544450" y="1432591"/>
            <a:ext cx="625800" cy="625800"/>
          </a:xfrm>
          <a:prstGeom prst="donut">
            <a:avLst>
              <a:gd fmla="val 31040" name="adj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43"/>
          <p:cNvSpPr/>
          <p:nvPr/>
        </p:nvSpPr>
        <p:spPr>
          <a:xfrm rot="-1799860">
            <a:off x="8472675" y="3105703"/>
            <a:ext cx="607243" cy="607243"/>
          </a:xfrm>
          <a:prstGeom prst="frame">
            <a:avLst>
              <a:gd fmla="val 28897" name="adj1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43"/>
          <p:cNvSpPr/>
          <p:nvPr/>
        </p:nvSpPr>
        <p:spPr>
          <a:xfrm rot="-1527899">
            <a:off x="453203" y="3864921"/>
            <a:ext cx="901480" cy="901480"/>
          </a:xfrm>
          <a:prstGeom prst="mathMultiply">
            <a:avLst>
              <a:gd fmla="val 23520" name="adj1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43"/>
          <p:cNvSpPr/>
          <p:nvPr/>
        </p:nvSpPr>
        <p:spPr>
          <a:xfrm>
            <a:off x="1775778" y="3374078"/>
            <a:ext cx="450000" cy="450000"/>
          </a:xfrm>
          <a:prstGeom prst="donut">
            <a:avLst>
              <a:gd fmla="val 31040" name="adj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43"/>
          <p:cNvSpPr/>
          <p:nvPr/>
        </p:nvSpPr>
        <p:spPr>
          <a:xfrm>
            <a:off x="7505617" y="831025"/>
            <a:ext cx="436800" cy="436800"/>
          </a:xfrm>
          <a:prstGeom prst="frame">
            <a:avLst>
              <a:gd fmla="val 28897" name="adj1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43"/>
          <p:cNvSpPr/>
          <p:nvPr/>
        </p:nvSpPr>
        <p:spPr>
          <a:xfrm rot="-722907">
            <a:off x="1483696" y="647226"/>
            <a:ext cx="648178" cy="648178"/>
          </a:xfrm>
          <a:prstGeom prst="mathMultiply">
            <a:avLst>
              <a:gd fmla="val 23520" name="adj1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43"/>
          <p:cNvSpPr/>
          <p:nvPr/>
        </p:nvSpPr>
        <p:spPr>
          <a:xfrm>
            <a:off x="6772950" y="-36363"/>
            <a:ext cx="398100" cy="398100"/>
          </a:xfrm>
          <a:prstGeom prst="donut">
            <a:avLst>
              <a:gd fmla="val 31040" name="adj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43"/>
          <p:cNvSpPr/>
          <p:nvPr/>
        </p:nvSpPr>
        <p:spPr>
          <a:xfrm rot="1498435">
            <a:off x="553712" y="273510"/>
            <a:ext cx="386542" cy="386542"/>
          </a:xfrm>
          <a:prstGeom prst="frame">
            <a:avLst>
              <a:gd fmla="val 28897" name="adj1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43"/>
          <p:cNvSpPr/>
          <p:nvPr/>
        </p:nvSpPr>
        <p:spPr>
          <a:xfrm>
            <a:off x="7040268" y="3312272"/>
            <a:ext cx="573600" cy="573600"/>
          </a:xfrm>
          <a:prstGeom prst="mathMultiply">
            <a:avLst>
              <a:gd fmla="val 23520" name="adj1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43"/>
          <p:cNvSpPr/>
          <p:nvPr/>
        </p:nvSpPr>
        <p:spPr>
          <a:xfrm>
            <a:off x="2893300" y="209975"/>
            <a:ext cx="268200" cy="268200"/>
          </a:xfrm>
          <a:prstGeom prst="donut">
            <a:avLst>
              <a:gd fmla="val 31040" name="adj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43"/>
          <p:cNvSpPr/>
          <p:nvPr/>
        </p:nvSpPr>
        <p:spPr>
          <a:xfrm>
            <a:off x="2423393" y="4259284"/>
            <a:ext cx="260100" cy="260100"/>
          </a:xfrm>
          <a:prstGeom prst="frame">
            <a:avLst>
              <a:gd fmla="val 28897" name="adj1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43"/>
          <p:cNvSpPr/>
          <p:nvPr/>
        </p:nvSpPr>
        <p:spPr>
          <a:xfrm>
            <a:off x="4029015" y="425479"/>
            <a:ext cx="386100" cy="386100"/>
          </a:xfrm>
          <a:prstGeom prst="mathMultiply">
            <a:avLst>
              <a:gd fmla="val 23520" name="adj1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43"/>
          <p:cNvSpPr/>
          <p:nvPr/>
        </p:nvSpPr>
        <p:spPr>
          <a:xfrm>
            <a:off x="7701275" y="2148500"/>
            <a:ext cx="268200" cy="268200"/>
          </a:xfrm>
          <a:prstGeom prst="donut">
            <a:avLst>
              <a:gd fmla="val 31040" name="adj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43"/>
          <p:cNvSpPr/>
          <p:nvPr/>
        </p:nvSpPr>
        <p:spPr>
          <a:xfrm>
            <a:off x="3415225" y="4449550"/>
            <a:ext cx="268200" cy="268200"/>
          </a:xfrm>
          <a:prstGeom prst="donut">
            <a:avLst>
              <a:gd fmla="val 31040" name="adj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43"/>
          <p:cNvSpPr/>
          <p:nvPr/>
        </p:nvSpPr>
        <p:spPr>
          <a:xfrm>
            <a:off x="1479240" y="2220579"/>
            <a:ext cx="386100" cy="386100"/>
          </a:xfrm>
          <a:prstGeom prst="mathMultiply">
            <a:avLst>
              <a:gd fmla="val 23520" name="adj1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43"/>
          <p:cNvSpPr/>
          <p:nvPr/>
        </p:nvSpPr>
        <p:spPr>
          <a:xfrm>
            <a:off x="5371265" y="4390604"/>
            <a:ext cx="386100" cy="386100"/>
          </a:xfrm>
          <a:prstGeom prst="mathMultiply">
            <a:avLst>
              <a:gd fmla="val 23520" name="adj1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43"/>
          <p:cNvSpPr/>
          <p:nvPr/>
        </p:nvSpPr>
        <p:spPr>
          <a:xfrm rot="-2700000">
            <a:off x="6337338" y="4348472"/>
            <a:ext cx="260074" cy="260074"/>
          </a:xfrm>
          <a:prstGeom prst="frame">
            <a:avLst>
              <a:gd fmla="val 28897" name="adj1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43"/>
          <p:cNvSpPr/>
          <p:nvPr/>
        </p:nvSpPr>
        <p:spPr>
          <a:xfrm>
            <a:off x="5567943" y="263309"/>
            <a:ext cx="260100" cy="260100"/>
          </a:xfrm>
          <a:prstGeom prst="frame">
            <a:avLst>
              <a:gd fmla="val 28897" name="adj1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43"/>
          <p:cNvSpPr txBox="1"/>
          <p:nvPr>
            <p:ph type="ctrTitle"/>
          </p:nvPr>
        </p:nvSpPr>
        <p:spPr>
          <a:xfrm>
            <a:off x="2068850" y="1354750"/>
            <a:ext cx="5006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8" name="Google Shape;258;p43"/>
          <p:cNvSpPr txBox="1"/>
          <p:nvPr>
            <p:ph idx="1" type="subTitle"/>
          </p:nvPr>
        </p:nvSpPr>
        <p:spPr>
          <a:xfrm>
            <a:off x="2961650" y="2992450"/>
            <a:ext cx="32208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59" name="Google Shape;259;p43"/>
          <p:cNvSpPr/>
          <p:nvPr/>
        </p:nvSpPr>
        <p:spPr>
          <a:xfrm>
            <a:off x="4409077" y="2598899"/>
            <a:ext cx="325800" cy="325800"/>
          </a:xfrm>
          <a:prstGeom prst="mathMultiply">
            <a:avLst>
              <a:gd fmla="val 23520" name="adj1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43"/>
          <p:cNvSpPr txBox="1"/>
          <p:nvPr>
            <p:ph idx="12" type="sldNum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_1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4"/>
          <p:cNvSpPr txBox="1"/>
          <p:nvPr>
            <p:ph idx="1" type="body"/>
          </p:nvPr>
        </p:nvSpPr>
        <p:spPr>
          <a:xfrm>
            <a:off x="2032675" y="2161800"/>
            <a:ext cx="5078700" cy="81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 i="1" sz="2400"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 i="1"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 i="1"/>
            </a:lvl3pPr>
            <a:lvl4pPr indent="-381000" lvl="3" marL="1828800" rtl="0" algn="ctr">
              <a:spcBef>
                <a:spcPts val="1600"/>
              </a:spcBef>
              <a:spcAft>
                <a:spcPts val="0"/>
              </a:spcAft>
              <a:buSzPts val="2400"/>
              <a:buChar char="●"/>
              <a:defRPr i="1" sz="2400"/>
            </a:lvl4pPr>
            <a:lvl5pPr indent="-381000" lvl="4" marL="2286000" rtl="0" algn="ctr">
              <a:spcBef>
                <a:spcPts val="1600"/>
              </a:spcBef>
              <a:spcAft>
                <a:spcPts val="0"/>
              </a:spcAft>
              <a:buSzPts val="2400"/>
              <a:buChar char="○"/>
              <a:defRPr i="1" sz="2400"/>
            </a:lvl5pPr>
            <a:lvl6pPr indent="-381000" lvl="5" marL="2743200" rtl="0" algn="ctr">
              <a:spcBef>
                <a:spcPts val="1600"/>
              </a:spcBef>
              <a:spcAft>
                <a:spcPts val="0"/>
              </a:spcAft>
              <a:buSzPts val="2400"/>
              <a:buChar char="■"/>
              <a:defRPr i="1" sz="2400"/>
            </a:lvl6pPr>
            <a:lvl7pPr indent="-381000" lvl="6" marL="3200400" rtl="0" algn="ctr">
              <a:spcBef>
                <a:spcPts val="1600"/>
              </a:spcBef>
              <a:spcAft>
                <a:spcPts val="0"/>
              </a:spcAft>
              <a:buSzPts val="2400"/>
              <a:buChar char="●"/>
              <a:defRPr i="1" sz="2400"/>
            </a:lvl7pPr>
            <a:lvl8pPr indent="-381000" lvl="7" marL="3657600" rtl="0" algn="ctr">
              <a:spcBef>
                <a:spcPts val="1600"/>
              </a:spcBef>
              <a:spcAft>
                <a:spcPts val="0"/>
              </a:spcAft>
              <a:buSzPts val="2400"/>
              <a:buChar char="○"/>
              <a:defRPr i="1" sz="2400"/>
            </a:lvl8pPr>
            <a:lvl9pPr indent="-381000" lvl="8" marL="4114800" rtl="0" algn="ctr">
              <a:spcBef>
                <a:spcPts val="1600"/>
              </a:spcBef>
              <a:spcAft>
                <a:spcPts val="1600"/>
              </a:spcAft>
              <a:buSzPts val="2400"/>
              <a:buChar char="■"/>
              <a:defRPr i="1" sz="2400"/>
            </a:lvl9pPr>
          </a:lstStyle>
          <a:p/>
        </p:txBody>
      </p:sp>
      <p:sp>
        <p:nvSpPr>
          <p:cNvPr id="263" name="Google Shape;263;p44"/>
          <p:cNvSpPr txBox="1"/>
          <p:nvPr/>
        </p:nvSpPr>
        <p:spPr>
          <a:xfrm>
            <a:off x="3689900" y="133119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434343"/>
                </a:solidFill>
                <a:latin typeface="Varela Round"/>
                <a:ea typeface="Varela Round"/>
                <a:cs typeface="Varela Round"/>
                <a:sym typeface="Varela Round"/>
              </a:rPr>
              <a:t>“</a:t>
            </a:r>
            <a:endParaRPr sz="9600">
              <a:solidFill>
                <a:srgbClr val="434343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64" name="Google Shape;264;p44"/>
          <p:cNvSpPr/>
          <p:nvPr/>
        </p:nvSpPr>
        <p:spPr>
          <a:xfrm>
            <a:off x="7613863" y="4623011"/>
            <a:ext cx="559200" cy="559200"/>
          </a:xfrm>
          <a:prstGeom prst="donut">
            <a:avLst>
              <a:gd fmla="val 31040" name="adj"/>
            </a:avLst>
          </a:prstGeom>
          <a:solidFill>
            <a:srgbClr val="667F8C">
              <a:alpha val="1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44"/>
          <p:cNvSpPr/>
          <p:nvPr/>
        </p:nvSpPr>
        <p:spPr>
          <a:xfrm rot="2700000">
            <a:off x="24133" y="2719061"/>
            <a:ext cx="542634" cy="542634"/>
          </a:xfrm>
          <a:prstGeom prst="frame">
            <a:avLst>
              <a:gd fmla="val 28897" name="adj1"/>
            </a:avLst>
          </a:prstGeom>
          <a:solidFill>
            <a:srgbClr val="667F8C">
              <a:alpha val="1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44"/>
          <p:cNvSpPr/>
          <p:nvPr/>
        </p:nvSpPr>
        <p:spPr>
          <a:xfrm rot="2700000">
            <a:off x="8500119" y="1033337"/>
            <a:ext cx="805677" cy="805677"/>
          </a:xfrm>
          <a:prstGeom prst="mathMultiply">
            <a:avLst>
              <a:gd fmla="val 23520" name="adj1"/>
            </a:avLst>
          </a:prstGeom>
          <a:solidFill>
            <a:srgbClr val="667F8C">
              <a:alpha val="1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44"/>
          <p:cNvSpPr/>
          <p:nvPr/>
        </p:nvSpPr>
        <p:spPr>
          <a:xfrm>
            <a:off x="544450" y="1432591"/>
            <a:ext cx="625800" cy="625800"/>
          </a:xfrm>
          <a:prstGeom prst="donut">
            <a:avLst>
              <a:gd fmla="val 31040" name="adj"/>
            </a:avLst>
          </a:prstGeom>
          <a:solidFill>
            <a:srgbClr val="667F8C">
              <a:alpha val="1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44"/>
          <p:cNvSpPr/>
          <p:nvPr/>
        </p:nvSpPr>
        <p:spPr>
          <a:xfrm rot="-1799860">
            <a:off x="8472675" y="3105703"/>
            <a:ext cx="607243" cy="607243"/>
          </a:xfrm>
          <a:prstGeom prst="frame">
            <a:avLst>
              <a:gd fmla="val 28897" name="adj1"/>
            </a:avLst>
          </a:prstGeom>
          <a:solidFill>
            <a:srgbClr val="667F8C">
              <a:alpha val="1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44"/>
          <p:cNvSpPr/>
          <p:nvPr/>
        </p:nvSpPr>
        <p:spPr>
          <a:xfrm rot="-1527899">
            <a:off x="453203" y="3864921"/>
            <a:ext cx="901480" cy="901480"/>
          </a:xfrm>
          <a:prstGeom prst="mathMultiply">
            <a:avLst>
              <a:gd fmla="val 23520" name="adj1"/>
            </a:avLst>
          </a:prstGeom>
          <a:solidFill>
            <a:srgbClr val="667F8C">
              <a:alpha val="1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44"/>
          <p:cNvSpPr/>
          <p:nvPr/>
        </p:nvSpPr>
        <p:spPr>
          <a:xfrm>
            <a:off x="1775778" y="3374078"/>
            <a:ext cx="450000" cy="450000"/>
          </a:xfrm>
          <a:prstGeom prst="donut">
            <a:avLst>
              <a:gd fmla="val 31040" name="adj"/>
            </a:avLst>
          </a:prstGeom>
          <a:solidFill>
            <a:srgbClr val="667F8C">
              <a:alpha val="1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44"/>
          <p:cNvSpPr/>
          <p:nvPr/>
        </p:nvSpPr>
        <p:spPr>
          <a:xfrm>
            <a:off x="7505617" y="831025"/>
            <a:ext cx="436800" cy="436800"/>
          </a:xfrm>
          <a:prstGeom prst="frame">
            <a:avLst>
              <a:gd fmla="val 28897" name="adj1"/>
            </a:avLst>
          </a:prstGeom>
          <a:solidFill>
            <a:srgbClr val="667F8C">
              <a:alpha val="1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44"/>
          <p:cNvSpPr/>
          <p:nvPr/>
        </p:nvSpPr>
        <p:spPr>
          <a:xfrm rot="-722907">
            <a:off x="1483696" y="647226"/>
            <a:ext cx="648178" cy="648178"/>
          </a:xfrm>
          <a:prstGeom prst="mathMultiply">
            <a:avLst>
              <a:gd fmla="val 23520" name="adj1"/>
            </a:avLst>
          </a:prstGeom>
          <a:solidFill>
            <a:srgbClr val="667F8C">
              <a:alpha val="1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44"/>
          <p:cNvSpPr/>
          <p:nvPr/>
        </p:nvSpPr>
        <p:spPr>
          <a:xfrm>
            <a:off x="6772950" y="-36363"/>
            <a:ext cx="398100" cy="398100"/>
          </a:xfrm>
          <a:prstGeom prst="donut">
            <a:avLst>
              <a:gd fmla="val 31040" name="adj"/>
            </a:avLst>
          </a:prstGeom>
          <a:solidFill>
            <a:srgbClr val="667F8C">
              <a:alpha val="1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44"/>
          <p:cNvSpPr/>
          <p:nvPr/>
        </p:nvSpPr>
        <p:spPr>
          <a:xfrm rot="1498435">
            <a:off x="553712" y="273510"/>
            <a:ext cx="386542" cy="386542"/>
          </a:xfrm>
          <a:prstGeom prst="frame">
            <a:avLst>
              <a:gd fmla="val 28897" name="adj1"/>
            </a:avLst>
          </a:prstGeom>
          <a:solidFill>
            <a:srgbClr val="667F8C">
              <a:alpha val="1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44"/>
          <p:cNvSpPr/>
          <p:nvPr/>
        </p:nvSpPr>
        <p:spPr>
          <a:xfrm>
            <a:off x="7040268" y="3312272"/>
            <a:ext cx="573600" cy="573600"/>
          </a:xfrm>
          <a:prstGeom prst="mathMultiply">
            <a:avLst>
              <a:gd fmla="val 23520" name="adj1"/>
            </a:avLst>
          </a:prstGeom>
          <a:solidFill>
            <a:srgbClr val="667F8C">
              <a:alpha val="1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44"/>
          <p:cNvSpPr/>
          <p:nvPr/>
        </p:nvSpPr>
        <p:spPr>
          <a:xfrm>
            <a:off x="2893300" y="209975"/>
            <a:ext cx="268200" cy="268200"/>
          </a:xfrm>
          <a:prstGeom prst="donut">
            <a:avLst>
              <a:gd fmla="val 31040" name="adj"/>
            </a:avLst>
          </a:prstGeom>
          <a:solidFill>
            <a:srgbClr val="667F8C">
              <a:alpha val="1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44"/>
          <p:cNvSpPr/>
          <p:nvPr/>
        </p:nvSpPr>
        <p:spPr>
          <a:xfrm>
            <a:off x="2423393" y="4259284"/>
            <a:ext cx="260100" cy="260100"/>
          </a:xfrm>
          <a:prstGeom prst="frame">
            <a:avLst>
              <a:gd fmla="val 28897" name="adj1"/>
            </a:avLst>
          </a:prstGeom>
          <a:solidFill>
            <a:srgbClr val="667F8C">
              <a:alpha val="1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44"/>
          <p:cNvSpPr/>
          <p:nvPr/>
        </p:nvSpPr>
        <p:spPr>
          <a:xfrm>
            <a:off x="4029015" y="425479"/>
            <a:ext cx="386100" cy="386100"/>
          </a:xfrm>
          <a:prstGeom prst="mathMultiply">
            <a:avLst>
              <a:gd fmla="val 23520" name="adj1"/>
            </a:avLst>
          </a:prstGeom>
          <a:solidFill>
            <a:srgbClr val="667F8C">
              <a:alpha val="1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44"/>
          <p:cNvSpPr/>
          <p:nvPr/>
        </p:nvSpPr>
        <p:spPr>
          <a:xfrm>
            <a:off x="7701275" y="2148500"/>
            <a:ext cx="268200" cy="268200"/>
          </a:xfrm>
          <a:prstGeom prst="donut">
            <a:avLst>
              <a:gd fmla="val 31040" name="adj"/>
            </a:avLst>
          </a:prstGeom>
          <a:solidFill>
            <a:srgbClr val="667F8C">
              <a:alpha val="1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44"/>
          <p:cNvSpPr/>
          <p:nvPr/>
        </p:nvSpPr>
        <p:spPr>
          <a:xfrm>
            <a:off x="3415225" y="4449550"/>
            <a:ext cx="268200" cy="268200"/>
          </a:xfrm>
          <a:prstGeom prst="donut">
            <a:avLst>
              <a:gd fmla="val 31040" name="adj"/>
            </a:avLst>
          </a:prstGeom>
          <a:solidFill>
            <a:srgbClr val="667F8C">
              <a:alpha val="1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44"/>
          <p:cNvSpPr/>
          <p:nvPr/>
        </p:nvSpPr>
        <p:spPr>
          <a:xfrm>
            <a:off x="1479240" y="2220579"/>
            <a:ext cx="386100" cy="386100"/>
          </a:xfrm>
          <a:prstGeom prst="mathMultiply">
            <a:avLst>
              <a:gd fmla="val 23520" name="adj1"/>
            </a:avLst>
          </a:prstGeom>
          <a:solidFill>
            <a:srgbClr val="667F8C">
              <a:alpha val="1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44"/>
          <p:cNvSpPr/>
          <p:nvPr/>
        </p:nvSpPr>
        <p:spPr>
          <a:xfrm>
            <a:off x="5371265" y="4390604"/>
            <a:ext cx="386100" cy="386100"/>
          </a:xfrm>
          <a:prstGeom prst="mathMultiply">
            <a:avLst>
              <a:gd fmla="val 23520" name="adj1"/>
            </a:avLst>
          </a:prstGeom>
          <a:solidFill>
            <a:srgbClr val="667F8C">
              <a:alpha val="1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44"/>
          <p:cNvSpPr/>
          <p:nvPr/>
        </p:nvSpPr>
        <p:spPr>
          <a:xfrm rot="-2700000">
            <a:off x="6337338" y="4348472"/>
            <a:ext cx="260074" cy="260074"/>
          </a:xfrm>
          <a:prstGeom prst="frame">
            <a:avLst>
              <a:gd fmla="val 28897" name="adj1"/>
            </a:avLst>
          </a:prstGeom>
          <a:solidFill>
            <a:srgbClr val="667F8C">
              <a:alpha val="1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44"/>
          <p:cNvSpPr/>
          <p:nvPr/>
        </p:nvSpPr>
        <p:spPr>
          <a:xfrm>
            <a:off x="5567943" y="263309"/>
            <a:ext cx="260100" cy="260100"/>
          </a:xfrm>
          <a:prstGeom prst="frame">
            <a:avLst>
              <a:gd fmla="val 28897" name="adj1"/>
            </a:avLst>
          </a:prstGeom>
          <a:solidFill>
            <a:srgbClr val="667F8C">
              <a:alpha val="1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44"/>
          <p:cNvSpPr txBox="1"/>
          <p:nvPr>
            <p:ph idx="12" type="sldNum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5"/>
          <p:cNvSpPr/>
          <p:nvPr/>
        </p:nvSpPr>
        <p:spPr>
          <a:xfrm>
            <a:off x="-25" y="0"/>
            <a:ext cx="9144000" cy="106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29803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45"/>
          <p:cNvSpPr/>
          <p:nvPr/>
        </p:nvSpPr>
        <p:spPr>
          <a:xfrm>
            <a:off x="0" y="1063500"/>
            <a:ext cx="9144000" cy="40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45"/>
          <p:cNvSpPr/>
          <p:nvPr/>
        </p:nvSpPr>
        <p:spPr>
          <a:xfrm>
            <a:off x="600350" y="319175"/>
            <a:ext cx="268200" cy="268200"/>
          </a:xfrm>
          <a:prstGeom prst="donut">
            <a:avLst>
              <a:gd fmla="val 31040" name="adj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45"/>
          <p:cNvSpPr/>
          <p:nvPr/>
        </p:nvSpPr>
        <p:spPr>
          <a:xfrm>
            <a:off x="1771440" y="586479"/>
            <a:ext cx="386100" cy="386100"/>
          </a:xfrm>
          <a:prstGeom prst="mathMultiply">
            <a:avLst>
              <a:gd fmla="val 23520" name="adj1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45"/>
          <p:cNvSpPr/>
          <p:nvPr/>
        </p:nvSpPr>
        <p:spPr>
          <a:xfrm rot="-1295565">
            <a:off x="1719773" y="-14241"/>
            <a:ext cx="260049" cy="260049"/>
          </a:xfrm>
          <a:prstGeom prst="frame">
            <a:avLst>
              <a:gd fmla="val 28897" name="adj1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45"/>
          <p:cNvSpPr/>
          <p:nvPr/>
        </p:nvSpPr>
        <p:spPr>
          <a:xfrm>
            <a:off x="7099000" y="-18325"/>
            <a:ext cx="268200" cy="268200"/>
          </a:xfrm>
          <a:prstGeom prst="donut">
            <a:avLst>
              <a:gd fmla="val 31040" name="adj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45"/>
          <p:cNvSpPr/>
          <p:nvPr/>
        </p:nvSpPr>
        <p:spPr>
          <a:xfrm rot="1050327">
            <a:off x="7064662" y="770637"/>
            <a:ext cx="385975" cy="385975"/>
          </a:xfrm>
          <a:prstGeom prst="mathMultiply">
            <a:avLst>
              <a:gd fmla="val 23520" name="adj1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45"/>
          <p:cNvSpPr/>
          <p:nvPr/>
        </p:nvSpPr>
        <p:spPr>
          <a:xfrm rot="1498139">
            <a:off x="8048547" y="796761"/>
            <a:ext cx="260111" cy="260111"/>
          </a:xfrm>
          <a:prstGeom prst="frame">
            <a:avLst>
              <a:gd fmla="val 28897" name="adj1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45"/>
          <p:cNvSpPr/>
          <p:nvPr/>
        </p:nvSpPr>
        <p:spPr>
          <a:xfrm>
            <a:off x="272750" y="914514"/>
            <a:ext cx="185100" cy="185100"/>
          </a:xfrm>
          <a:prstGeom prst="donut">
            <a:avLst>
              <a:gd fmla="val 31040" name="adj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45"/>
          <p:cNvSpPr/>
          <p:nvPr/>
        </p:nvSpPr>
        <p:spPr>
          <a:xfrm rot="1222482">
            <a:off x="108247" y="115143"/>
            <a:ext cx="266258" cy="266258"/>
          </a:xfrm>
          <a:prstGeom prst="mathMultiply">
            <a:avLst>
              <a:gd fmla="val 23520" name="adj1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45"/>
          <p:cNvSpPr/>
          <p:nvPr/>
        </p:nvSpPr>
        <p:spPr>
          <a:xfrm rot="2700000">
            <a:off x="1130105" y="721484"/>
            <a:ext cx="179464" cy="179464"/>
          </a:xfrm>
          <a:prstGeom prst="frame">
            <a:avLst>
              <a:gd fmla="val 28897" name="adj1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45"/>
          <p:cNvSpPr/>
          <p:nvPr/>
        </p:nvSpPr>
        <p:spPr>
          <a:xfrm>
            <a:off x="8797925" y="686964"/>
            <a:ext cx="185100" cy="185100"/>
          </a:xfrm>
          <a:prstGeom prst="donut">
            <a:avLst>
              <a:gd fmla="val 31040" name="adj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45"/>
          <p:cNvSpPr/>
          <p:nvPr/>
        </p:nvSpPr>
        <p:spPr>
          <a:xfrm>
            <a:off x="8434357" y="190568"/>
            <a:ext cx="266400" cy="266400"/>
          </a:xfrm>
          <a:prstGeom prst="mathMultiply">
            <a:avLst>
              <a:gd fmla="val 23520" name="adj1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45"/>
          <p:cNvSpPr/>
          <p:nvPr/>
        </p:nvSpPr>
        <p:spPr>
          <a:xfrm>
            <a:off x="7656287" y="319171"/>
            <a:ext cx="179400" cy="179400"/>
          </a:xfrm>
          <a:prstGeom prst="frame">
            <a:avLst>
              <a:gd fmla="val 28897" name="adj1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45"/>
          <p:cNvSpPr txBox="1"/>
          <p:nvPr>
            <p:ph type="title"/>
          </p:nvPr>
        </p:nvSpPr>
        <p:spPr>
          <a:xfrm>
            <a:off x="457200" y="-1"/>
            <a:ext cx="8229600" cy="10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2" name="Google Shape;302;p45"/>
          <p:cNvSpPr txBox="1"/>
          <p:nvPr>
            <p:ph idx="1" type="body"/>
          </p:nvPr>
        </p:nvSpPr>
        <p:spPr>
          <a:xfrm>
            <a:off x="457200" y="1363150"/>
            <a:ext cx="2631900" cy="356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3" name="Google Shape;303;p45"/>
          <p:cNvSpPr txBox="1"/>
          <p:nvPr>
            <p:ph idx="2" type="body"/>
          </p:nvPr>
        </p:nvSpPr>
        <p:spPr>
          <a:xfrm>
            <a:off x="3223964" y="1363150"/>
            <a:ext cx="2631900" cy="356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4" name="Google Shape;304;p45"/>
          <p:cNvSpPr txBox="1"/>
          <p:nvPr>
            <p:ph idx="3" type="body"/>
          </p:nvPr>
        </p:nvSpPr>
        <p:spPr>
          <a:xfrm>
            <a:off x="5990727" y="1363150"/>
            <a:ext cx="2631900" cy="356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5" name="Google Shape;305;p45"/>
          <p:cNvSpPr txBox="1"/>
          <p:nvPr>
            <p:ph idx="12" type="sldNum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out decoration">
  <p:cSld name="BLANK_1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6"/>
          <p:cNvSpPr/>
          <p:nvPr/>
        </p:nvSpPr>
        <p:spPr>
          <a:xfrm>
            <a:off x="-25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29803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46"/>
          <p:cNvSpPr txBox="1"/>
          <p:nvPr>
            <p:ph idx="12" type="sldNum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">
  <p:cSld name="TITLE_2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47"/>
          <p:cNvPicPr preferRelativeResize="0"/>
          <p:nvPr/>
        </p:nvPicPr>
        <p:blipFill rotWithShape="1">
          <a:blip r:embed="rId2">
            <a:alphaModFix/>
          </a:blip>
          <a:srcRect b="0" l="0" r="85258" t="0"/>
          <a:stretch/>
        </p:blipFill>
        <p:spPr>
          <a:xfrm>
            <a:off x="168275" y="4842900"/>
            <a:ext cx="144451" cy="12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xx">
  <p:cSld name="CUSTOM_2_1">
    <p:bg>
      <p:bgPr>
        <a:gradFill>
          <a:gsLst>
            <a:gs pos="0">
              <a:schemeClr val="dk1"/>
            </a:gs>
            <a:gs pos="100000">
              <a:srgbClr val="35353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48"/>
          <p:cNvPicPr preferRelativeResize="0"/>
          <p:nvPr/>
        </p:nvPicPr>
        <p:blipFill rotWithShape="1">
          <a:blip r:embed="rId2">
            <a:alphaModFix amt="60000"/>
          </a:blip>
          <a:srcRect b="382" l="4267" r="42663" t="38949"/>
          <a:stretch/>
        </p:blipFill>
        <p:spPr>
          <a:xfrm flipH="1" rot="-5400000">
            <a:off x="-342585" y="-2095188"/>
            <a:ext cx="7581274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48"/>
          <p:cNvPicPr preferRelativeResize="0"/>
          <p:nvPr/>
        </p:nvPicPr>
        <p:blipFill rotWithShape="1">
          <a:blip r:embed="rId2">
            <a:alphaModFix amt="60000"/>
          </a:blip>
          <a:srcRect b="382" l="4267" r="42663" t="38949"/>
          <a:stretch/>
        </p:blipFill>
        <p:spPr>
          <a:xfrm rot="5400000">
            <a:off x="1905315" y="-2095188"/>
            <a:ext cx="7581274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0227" y="4869025"/>
            <a:ext cx="687950" cy="140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5" name="Google Shape;315;p48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316" name="Google Shape;316;p48"/>
            <p:cNvPicPr preferRelativeResize="0"/>
            <p:nvPr/>
          </p:nvPicPr>
          <p:blipFill rotWithShape="1">
            <a:blip r:embed="rId2">
              <a:alphaModFix amt="60000"/>
            </a:blip>
            <a:srcRect b="13959" l="28534" r="40662" t="40792"/>
            <a:stretch/>
          </p:blipFill>
          <p:spPr>
            <a:xfrm flipH="1">
              <a:off x="4743550" y="0"/>
              <a:ext cx="440045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7" name="Google Shape;317;p48"/>
            <p:cNvPicPr preferRelativeResize="0"/>
            <p:nvPr/>
          </p:nvPicPr>
          <p:blipFill rotWithShape="1">
            <a:blip r:embed="rId2">
              <a:alphaModFix amt="60000"/>
            </a:blip>
            <a:srcRect b="13959" l="26133" r="40661" t="40792"/>
            <a:stretch/>
          </p:blipFill>
          <p:spPr>
            <a:xfrm>
              <a:off x="0" y="0"/>
              <a:ext cx="4743550" cy="5143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2">
  <p:cSld name="TITLE_AND_BODY_1_2_2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0" name="Google Shape;320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0227" y="4869025"/>
            <a:ext cx="687950" cy="14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7" name="Google Shape;327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8" name="Google Shape;328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2">
  <p:cSld name="TITLE_AND_BODY_1_2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3"/>
          <p:cNvSpPr/>
          <p:nvPr/>
        </p:nvSpPr>
        <p:spPr>
          <a:xfrm>
            <a:off x="4575850" y="0"/>
            <a:ext cx="45681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chemeClr val="dk1"/>
              </a:gs>
              <a:gs pos="100000">
                <a:srgbClr val="000000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2 1">
  <p:cSld name="TITLE_AND_BODY_1_2_1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4"/>
          <p:cNvSpPr/>
          <p:nvPr/>
        </p:nvSpPr>
        <p:spPr>
          <a:xfrm>
            <a:off x="4023300" y="0"/>
            <a:ext cx="51207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6" name="Google Shape;336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0227" y="4869025"/>
            <a:ext cx="687950" cy="14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xx">
  <p:cSld name="CUSTOM">
    <p:bg>
      <p:bgPr>
        <a:gradFill>
          <a:gsLst>
            <a:gs pos="0">
              <a:srgbClr val="494949"/>
            </a:gs>
            <a:gs pos="25000">
              <a:schemeClr val="dk1"/>
            </a:gs>
            <a:gs pos="50000">
              <a:schemeClr val="dk1"/>
            </a:gs>
            <a:gs pos="75000">
              <a:schemeClr val="dk1"/>
            </a:gs>
            <a:gs pos="100000">
              <a:srgbClr val="494949"/>
            </a:gs>
          </a:gsLst>
          <a:lin ang="5400012" scaled="0"/>
        </a:gra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55"/>
          <p:cNvPicPr preferRelativeResize="0"/>
          <p:nvPr/>
        </p:nvPicPr>
        <p:blipFill rotWithShape="1">
          <a:blip r:embed="rId2">
            <a:alphaModFix amt="70000"/>
          </a:blip>
          <a:srcRect b="48138" l="46919" r="0" t="0"/>
          <a:stretch/>
        </p:blipFill>
        <p:spPr>
          <a:xfrm>
            <a:off x="0" y="1300675"/>
            <a:ext cx="8420100" cy="3842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55"/>
          <p:cNvPicPr preferRelativeResize="0"/>
          <p:nvPr/>
        </p:nvPicPr>
        <p:blipFill rotWithShape="1">
          <a:blip r:embed="rId2">
            <a:alphaModFix amt="70000"/>
          </a:blip>
          <a:srcRect b="48256" l="0" r="49045" t="0"/>
          <a:stretch/>
        </p:blipFill>
        <p:spPr>
          <a:xfrm>
            <a:off x="2048575" y="1053425"/>
            <a:ext cx="7095426" cy="40900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0" name="Google Shape;340;p55"/>
          <p:cNvGrpSpPr/>
          <p:nvPr/>
        </p:nvGrpSpPr>
        <p:grpSpPr>
          <a:xfrm>
            <a:off x="-1785312" y="0"/>
            <a:ext cx="12185613" cy="4810124"/>
            <a:chOff x="-1499562" y="0"/>
            <a:chExt cx="12185613" cy="4810124"/>
          </a:xfrm>
        </p:grpSpPr>
        <p:pic>
          <p:nvPicPr>
            <p:cNvPr id="341" name="Google Shape;341;p55"/>
            <p:cNvPicPr preferRelativeResize="0"/>
            <p:nvPr/>
          </p:nvPicPr>
          <p:blipFill rotWithShape="1">
            <a:blip r:embed="rId2">
              <a:alphaModFix amt="60000"/>
            </a:blip>
            <a:srcRect b="3707" l="0" r="46930" t="43639"/>
            <a:stretch/>
          </p:blipFill>
          <p:spPr>
            <a:xfrm>
              <a:off x="-1499562" y="0"/>
              <a:ext cx="6092800" cy="4810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2" name="Google Shape;342;p55"/>
            <p:cNvPicPr preferRelativeResize="0"/>
            <p:nvPr/>
          </p:nvPicPr>
          <p:blipFill rotWithShape="1">
            <a:blip r:embed="rId2">
              <a:alphaModFix amt="60000"/>
            </a:blip>
            <a:srcRect b="3707" l="0" r="46930" t="43639"/>
            <a:stretch/>
          </p:blipFill>
          <p:spPr>
            <a:xfrm flipH="1">
              <a:off x="4593250" y="0"/>
              <a:ext cx="6092800" cy="48101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3" name="Google Shape;343;p55"/>
          <p:cNvGrpSpPr/>
          <p:nvPr/>
        </p:nvGrpSpPr>
        <p:grpSpPr>
          <a:xfrm>
            <a:off x="-2837829" y="0"/>
            <a:ext cx="15162558" cy="5985237"/>
            <a:chOff x="-1499562" y="0"/>
            <a:chExt cx="12185613" cy="4810124"/>
          </a:xfrm>
        </p:grpSpPr>
        <p:pic>
          <p:nvPicPr>
            <p:cNvPr id="344" name="Google Shape;344;p55"/>
            <p:cNvPicPr preferRelativeResize="0"/>
            <p:nvPr/>
          </p:nvPicPr>
          <p:blipFill rotWithShape="1">
            <a:blip r:embed="rId2">
              <a:alphaModFix amt="60000"/>
            </a:blip>
            <a:srcRect b="3707" l="0" r="46930" t="43639"/>
            <a:stretch/>
          </p:blipFill>
          <p:spPr>
            <a:xfrm>
              <a:off x="-1499562" y="0"/>
              <a:ext cx="6092800" cy="4810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5" name="Google Shape;345;p55"/>
            <p:cNvPicPr preferRelativeResize="0"/>
            <p:nvPr/>
          </p:nvPicPr>
          <p:blipFill rotWithShape="1">
            <a:blip r:embed="rId2">
              <a:alphaModFix amt="60000"/>
            </a:blip>
            <a:srcRect b="3707" l="0" r="46930" t="43639"/>
            <a:stretch/>
          </p:blipFill>
          <p:spPr>
            <a:xfrm flipH="1">
              <a:off x="4593250" y="0"/>
              <a:ext cx="6092800" cy="48101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xx">
  <p:cSld name="CUSTOM_2">
    <p:bg>
      <p:bgPr>
        <a:gradFill>
          <a:gsLst>
            <a:gs pos="0">
              <a:srgbClr val="353535"/>
            </a:gs>
            <a:gs pos="21000">
              <a:schemeClr val="dk1"/>
            </a:gs>
            <a:gs pos="50000">
              <a:schemeClr val="dk1"/>
            </a:gs>
            <a:gs pos="81000">
              <a:schemeClr val="dk1"/>
            </a:gs>
            <a:gs pos="100000">
              <a:srgbClr val="353535"/>
            </a:gs>
          </a:gsLst>
          <a:lin ang="5400700" scaled="0"/>
        </a:gra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56"/>
          <p:cNvPicPr preferRelativeResize="0"/>
          <p:nvPr/>
        </p:nvPicPr>
        <p:blipFill rotWithShape="1">
          <a:blip r:embed="rId2">
            <a:alphaModFix amt="70000"/>
          </a:blip>
          <a:srcRect b="48138" l="46919" r="0" t="0"/>
          <a:stretch/>
        </p:blipFill>
        <p:spPr>
          <a:xfrm>
            <a:off x="0" y="1300675"/>
            <a:ext cx="8420100" cy="3842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56"/>
          <p:cNvPicPr preferRelativeResize="0"/>
          <p:nvPr/>
        </p:nvPicPr>
        <p:blipFill rotWithShape="1">
          <a:blip r:embed="rId2">
            <a:alphaModFix amt="70000"/>
          </a:blip>
          <a:srcRect b="48256" l="0" r="49045" t="0"/>
          <a:stretch/>
        </p:blipFill>
        <p:spPr>
          <a:xfrm>
            <a:off x="2048575" y="1053425"/>
            <a:ext cx="7095426" cy="40900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9" name="Google Shape;349;p56"/>
          <p:cNvGrpSpPr/>
          <p:nvPr/>
        </p:nvGrpSpPr>
        <p:grpSpPr>
          <a:xfrm>
            <a:off x="-1785312" y="0"/>
            <a:ext cx="12185613" cy="4810124"/>
            <a:chOff x="-1499562" y="0"/>
            <a:chExt cx="12185613" cy="4810124"/>
          </a:xfrm>
        </p:grpSpPr>
        <p:pic>
          <p:nvPicPr>
            <p:cNvPr id="350" name="Google Shape;350;p56"/>
            <p:cNvPicPr preferRelativeResize="0"/>
            <p:nvPr/>
          </p:nvPicPr>
          <p:blipFill rotWithShape="1">
            <a:blip r:embed="rId2">
              <a:alphaModFix amt="60000"/>
            </a:blip>
            <a:srcRect b="3707" l="0" r="46930" t="43639"/>
            <a:stretch/>
          </p:blipFill>
          <p:spPr>
            <a:xfrm>
              <a:off x="-1499562" y="0"/>
              <a:ext cx="6092800" cy="4810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1" name="Google Shape;351;p56"/>
            <p:cNvPicPr preferRelativeResize="0"/>
            <p:nvPr/>
          </p:nvPicPr>
          <p:blipFill rotWithShape="1">
            <a:blip r:embed="rId2">
              <a:alphaModFix amt="60000"/>
            </a:blip>
            <a:srcRect b="3707" l="0" r="46930" t="43639"/>
            <a:stretch/>
          </p:blipFill>
          <p:spPr>
            <a:xfrm flipH="1">
              <a:off x="4593250" y="0"/>
              <a:ext cx="6092800" cy="48101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2" name="Google Shape;352;p56"/>
          <p:cNvGrpSpPr/>
          <p:nvPr/>
        </p:nvGrpSpPr>
        <p:grpSpPr>
          <a:xfrm>
            <a:off x="-2837829" y="0"/>
            <a:ext cx="15162558" cy="5985237"/>
            <a:chOff x="-1499562" y="0"/>
            <a:chExt cx="12185613" cy="4810124"/>
          </a:xfrm>
        </p:grpSpPr>
        <p:pic>
          <p:nvPicPr>
            <p:cNvPr id="353" name="Google Shape;353;p56"/>
            <p:cNvPicPr preferRelativeResize="0"/>
            <p:nvPr/>
          </p:nvPicPr>
          <p:blipFill rotWithShape="1">
            <a:blip r:embed="rId2">
              <a:alphaModFix amt="60000"/>
            </a:blip>
            <a:srcRect b="3707" l="0" r="46930" t="43639"/>
            <a:stretch/>
          </p:blipFill>
          <p:spPr>
            <a:xfrm>
              <a:off x="-1499562" y="0"/>
              <a:ext cx="6092800" cy="4810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4" name="Google Shape;354;p56"/>
            <p:cNvPicPr preferRelativeResize="0"/>
            <p:nvPr/>
          </p:nvPicPr>
          <p:blipFill rotWithShape="1">
            <a:blip r:embed="rId2">
              <a:alphaModFix amt="60000"/>
            </a:blip>
            <a:srcRect b="3707" l="0" r="46930" t="43639"/>
            <a:stretch/>
          </p:blipFill>
          <p:spPr>
            <a:xfrm flipH="1">
              <a:off x="4593250" y="0"/>
              <a:ext cx="6092800" cy="48101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xx">
  <p:cSld name="CUSTOM_2_1">
    <p:bg>
      <p:bgPr>
        <a:gradFill>
          <a:gsLst>
            <a:gs pos="0">
              <a:schemeClr val="dk1"/>
            </a:gs>
            <a:gs pos="100000">
              <a:srgbClr val="35353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57"/>
          <p:cNvPicPr preferRelativeResize="0"/>
          <p:nvPr/>
        </p:nvPicPr>
        <p:blipFill rotWithShape="1">
          <a:blip r:embed="rId2">
            <a:alphaModFix amt="60000"/>
          </a:blip>
          <a:srcRect b="382" l="4267" r="42663" t="38949"/>
          <a:stretch/>
        </p:blipFill>
        <p:spPr>
          <a:xfrm flipH="1" rot="-5400000">
            <a:off x="-342585" y="-2095188"/>
            <a:ext cx="7581274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57"/>
          <p:cNvPicPr preferRelativeResize="0"/>
          <p:nvPr/>
        </p:nvPicPr>
        <p:blipFill rotWithShape="1">
          <a:blip r:embed="rId2">
            <a:alphaModFix amt="60000"/>
          </a:blip>
          <a:srcRect b="382" l="4267" r="42663" t="38949"/>
          <a:stretch/>
        </p:blipFill>
        <p:spPr>
          <a:xfrm rot="5400000">
            <a:off x="1905315" y="-2095188"/>
            <a:ext cx="7581274" cy="689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1">
  <p:cSld name="CUSTOM_1">
    <p:bg>
      <p:bgPr>
        <a:gradFill>
          <a:gsLst>
            <a:gs pos="0">
              <a:srgbClr val="494949"/>
            </a:gs>
            <a:gs pos="25000">
              <a:schemeClr val="dk1"/>
            </a:gs>
            <a:gs pos="50000">
              <a:schemeClr val="dk1"/>
            </a:gs>
            <a:gs pos="75000">
              <a:schemeClr val="dk1"/>
            </a:gs>
            <a:gs pos="100000">
              <a:srgbClr val="494949"/>
            </a:gs>
          </a:gsLst>
          <a:lin ang="5400012" scaled="0"/>
        </a:gra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58"/>
          <p:cNvPicPr preferRelativeResize="0"/>
          <p:nvPr/>
        </p:nvPicPr>
        <p:blipFill rotWithShape="1">
          <a:blip r:embed="rId2">
            <a:alphaModFix amt="60000"/>
          </a:blip>
          <a:srcRect b="0" l="45510" r="0" t="46553"/>
          <a:stretch/>
        </p:blipFill>
        <p:spPr>
          <a:xfrm>
            <a:off x="0" y="0"/>
            <a:ext cx="6255976" cy="457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58"/>
          <p:cNvPicPr preferRelativeResize="0"/>
          <p:nvPr/>
        </p:nvPicPr>
        <p:blipFill rotWithShape="1">
          <a:blip r:embed="rId2">
            <a:alphaModFix amt="70000"/>
          </a:blip>
          <a:srcRect b="48138" l="46919" r="0" t="0"/>
          <a:stretch/>
        </p:blipFill>
        <p:spPr>
          <a:xfrm>
            <a:off x="0" y="1300675"/>
            <a:ext cx="8420100" cy="3842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58"/>
          <p:cNvPicPr preferRelativeResize="0"/>
          <p:nvPr/>
        </p:nvPicPr>
        <p:blipFill rotWithShape="1">
          <a:blip r:embed="rId2">
            <a:alphaModFix amt="70000"/>
          </a:blip>
          <a:srcRect b="48256" l="0" r="49045" t="0"/>
          <a:stretch/>
        </p:blipFill>
        <p:spPr>
          <a:xfrm>
            <a:off x="2048575" y="1053425"/>
            <a:ext cx="7095426" cy="4090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1">
  <p:cSld name="TITLE_AND_BODY_1_1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6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66" name="Google Shape;366;p6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67" name="Google Shape;367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 type="obj">
  <p:cSld name="OBJECT">
    <p:bg>
      <p:bgPr>
        <a:solidFill>
          <a:srgbClr val="191D28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61"/>
          <p:cNvSpPr txBox="1"/>
          <p:nvPr>
            <p:ph type="title"/>
          </p:nvPr>
        </p:nvSpPr>
        <p:spPr>
          <a:xfrm>
            <a:off x="628650" y="336190"/>
            <a:ext cx="78867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0" name="Google Shape;370;p61"/>
          <p:cNvSpPr txBox="1"/>
          <p:nvPr>
            <p:ph idx="1" type="body"/>
          </p:nvPr>
        </p:nvSpPr>
        <p:spPr>
          <a:xfrm>
            <a:off x="628650" y="1285226"/>
            <a:ext cx="7886700" cy="3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298450" lvl="0" marL="45720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85750" lvl="1" marL="91440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62"/>
          <p:cNvSpPr txBox="1"/>
          <p:nvPr>
            <p:ph type="title"/>
          </p:nvPr>
        </p:nvSpPr>
        <p:spPr>
          <a:xfrm>
            <a:off x="628650" y="336190"/>
            <a:ext cx="78867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3" name="Google Shape;373;p62"/>
          <p:cNvSpPr txBox="1"/>
          <p:nvPr>
            <p:ph idx="1" type="body"/>
          </p:nvPr>
        </p:nvSpPr>
        <p:spPr>
          <a:xfrm>
            <a:off x="628650" y="1285226"/>
            <a:ext cx="7886700" cy="3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317500" lvl="0" marL="45720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pic>
        <p:nvPicPr>
          <p:cNvPr id="374" name="Google Shape;374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0227" y="4869025"/>
            <a:ext cx="687950" cy="14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2 1 1">
  <p:cSld name="TITLE_AND_BODY_1_2_1_1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77" name="Google Shape;377;p63"/>
          <p:cNvGrpSpPr/>
          <p:nvPr/>
        </p:nvGrpSpPr>
        <p:grpSpPr>
          <a:xfrm>
            <a:off x="8410681" y="4781828"/>
            <a:ext cx="419797" cy="246836"/>
            <a:chOff x="4772025" y="2638425"/>
            <a:chExt cx="2650234" cy="1579245"/>
          </a:xfrm>
        </p:grpSpPr>
        <p:sp>
          <p:nvSpPr>
            <p:cNvPr id="378" name="Google Shape;378;p63"/>
            <p:cNvSpPr/>
            <p:nvPr/>
          </p:nvSpPr>
          <p:spPr>
            <a:xfrm>
              <a:off x="4772025" y="2638425"/>
              <a:ext cx="1895094" cy="1579245"/>
            </a:xfrm>
            <a:custGeom>
              <a:rect b="b" l="l" r="r" t="t"/>
              <a:pathLst>
                <a:path extrusionOk="0" h="1579245" w="1895094">
                  <a:moveTo>
                    <a:pt x="1711071" y="38100"/>
                  </a:moveTo>
                  <a:lnTo>
                    <a:pt x="1711071" y="38100"/>
                  </a:lnTo>
                  <a:cubicBezTo>
                    <a:pt x="1791462" y="38100"/>
                    <a:pt x="1856994" y="103727"/>
                    <a:pt x="1857089" y="184023"/>
                  </a:cubicBezTo>
                  <a:lnTo>
                    <a:pt x="1857089" y="1395127"/>
                  </a:lnTo>
                  <a:cubicBezTo>
                    <a:pt x="1857089" y="1475518"/>
                    <a:pt x="1791462" y="1541050"/>
                    <a:pt x="1711166" y="1541145"/>
                  </a:cubicBezTo>
                  <a:lnTo>
                    <a:pt x="184118" y="1541145"/>
                  </a:lnTo>
                  <a:cubicBezTo>
                    <a:pt x="103727" y="1541145"/>
                    <a:pt x="38195" y="1475518"/>
                    <a:pt x="38100" y="1395222"/>
                  </a:cubicBezTo>
                  <a:lnTo>
                    <a:pt x="38100" y="184118"/>
                  </a:lnTo>
                  <a:cubicBezTo>
                    <a:pt x="38195" y="103727"/>
                    <a:pt x="103727" y="38195"/>
                    <a:pt x="184023" y="38100"/>
                  </a:cubicBezTo>
                  <a:lnTo>
                    <a:pt x="1711071" y="38100"/>
                  </a:lnTo>
                  <a:moveTo>
                    <a:pt x="1711071" y="0"/>
                  </a:moveTo>
                  <a:lnTo>
                    <a:pt x="184023" y="0"/>
                  </a:lnTo>
                  <a:cubicBezTo>
                    <a:pt x="82391" y="95"/>
                    <a:pt x="95" y="82391"/>
                    <a:pt x="0" y="184023"/>
                  </a:cubicBezTo>
                  <a:lnTo>
                    <a:pt x="0" y="1395222"/>
                  </a:lnTo>
                  <a:cubicBezTo>
                    <a:pt x="95" y="1496854"/>
                    <a:pt x="82391" y="1579150"/>
                    <a:pt x="184023" y="1579245"/>
                  </a:cubicBezTo>
                  <a:lnTo>
                    <a:pt x="1711071" y="1579245"/>
                  </a:lnTo>
                  <a:cubicBezTo>
                    <a:pt x="1812703" y="1579150"/>
                    <a:pt x="1894999" y="1496854"/>
                    <a:pt x="1895094" y="1395222"/>
                  </a:cubicBezTo>
                  <a:lnTo>
                    <a:pt x="1895094" y="184023"/>
                  </a:lnTo>
                  <a:cubicBezTo>
                    <a:pt x="1894999" y="82391"/>
                    <a:pt x="1812608" y="95"/>
                    <a:pt x="1711071" y="0"/>
                  </a:cubicBezTo>
                  <a:lnTo>
                    <a:pt x="1711071" y="0"/>
                  </a:lnTo>
                  <a:close/>
                </a:path>
              </a:pathLst>
            </a:custGeom>
            <a:solidFill>
              <a:srgbClr val="E1523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63"/>
            <p:cNvSpPr/>
            <p:nvPr/>
          </p:nvSpPr>
          <p:spPr>
            <a:xfrm>
              <a:off x="6789800" y="2834640"/>
              <a:ext cx="632459" cy="1190815"/>
            </a:xfrm>
            <a:custGeom>
              <a:rect b="b" l="l" r="r" t="t"/>
              <a:pathLst>
                <a:path extrusionOk="0" h="1190815" w="632459">
                  <a:moveTo>
                    <a:pt x="594360" y="64198"/>
                  </a:moveTo>
                  <a:lnTo>
                    <a:pt x="594360" y="1126617"/>
                  </a:lnTo>
                  <a:lnTo>
                    <a:pt x="38100" y="822960"/>
                  </a:lnTo>
                  <a:lnTo>
                    <a:pt x="38100" y="367856"/>
                  </a:lnTo>
                  <a:lnTo>
                    <a:pt x="594360" y="64198"/>
                  </a:lnTo>
                  <a:moveTo>
                    <a:pt x="632460" y="0"/>
                  </a:moveTo>
                  <a:lnTo>
                    <a:pt x="0" y="345281"/>
                  </a:lnTo>
                  <a:lnTo>
                    <a:pt x="0" y="845534"/>
                  </a:lnTo>
                  <a:lnTo>
                    <a:pt x="632460" y="1190816"/>
                  </a:lnTo>
                  <a:lnTo>
                    <a:pt x="632460" y="0"/>
                  </a:lnTo>
                  <a:lnTo>
                    <a:pt x="632460" y="0"/>
                  </a:lnTo>
                  <a:close/>
                </a:path>
              </a:pathLst>
            </a:custGeom>
            <a:solidFill>
              <a:srgbClr val="E1523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80" name="Google Shape;380;p63"/>
            <p:cNvGrpSpPr/>
            <p:nvPr/>
          </p:nvGrpSpPr>
          <p:grpSpPr>
            <a:xfrm>
              <a:off x="5322951" y="2923222"/>
              <a:ext cx="837151" cy="1038129"/>
              <a:chOff x="5322951" y="2923222"/>
              <a:chExt cx="837151" cy="1038129"/>
            </a:xfrm>
          </p:grpSpPr>
          <p:sp>
            <p:nvSpPr>
              <p:cNvPr id="381" name="Google Shape;381;p63"/>
              <p:cNvSpPr/>
              <p:nvPr/>
            </p:nvSpPr>
            <p:spPr>
              <a:xfrm>
                <a:off x="5322951" y="2923222"/>
                <a:ext cx="756872" cy="787050"/>
              </a:xfrm>
              <a:custGeom>
                <a:rect b="b" l="l" r="r" t="t"/>
                <a:pathLst>
                  <a:path extrusionOk="0" h="787050" w="756872">
                    <a:moveTo>
                      <a:pt x="415481" y="713423"/>
                    </a:moveTo>
                    <a:cubicBezTo>
                      <a:pt x="369856" y="732377"/>
                      <a:pt x="320802" y="741807"/>
                      <a:pt x="271462" y="741236"/>
                    </a:cubicBezTo>
                    <a:lnTo>
                      <a:pt x="271462" y="741236"/>
                    </a:lnTo>
                    <a:lnTo>
                      <a:pt x="271462" y="45815"/>
                    </a:lnTo>
                    <a:lnTo>
                      <a:pt x="271462" y="45815"/>
                    </a:lnTo>
                    <a:cubicBezTo>
                      <a:pt x="271462" y="45815"/>
                      <a:pt x="430720" y="38767"/>
                      <a:pt x="507397" y="144971"/>
                    </a:cubicBezTo>
                    <a:cubicBezTo>
                      <a:pt x="573405" y="236315"/>
                      <a:pt x="570167" y="322993"/>
                      <a:pt x="570167" y="385667"/>
                    </a:cubicBezTo>
                    <a:cubicBezTo>
                      <a:pt x="571024" y="421767"/>
                      <a:pt x="569309" y="457867"/>
                      <a:pt x="564928" y="493681"/>
                    </a:cubicBezTo>
                    <a:lnTo>
                      <a:pt x="715423" y="594646"/>
                    </a:lnTo>
                    <a:cubicBezTo>
                      <a:pt x="744093" y="536734"/>
                      <a:pt x="758285" y="472726"/>
                      <a:pt x="756761" y="408051"/>
                    </a:cubicBezTo>
                    <a:lnTo>
                      <a:pt x="756761" y="379000"/>
                    </a:lnTo>
                    <a:cubicBezTo>
                      <a:pt x="756761" y="111252"/>
                      <a:pt x="553498" y="0"/>
                      <a:pt x="323850" y="0"/>
                    </a:cubicBezTo>
                    <a:lnTo>
                      <a:pt x="0" y="0"/>
                    </a:lnTo>
                    <a:lnTo>
                      <a:pt x="89535" y="89916"/>
                    </a:lnTo>
                    <a:lnTo>
                      <a:pt x="89535" y="697040"/>
                    </a:lnTo>
                    <a:lnTo>
                      <a:pt x="0" y="787051"/>
                    </a:lnTo>
                    <a:lnTo>
                      <a:pt x="323660" y="787051"/>
                    </a:lnTo>
                    <a:cubicBezTo>
                      <a:pt x="359664" y="787051"/>
                      <a:pt x="395573" y="784384"/>
                      <a:pt x="431101" y="778669"/>
                    </a:cubicBezTo>
                    <a:lnTo>
                      <a:pt x="415481" y="71342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" name="Google Shape;382;p63"/>
              <p:cNvSpPr/>
              <p:nvPr/>
            </p:nvSpPr>
            <p:spPr>
              <a:xfrm>
                <a:off x="5825013" y="3511581"/>
                <a:ext cx="335089" cy="449770"/>
              </a:xfrm>
              <a:custGeom>
                <a:rect b="b" l="l" r="r" t="t"/>
                <a:pathLst>
                  <a:path extrusionOk="0" h="449770" w="335089">
                    <a:moveTo>
                      <a:pt x="335089" y="224885"/>
                    </a:moveTo>
                    <a:lnTo>
                      <a:pt x="0" y="0"/>
                    </a:lnTo>
                    <a:lnTo>
                      <a:pt x="54102" y="224885"/>
                    </a:lnTo>
                    <a:lnTo>
                      <a:pt x="0" y="449771"/>
                    </a:lnTo>
                    <a:lnTo>
                      <a:pt x="335089" y="22488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5" name="Google Shape;385;p6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6" name="Google Shape;386;p6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7" name="Google Shape;387;p64"/>
          <p:cNvSpPr txBox="1"/>
          <p:nvPr>
            <p:ph idx="12" type="sldNum"/>
          </p:nvPr>
        </p:nvSpPr>
        <p:spPr>
          <a:xfrm>
            <a:off x="8424808" y="457757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4" name="Google Shape;394;p6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Medium"/>
              <a:buNone/>
              <a:defRPr sz="28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Medium"/>
              <a:buNone/>
              <a:defRPr sz="28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Medium"/>
              <a:buNone/>
              <a:defRPr sz="28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Medium"/>
              <a:buNone/>
              <a:defRPr sz="28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Medium"/>
              <a:buNone/>
              <a:defRPr sz="28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Medium"/>
              <a:buNone/>
              <a:defRPr sz="28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Medium"/>
              <a:buNone/>
              <a:defRPr sz="28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Medium"/>
              <a:buNone/>
              <a:defRPr sz="28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Medium"/>
              <a:buNone/>
              <a:defRPr sz="28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6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8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9" name="Google Shape;399;p68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400" name="Google Shape;400;p68"/>
          <p:cNvPicPr preferRelativeResize="0"/>
          <p:nvPr/>
        </p:nvPicPr>
        <p:blipFill rotWithShape="1">
          <a:blip r:embed="rId2">
            <a:alphaModFix/>
          </a:blip>
          <a:srcRect b="25290" l="0" r="0" t="0"/>
          <a:stretch/>
        </p:blipFill>
        <p:spPr>
          <a:xfrm>
            <a:off x="8443500" y="4628601"/>
            <a:ext cx="465000" cy="29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69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69"/>
          <p:cNvSpPr txBox="1"/>
          <p:nvPr>
            <p:ph idx="1" type="body"/>
          </p:nvPr>
        </p:nvSpPr>
        <p:spPr>
          <a:xfrm>
            <a:off x="311700" y="10762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4" name="Google Shape;404;p69"/>
          <p:cNvSpPr txBox="1"/>
          <p:nvPr>
            <p:ph idx="2" type="body"/>
          </p:nvPr>
        </p:nvSpPr>
        <p:spPr>
          <a:xfrm>
            <a:off x="4832400" y="10762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id="405" name="Google Shape;405;p69"/>
          <p:cNvPicPr preferRelativeResize="0"/>
          <p:nvPr/>
        </p:nvPicPr>
        <p:blipFill rotWithShape="1">
          <a:blip r:embed="rId2">
            <a:alphaModFix/>
          </a:blip>
          <a:srcRect b="25290" l="0" r="0" t="0"/>
          <a:stretch/>
        </p:blipFill>
        <p:spPr>
          <a:xfrm>
            <a:off x="8443500" y="4628601"/>
            <a:ext cx="465000" cy="29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0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8" name="Google Shape;408;p70"/>
          <p:cNvPicPr preferRelativeResize="0"/>
          <p:nvPr/>
        </p:nvPicPr>
        <p:blipFill rotWithShape="1">
          <a:blip r:embed="rId2">
            <a:alphaModFix/>
          </a:blip>
          <a:srcRect b="25290" l="0" r="0" t="0"/>
          <a:stretch/>
        </p:blipFill>
        <p:spPr>
          <a:xfrm>
            <a:off x="8443500" y="4628601"/>
            <a:ext cx="465000" cy="29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71"/>
          <p:cNvSpPr txBox="1"/>
          <p:nvPr>
            <p:ph type="title"/>
          </p:nvPr>
        </p:nvSpPr>
        <p:spPr>
          <a:xfrm>
            <a:off x="311700" y="4794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1" name="Google Shape;411;p71"/>
          <p:cNvSpPr txBox="1"/>
          <p:nvPr>
            <p:ph idx="1" type="body"/>
          </p:nvPr>
        </p:nvSpPr>
        <p:spPr>
          <a:xfrm>
            <a:off x="311700" y="13134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id="412" name="Google Shape;412;p71"/>
          <p:cNvPicPr preferRelativeResize="0"/>
          <p:nvPr/>
        </p:nvPicPr>
        <p:blipFill rotWithShape="1">
          <a:blip r:embed="rId2">
            <a:alphaModFix/>
          </a:blip>
          <a:srcRect b="25290" l="0" r="0" t="0"/>
          <a:stretch/>
        </p:blipFill>
        <p:spPr>
          <a:xfrm>
            <a:off x="8443500" y="4628601"/>
            <a:ext cx="465000" cy="29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7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15" name="Google Shape;415;p72"/>
          <p:cNvPicPr preferRelativeResize="0"/>
          <p:nvPr/>
        </p:nvPicPr>
        <p:blipFill rotWithShape="1">
          <a:blip r:embed="rId2">
            <a:alphaModFix/>
          </a:blip>
          <a:srcRect b="25290" l="0" r="0" t="0"/>
          <a:stretch/>
        </p:blipFill>
        <p:spPr>
          <a:xfrm>
            <a:off x="8443500" y="4628601"/>
            <a:ext cx="465000" cy="29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7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7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9" name="Google Shape;419;p7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0" name="Google Shape;420;p7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421" name="Google Shape;421;p73"/>
          <p:cNvPicPr preferRelativeResize="0"/>
          <p:nvPr/>
        </p:nvPicPr>
        <p:blipFill rotWithShape="1">
          <a:blip r:embed="rId2">
            <a:alphaModFix/>
          </a:blip>
          <a:srcRect b="25290" l="0" r="0" t="0"/>
          <a:stretch/>
        </p:blipFill>
        <p:spPr>
          <a:xfrm>
            <a:off x="8443500" y="4628601"/>
            <a:ext cx="465000" cy="29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7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pic>
        <p:nvPicPr>
          <p:cNvPr id="424" name="Google Shape;424;p74"/>
          <p:cNvPicPr preferRelativeResize="0"/>
          <p:nvPr/>
        </p:nvPicPr>
        <p:blipFill rotWithShape="1">
          <a:blip r:embed="rId2">
            <a:alphaModFix/>
          </a:blip>
          <a:srcRect b="25290" l="0" r="0" t="0"/>
          <a:stretch/>
        </p:blipFill>
        <p:spPr>
          <a:xfrm>
            <a:off x="8443500" y="4628601"/>
            <a:ext cx="465000" cy="29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7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7" name="Google Shape;427;p7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428" name="Google Shape;428;p75"/>
          <p:cNvPicPr preferRelativeResize="0"/>
          <p:nvPr/>
        </p:nvPicPr>
        <p:blipFill rotWithShape="1">
          <a:blip r:embed="rId2">
            <a:alphaModFix/>
          </a:blip>
          <a:srcRect b="25290" l="0" r="0" t="0"/>
          <a:stretch/>
        </p:blipFill>
        <p:spPr>
          <a:xfrm>
            <a:off x="8443500" y="4628601"/>
            <a:ext cx="465000" cy="29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76"/>
          <p:cNvPicPr preferRelativeResize="0"/>
          <p:nvPr/>
        </p:nvPicPr>
        <p:blipFill rotWithShape="1">
          <a:blip r:embed="rId2">
            <a:alphaModFix/>
          </a:blip>
          <a:srcRect b="25290" l="0" r="0" t="0"/>
          <a:stretch/>
        </p:blipFill>
        <p:spPr>
          <a:xfrm>
            <a:off x="8443500" y="4628601"/>
            <a:ext cx="465000" cy="29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7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7" name="Google Shape;437;p7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Medium"/>
              <a:buNone/>
              <a:defRPr sz="28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Medium"/>
              <a:buNone/>
              <a:defRPr sz="28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Medium"/>
              <a:buNone/>
              <a:defRPr sz="28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Medium"/>
              <a:buNone/>
              <a:defRPr sz="28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Medium"/>
              <a:buNone/>
              <a:defRPr sz="28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Medium"/>
              <a:buNone/>
              <a:defRPr sz="28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Medium"/>
              <a:buNone/>
              <a:defRPr sz="28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Medium"/>
              <a:buNone/>
              <a:defRPr sz="28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Medium"/>
              <a:buNone/>
              <a:defRPr sz="28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79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79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441" name="Google Shape;441;p79"/>
          <p:cNvPicPr preferRelativeResize="0"/>
          <p:nvPr/>
        </p:nvPicPr>
        <p:blipFill rotWithShape="1">
          <a:blip r:embed="rId2">
            <a:alphaModFix/>
          </a:blip>
          <a:srcRect b="25290" l="0" r="0" t="0"/>
          <a:stretch/>
        </p:blipFill>
        <p:spPr>
          <a:xfrm>
            <a:off x="8443500" y="4628601"/>
            <a:ext cx="465000" cy="29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8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81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6" name="Google Shape;446;p81"/>
          <p:cNvSpPr txBox="1"/>
          <p:nvPr>
            <p:ph idx="1" type="body"/>
          </p:nvPr>
        </p:nvSpPr>
        <p:spPr>
          <a:xfrm>
            <a:off x="311700" y="10762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7" name="Google Shape;447;p81"/>
          <p:cNvSpPr txBox="1"/>
          <p:nvPr>
            <p:ph idx="2" type="body"/>
          </p:nvPr>
        </p:nvSpPr>
        <p:spPr>
          <a:xfrm>
            <a:off x="4832400" y="10762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id="448" name="Google Shape;448;p81"/>
          <p:cNvPicPr preferRelativeResize="0"/>
          <p:nvPr/>
        </p:nvPicPr>
        <p:blipFill rotWithShape="1">
          <a:blip r:embed="rId2">
            <a:alphaModFix/>
          </a:blip>
          <a:srcRect b="25290" l="0" r="0" t="0"/>
          <a:stretch/>
        </p:blipFill>
        <p:spPr>
          <a:xfrm>
            <a:off x="8443500" y="4628601"/>
            <a:ext cx="465000" cy="29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82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1" name="Google Shape;451;p82"/>
          <p:cNvPicPr preferRelativeResize="0"/>
          <p:nvPr/>
        </p:nvPicPr>
        <p:blipFill rotWithShape="1">
          <a:blip r:embed="rId2">
            <a:alphaModFix/>
          </a:blip>
          <a:srcRect b="25290" l="0" r="0" t="0"/>
          <a:stretch/>
        </p:blipFill>
        <p:spPr>
          <a:xfrm>
            <a:off x="8443500" y="4628601"/>
            <a:ext cx="465000" cy="29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83"/>
          <p:cNvSpPr txBox="1"/>
          <p:nvPr>
            <p:ph type="title"/>
          </p:nvPr>
        </p:nvSpPr>
        <p:spPr>
          <a:xfrm>
            <a:off x="311700" y="4794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54" name="Google Shape;454;p83"/>
          <p:cNvSpPr txBox="1"/>
          <p:nvPr>
            <p:ph idx="1" type="body"/>
          </p:nvPr>
        </p:nvSpPr>
        <p:spPr>
          <a:xfrm>
            <a:off x="311700" y="13134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id="455" name="Google Shape;455;p83"/>
          <p:cNvPicPr preferRelativeResize="0"/>
          <p:nvPr/>
        </p:nvPicPr>
        <p:blipFill rotWithShape="1">
          <a:blip r:embed="rId2">
            <a:alphaModFix/>
          </a:blip>
          <a:srcRect b="25290" l="0" r="0" t="0"/>
          <a:stretch/>
        </p:blipFill>
        <p:spPr>
          <a:xfrm>
            <a:off x="8443500" y="4628601"/>
            <a:ext cx="465000" cy="29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8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58" name="Google Shape;458;p84"/>
          <p:cNvPicPr preferRelativeResize="0"/>
          <p:nvPr/>
        </p:nvPicPr>
        <p:blipFill rotWithShape="1">
          <a:blip r:embed="rId2">
            <a:alphaModFix/>
          </a:blip>
          <a:srcRect b="25290" l="0" r="0" t="0"/>
          <a:stretch/>
        </p:blipFill>
        <p:spPr>
          <a:xfrm>
            <a:off x="8443500" y="4628601"/>
            <a:ext cx="465000" cy="29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8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8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62" name="Google Shape;462;p8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63" name="Google Shape;463;p8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464" name="Google Shape;464;p85"/>
          <p:cNvPicPr preferRelativeResize="0"/>
          <p:nvPr/>
        </p:nvPicPr>
        <p:blipFill rotWithShape="1">
          <a:blip r:embed="rId2">
            <a:alphaModFix/>
          </a:blip>
          <a:srcRect b="25290" l="0" r="0" t="0"/>
          <a:stretch/>
        </p:blipFill>
        <p:spPr>
          <a:xfrm>
            <a:off x="8443500" y="4628601"/>
            <a:ext cx="465000" cy="29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8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pic>
        <p:nvPicPr>
          <p:cNvPr id="467" name="Google Shape;467;p86"/>
          <p:cNvPicPr preferRelativeResize="0"/>
          <p:nvPr/>
        </p:nvPicPr>
        <p:blipFill rotWithShape="1">
          <a:blip r:embed="rId2">
            <a:alphaModFix/>
          </a:blip>
          <a:srcRect b="25290" l="0" r="0" t="0"/>
          <a:stretch/>
        </p:blipFill>
        <p:spPr>
          <a:xfrm>
            <a:off x="8443500" y="4628601"/>
            <a:ext cx="465000" cy="29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8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0" name="Google Shape;470;p8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471" name="Google Shape;471;p87"/>
          <p:cNvPicPr preferRelativeResize="0"/>
          <p:nvPr/>
        </p:nvPicPr>
        <p:blipFill rotWithShape="1">
          <a:blip r:embed="rId2">
            <a:alphaModFix/>
          </a:blip>
          <a:srcRect b="25290" l="0" r="0" t="0"/>
          <a:stretch/>
        </p:blipFill>
        <p:spPr>
          <a:xfrm>
            <a:off x="8443500" y="4628601"/>
            <a:ext cx="465000" cy="29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Google Shape;473;p88"/>
          <p:cNvPicPr preferRelativeResize="0"/>
          <p:nvPr/>
        </p:nvPicPr>
        <p:blipFill rotWithShape="1">
          <a:blip r:embed="rId2">
            <a:alphaModFix/>
          </a:blip>
          <a:srcRect b="25290" l="0" r="0" t="0"/>
          <a:stretch/>
        </p:blipFill>
        <p:spPr>
          <a:xfrm>
            <a:off x="8443500" y="4628601"/>
            <a:ext cx="465000" cy="29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16.xml"/><Relationship Id="rId22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17.xml"/><Relationship Id="rId23" Type="http://schemas.openxmlformats.org/officeDocument/2006/relationships/theme" Target="../theme/theme4.xml"/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24.xml"/><Relationship Id="rId6" Type="http://schemas.openxmlformats.org/officeDocument/2006/relationships/slideLayout" Target="../slideLayouts/slideLayout11.xml"/><Relationship Id="rId18" Type="http://schemas.openxmlformats.org/officeDocument/2006/relationships/slideLayout" Target="../slideLayouts/slideLayout23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theme" Target="../theme/theme7.xml"/><Relationship Id="rId11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0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6.xml"/><Relationship Id="rId6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45.xml"/><Relationship Id="rId7" Type="http://schemas.openxmlformats.org/officeDocument/2006/relationships/slideLayout" Target="../slideLayouts/slideLayout34.xml"/><Relationship Id="rId8" Type="http://schemas.openxmlformats.org/officeDocument/2006/relationships/slideLayout" Target="../slideLayouts/slideLayout35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/Relationships>
</file>

<file path=ppt/slideMasters/_rels/slideMaster5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0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61.xml"/><Relationship Id="rId2" Type="http://schemas.openxmlformats.org/officeDocument/2006/relationships/slideLayout" Target="../slideLayouts/slideLayout62.xml"/><Relationship Id="rId3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5.xml"/><Relationship Id="rId6" Type="http://schemas.openxmlformats.org/officeDocument/2006/relationships/slideLayout" Target="../slideLayouts/slideLayout66.xml"/><Relationship Id="rId7" Type="http://schemas.openxmlformats.org/officeDocument/2006/relationships/slideLayout" Target="../slideLayouts/slideLayout67.xml"/><Relationship Id="rId8" Type="http://schemas.openxmlformats.org/officeDocument/2006/relationships/slideLayout" Target="../slideLayouts/slideLayout68.xml"/></Relationships>
</file>

<file path=ppt/slideMasters/_rels/slideMaster6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1.xml"/><Relationship Id="rId12" Type="http://schemas.openxmlformats.org/officeDocument/2006/relationships/theme" Target="../theme/theme5.xml"/><Relationship Id="rId1" Type="http://schemas.openxmlformats.org/officeDocument/2006/relationships/slideLayout" Target="../slideLayouts/slideLayout72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9" Type="http://schemas.openxmlformats.org/officeDocument/2006/relationships/slideLayout" Target="../slideLayouts/slideLayout80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dk2"/>
            </a:gs>
            <a:gs pos="100000">
              <a:schemeClr val="dk1"/>
            </a:gs>
          </a:gsLst>
          <a:lin ang="13500032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7" name="Google Shape;7;p1"/>
            <p:cNvPicPr preferRelativeResize="0"/>
            <p:nvPr/>
          </p:nvPicPr>
          <p:blipFill rotWithShape="1">
            <a:blip r:embed="rId1">
              <a:alphaModFix amt="40000"/>
            </a:blip>
            <a:srcRect b="40564" l="28112" r="3036" t="1331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8;p1"/>
            <p:cNvPicPr preferRelativeResize="0"/>
            <p:nvPr/>
          </p:nvPicPr>
          <p:blipFill rotWithShape="1">
            <a:blip r:embed="rId2">
              <a:alphaModFix amt="90000"/>
            </a:blip>
            <a:srcRect b="52553" l="7953" r="39061" t="3985"/>
            <a:stretch/>
          </p:blipFill>
          <p:spPr>
            <a:xfrm>
              <a:off x="0" y="1138225"/>
              <a:ext cx="9144003" cy="4005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9;p1"/>
            <p:cNvPicPr preferRelativeResize="0"/>
            <p:nvPr/>
          </p:nvPicPr>
          <p:blipFill rotWithShape="1">
            <a:blip r:embed="rId3">
              <a:alphaModFix amt="30000"/>
            </a:blip>
            <a:srcRect b="7118" l="42696" r="8330" t="40350"/>
            <a:stretch/>
          </p:blipFill>
          <p:spPr>
            <a:xfrm>
              <a:off x="0" y="0"/>
              <a:ext cx="9144003" cy="40769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10;p1"/>
            <p:cNvPicPr preferRelativeResize="0"/>
            <p:nvPr/>
          </p:nvPicPr>
          <p:blipFill rotWithShape="1">
            <a:blip r:embed="rId1">
              <a:alphaModFix amt="0"/>
            </a:blip>
            <a:srcRect b="70770" l="69013" r="0" t="0"/>
            <a:stretch/>
          </p:blipFill>
          <p:spPr>
            <a:xfrm>
              <a:off x="0" y="2628725"/>
              <a:ext cx="5303700" cy="25147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" name="Google Shape;11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1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dk2"/>
            </a:gs>
            <a:gs pos="100000">
              <a:schemeClr val="dk1"/>
            </a:gs>
          </a:gsLst>
          <a:lin ang="13500032" scaled="0"/>
        </a:gra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1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  <p:sldLayoutId id="2147483672" r:id="rId20"/>
    <p:sldLayoutId id="2147483673" r:id="rId21"/>
    <p:sldLayoutId id="2147483674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02F4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" name="Google Shape;16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8" name="Google Shape;16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dk2"/>
            </a:gs>
            <a:gs pos="100000">
              <a:schemeClr val="dk1"/>
            </a:gs>
          </a:gsLst>
          <a:lin ang="13500032" scaled="0"/>
        </a:gra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1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3" name="Google Shape;323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24" name="Google Shape;324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90" name="Google Shape;390;p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91" name="Google Shape;391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33" name="Google Shape;433;p7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34" name="Google Shape;434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7.png"/><Relationship Id="rId4" Type="http://schemas.openxmlformats.org/officeDocument/2006/relationships/image" Target="../media/image44.png"/><Relationship Id="rId5" Type="http://schemas.openxmlformats.org/officeDocument/2006/relationships/image" Target="../media/image4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9.png"/><Relationship Id="rId4" Type="http://schemas.openxmlformats.org/officeDocument/2006/relationships/hyperlink" Target="https://docs.google.com/spreadsheets/d/185E65g2IwYy2gDw7Ct2QJph_oxkuJTyq5okPr0duRPc/edit?usp=sharin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2.png"/><Relationship Id="rId4" Type="http://schemas.openxmlformats.org/officeDocument/2006/relationships/image" Target="../media/image52.png"/><Relationship Id="rId5" Type="http://schemas.openxmlformats.org/officeDocument/2006/relationships/image" Target="../media/image54.png"/><Relationship Id="rId6" Type="http://schemas.openxmlformats.org/officeDocument/2006/relationships/image" Target="../media/image48.png"/><Relationship Id="rId7" Type="http://schemas.openxmlformats.org/officeDocument/2006/relationships/image" Target="../media/image3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4.jpg"/><Relationship Id="rId4" Type="http://schemas.openxmlformats.org/officeDocument/2006/relationships/image" Target="../media/image57.png"/><Relationship Id="rId5" Type="http://schemas.openxmlformats.org/officeDocument/2006/relationships/image" Target="../media/image53.png"/><Relationship Id="rId6" Type="http://schemas.openxmlformats.org/officeDocument/2006/relationships/image" Target="../media/image4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8.jpg"/><Relationship Id="rId4" Type="http://schemas.openxmlformats.org/officeDocument/2006/relationships/image" Target="../media/image55.png"/><Relationship Id="rId5" Type="http://schemas.openxmlformats.org/officeDocument/2006/relationships/image" Target="../media/image4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cs.google.com/spreadsheets/d/1jAzBle0Mdz9zMC-VVsoVjKhGrJgK6SGHubS6gEspFNQ/edit?usp=sharing" TargetMode="External"/><Relationship Id="rId4" Type="http://schemas.openxmlformats.org/officeDocument/2006/relationships/image" Target="../media/image31.png"/><Relationship Id="rId5" Type="http://schemas.openxmlformats.org/officeDocument/2006/relationships/image" Target="../media/image5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1.png"/><Relationship Id="rId4" Type="http://schemas.openxmlformats.org/officeDocument/2006/relationships/image" Target="../media/image5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0.png"/><Relationship Id="rId4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ocs.google.com/spreadsheets/d/1-I61mdpaH2jSyN1K54qXie1uxICsiXgsA8BN1GimObg/edit?usp=sharing" TargetMode="External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3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8.png"/><Relationship Id="rId4" Type="http://schemas.openxmlformats.org/officeDocument/2006/relationships/image" Target="../media/image66.png"/><Relationship Id="rId5" Type="http://schemas.openxmlformats.org/officeDocument/2006/relationships/hyperlink" Target="https://docs.google.com/spreadsheets/d/1-I61mdpaH2jSyN1K54qXie1uxICsiXgsA8BN1GimObg/edit?usp=sharing" TargetMode="External"/><Relationship Id="rId6" Type="http://schemas.openxmlformats.org/officeDocument/2006/relationships/image" Target="../media/image3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8.png"/><Relationship Id="rId4" Type="http://schemas.openxmlformats.org/officeDocument/2006/relationships/image" Target="../media/image31.png"/></Relationships>
</file>

<file path=ppt/slides/_rels/slide23.xml.rels><?xml version="1.0" encoding="UTF-8" standalone="yes"?><Relationships xmlns="http://schemas.openxmlformats.org/package/2006/relationships"><Relationship Id="rId10" Type="http://schemas.openxmlformats.org/officeDocument/2006/relationships/image" Target="../media/image44.png"/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docs.google.com/spreadsheets/d/1ZWETzuMy7JVbSllWNupP1aelAHkA_BcOKFgxSdRhf1w/edit?usp=sharing" TargetMode="External"/><Relationship Id="rId4" Type="http://schemas.openxmlformats.org/officeDocument/2006/relationships/hyperlink" Target="https://docs.google.com/spreadsheets/d/1-I61mdpaH2jSyN1K54qXie1uxICsiXgsA8BN1GimObg/edit?usp=sharing" TargetMode="External"/><Relationship Id="rId9" Type="http://schemas.openxmlformats.org/officeDocument/2006/relationships/hyperlink" Target="https://docs.google.com/spreadsheets/d/1IJuQo7lQaqlVztpEOLrZMfP3gz5VxTfjBtXwjtHnihk/edit?usp=sharing" TargetMode="External"/><Relationship Id="rId5" Type="http://schemas.openxmlformats.org/officeDocument/2006/relationships/hyperlink" Target="https://docs.google.com/spreadsheets/d/1jAzBle0Mdz9zMC-VVsoVjKhGrJgK6SGHubS6gEspFNQ/edit?usp=sharing" TargetMode="External"/><Relationship Id="rId6" Type="http://schemas.openxmlformats.org/officeDocument/2006/relationships/hyperlink" Target="https://docs.google.com/spreadsheets/d/1jNRzcWb8K1VWFc9gOHouCHP07KwnmA3diMExaAXFeZo/edit?usp=sharing" TargetMode="External"/><Relationship Id="rId7" Type="http://schemas.openxmlformats.org/officeDocument/2006/relationships/hyperlink" Target="https://docs.google.com/spreadsheets/d/185E65g2IwYy2gDw7Ct2QJph_oxkuJTyq5okPr0duRPc/edit?usp=sharing" TargetMode="External"/><Relationship Id="rId8" Type="http://schemas.openxmlformats.org/officeDocument/2006/relationships/image" Target="../media/image74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0.png"/><Relationship Id="rId4" Type="http://schemas.openxmlformats.org/officeDocument/2006/relationships/image" Target="../media/image6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0.png"/><Relationship Id="rId4" Type="http://schemas.openxmlformats.org/officeDocument/2006/relationships/image" Target="../media/image65.png"/><Relationship Id="rId5" Type="http://schemas.openxmlformats.org/officeDocument/2006/relationships/image" Target="../media/image61.png"/><Relationship Id="rId6" Type="http://schemas.openxmlformats.org/officeDocument/2006/relationships/image" Target="../media/image7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1.png"/><Relationship Id="rId4" Type="http://schemas.openxmlformats.org/officeDocument/2006/relationships/image" Target="../media/image73.png"/><Relationship Id="rId5" Type="http://schemas.openxmlformats.org/officeDocument/2006/relationships/image" Target="../media/image69.png"/><Relationship Id="rId6" Type="http://schemas.openxmlformats.org/officeDocument/2006/relationships/image" Target="../media/image7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2533"/>
        </a:soli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Google Shape;478;p89" title="Group 60.png"/>
          <p:cNvPicPr preferRelativeResize="0"/>
          <p:nvPr/>
        </p:nvPicPr>
        <p:blipFill rotWithShape="1">
          <a:blip r:embed="rId3">
            <a:alphaModFix/>
          </a:blip>
          <a:srcRect b="0" l="0" r="16185" t="0"/>
          <a:stretch/>
        </p:blipFill>
        <p:spPr>
          <a:xfrm>
            <a:off x="4716326" y="0"/>
            <a:ext cx="4427674" cy="51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89"/>
          <p:cNvSpPr txBox="1"/>
          <p:nvPr>
            <p:ph type="ctrTitle"/>
          </p:nvPr>
        </p:nvSpPr>
        <p:spPr>
          <a:xfrm>
            <a:off x="311703" y="1117239"/>
            <a:ext cx="58821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00"/>
              <a:t>Performance Bookings</a:t>
            </a:r>
            <a:endParaRPr sz="4100">
              <a:solidFill>
                <a:schemeClr val="lt1"/>
              </a:solidFill>
            </a:endParaRPr>
          </a:p>
        </p:txBody>
      </p:sp>
      <p:sp>
        <p:nvSpPr>
          <p:cNvPr id="480" name="Google Shape;480;p89"/>
          <p:cNvSpPr txBox="1"/>
          <p:nvPr>
            <p:ph idx="1" type="subTitle"/>
          </p:nvPr>
        </p:nvSpPr>
        <p:spPr>
          <a:xfrm>
            <a:off x="311700" y="3206789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Launch Presentation</a:t>
            </a:r>
            <a:endParaRPr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81" name="Google Shape;481;p89" title="63583ec7c37213a801727969_propellic-logo-white (1) 3 (1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7900" y="579400"/>
            <a:ext cx="1396975" cy="344031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89"/>
          <p:cNvSpPr txBox="1"/>
          <p:nvPr>
            <p:ph idx="1" type="subTitle"/>
          </p:nvPr>
        </p:nvSpPr>
        <p:spPr>
          <a:xfrm>
            <a:off x="1942640" y="553237"/>
            <a:ext cx="419100" cy="37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x</a:t>
            </a:r>
            <a:endParaRPr sz="23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id="483" name="Google Shape;483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19526" y="546462"/>
            <a:ext cx="419098" cy="39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90"/>
          <p:cNvSpPr txBox="1"/>
          <p:nvPr/>
        </p:nvSpPr>
        <p:spPr>
          <a:xfrm>
            <a:off x="4572011" y="942268"/>
            <a:ext cx="365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➔"/>
            </a:pPr>
            <a:r>
              <a:rPr b="1"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Early Wins &amp; Insights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9" name="Google Shape;489;p90"/>
          <p:cNvSpPr txBox="1"/>
          <p:nvPr/>
        </p:nvSpPr>
        <p:spPr>
          <a:xfrm>
            <a:off x="4572011" y="1432186"/>
            <a:ext cx="365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➔"/>
            </a:pPr>
            <a:r>
              <a:rPr b="1"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Target Audience Review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0" name="Google Shape;490;p90"/>
          <p:cNvSpPr txBox="1"/>
          <p:nvPr/>
        </p:nvSpPr>
        <p:spPr>
          <a:xfrm>
            <a:off x="4572011" y="1922104"/>
            <a:ext cx="365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➔"/>
            </a:pPr>
            <a:r>
              <a:rPr b="1"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Competitive Analysis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1" name="Google Shape;491;p90"/>
          <p:cNvSpPr txBox="1"/>
          <p:nvPr/>
        </p:nvSpPr>
        <p:spPr>
          <a:xfrm>
            <a:off x="4572011" y="2412021"/>
            <a:ext cx="365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➔"/>
            </a:pPr>
            <a:r>
              <a:rPr b="1"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ROAS Analysis &amp; Goals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2" name="Google Shape;492;p90"/>
          <p:cNvSpPr txBox="1"/>
          <p:nvPr/>
        </p:nvSpPr>
        <p:spPr>
          <a:xfrm>
            <a:off x="4572011" y="2901939"/>
            <a:ext cx="365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➔"/>
            </a:pPr>
            <a:r>
              <a:rPr b="1"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Campaign Strategy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3" name="Google Shape;493;p90"/>
          <p:cNvSpPr txBox="1"/>
          <p:nvPr/>
        </p:nvSpPr>
        <p:spPr>
          <a:xfrm>
            <a:off x="4572011" y="3391882"/>
            <a:ext cx="365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➔"/>
            </a:pPr>
            <a:r>
              <a:rPr b="1"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Campaign Media Plan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4" name="Google Shape;494;p90"/>
          <p:cNvSpPr txBox="1"/>
          <p:nvPr/>
        </p:nvSpPr>
        <p:spPr>
          <a:xfrm>
            <a:off x="4572011" y="452350"/>
            <a:ext cx="365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➔"/>
            </a:pPr>
            <a:r>
              <a:rPr b="1"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Paid Media Account Audit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5" name="Google Shape;495;p90"/>
          <p:cNvSpPr txBox="1"/>
          <p:nvPr/>
        </p:nvSpPr>
        <p:spPr>
          <a:xfrm>
            <a:off x="4572011" y="3881807"/>
            <a:ext cx="365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➔"/>
            </a:pPr>
            <a:r>
              <a:rPr b="1"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Campaign Details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6" name="Google Shape;496;p90"/>
          <p:cNvSpPr txBox="1"/>
          <p:nvPr/>
        </p:nvSpPr>
        <p:spPr>
          <a:xfrm>
            <a:off x="4572011" y="4371732"/>
            <a:ext cx="365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➔"/>
            </a:pPr>
            <a:r>
              <a:rPr b="1"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12-Month Roadmap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97" name="Google Shape;497;p90" title="Group 60.png"/>
          <p:cNvPicPr preferRelativeResize="0"/>
          <p:nvPr/>
        </p:nvPicPr>
        <p:blipFill rotWithShape="1">
          <a:blip r:embed="rId3">
            <a:alphaModFix/>
          </a:blip>
          <a:srcRect b="0" l="0" r="45646" t="29977"/>
          <a:stretch/>
        </p:blipFill>
        <p:spPr>
          <a:xfrm rot="10800000">
            <a:off x="-16148" y="-1"/>
            <a:ext cx="4080148" cy="5117676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90"/>
          <p:cNvSpPr txBox="1"/>
          <p:nvPr/>
        </p:nvSpPr>
        <p:spPr>
          <a:xfrm>
            <a:off x="1231930" y="2294700"/>
            <a:ext cx="2778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Table of Contents</a:t>
            </a:r>
            <a:endParaRPr sz="2400">
              <a:solidFill>
                <a:srgbClr val="FFFFFF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2125" y="395074"/>
            <a:ext cx="2461150" cy="41535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504" name="Google Shape;504;p91"/>
          <p:cNvSpPr txBox="1"/>
          <p:nvPr/>
        </p:nvSpPr>
        <p:spPr>
          <a:xfrm>
            <a:off x="5539850" y="4596075"/>
            <a:ext cx="2225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D41063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View Paid Media Account Audit</a:t>
            </a:r>
            <a:endParaRPr sz="1000">
              <a:solidFill>
                <a:srgbClr val="D410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5" name="Google Shape;505;p91"/>
          <p:cNvSpPr txBox="1"/>
          <p:nvPr/>
        </p:nvSpPr>
        <p:spPr>
          <a:xfrm>
            <a:off x="604425" y="1854200"/>
            <a:ext cx="4253400" cy="24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Our deep paid media account audit uncovered many areas of opportunity that we have been able to optimize early in our engagement. A few of the most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notable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include: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Lack of Google Ad extensions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left competitor ads achieving higher positions and visibility in the SERP.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High use of broad match keywords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without audience targeting segmentations produced a high % of spend not resulting in desired outcomes.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Lack of retargeting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within the campaigns reduced the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opportunity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to reach previous visitors as they finalize their booking decisions.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6" name="Google Shape;506;p91"/>
          <p:cNvSpPr txBox="1"/>
          <p:nvPr/>
        </p:nvSpPr>
        <p:spPr>
          <a:xfrm>
            <a:off x="604427" y="924350"/>
            <a:ext cx="4253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00D68"/>
                </a:solidFill>
                <a:latin typeface="Montserrat"/>
                <a:ea typeface="Montserrat"/>
                <a:cs typeface="Montserrat"/>
                <a:sym typeface="Montserrat"/>
              </a:rPr>
              <a:t>Paid Media Audit</a:t>
            </a:r>
            <a:r>
              <a:rPr b="1" lang="en"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Insights &amp; Actions</a:t>
            </a:r>
            <a:endParaRPr b="1"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7" name="Google Shape;507;p91"/>
          <p:cNvSpPr/>
          <p:nvPr/>
        </p:nvSpPr>
        <p:spPr>
          <a:xfrm>
            <a:off x="-336750" y="0"/>
            <a:ext cx="3021000" cy="587400"/>
          </a:xfrm>
          <a:prstGeom prst="round2DiagRect">
            <a:avLst>
              <a:gd fmla="val 16667" name="adj1"/>
              <a:gd fmla="val 50000" name="adj2"/>
            </a:avLst>
          </a:prstGeom>
          <a:solidFill>
            <a:srgbClr val="192533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8" name="Google Shape;508;p91"/>
          <p:cNvSpPr txBox="1"/>
          <p:nvPr/>
        </p:nvSpPr>
        <p:spPr>
          <a:xfrm>
            <a:off x="254000" y="145150"/>
            <a:ext cx="4953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364049"/>
              </a:buClr>
              <a:buSzPts val="1900"/>
              <a:buFont typeface="Century Gothic"/>
              <a:buNone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Paid Media Account Audit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92"/>
          <p:cNvSpPr txBox="1"/>
          <p:nvPr/>
        </p:nvSpPr>
        <p:spPr>
          <a:xfrm>
            <a:off x="386800" y="2010425"/>
            <a:ext cx="29487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expansion into targeted P-Max high-intent campaigns has already produced significant high-intent interest and volume, driving </a:t>
            </a:r>
            <a:r>
              <a:rPr b="1"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12 bookings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since launch. 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4" name="Google Shape;514;p92"/>
          <p:cNvSpPr txBox="1"/>
          <p:nvPr/>
        </p:nvSpPr>
        <p:spPr>
          <a:xfrm>
            <a:off x="386800" y="1029525"/>
            <a:ext cx="3086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New Performance Max Campaign Drives a </a:t>
            </a:r>
            <a:r>
              <a:rPr b="1" lang="en">
                <a:solidFill>
                  <a:srgbClr val="E21A6B"/>
                </a:solidFill>
                <a:latin typeface="Montserrat"/>
                <a:ea typeface="Montserrat"/>
                <a:cs typeface="Montserrat"/>
                <a:sym typeface="Montserrat"/>
              </a:rPr>
              <a:t>60% Cost/Conv Improvement</a:t>
            </a:r>
            <a:endParaRPr b="1">
              <a:solidFill>
                <a:srgbClr val="E21A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5" name="Google Shape;515;p92"/>
          <p:cNvSpPr txBox="1"/>
          <p:nvPr/>
        </p:nvSpPr>
        <p:spPr>
          <a:xfrm>
            <a:off x="525225" y="4330163"/>
            <a:ext cx="2271300" cy="507900"/>
          </a:xfrm>
          <a:prstGeom prst="rect">
            <a:avLst/>
          </a:prstGeom>
          <a:noFill/>
          <a:ln cap="flat" cmpd="sng" w="9525">
            <a:solidFill>
              <a:srgbClr val="F00D6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Serving ads on the right medium for your specific audience improves user experience with visual media; inspiring their next journey</a:t>
            </a:r>
            <a:endParaRPr i="1" sz="9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16" name="Google Shape;516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3252" y="876025"/>
            <a:ext cx="5094896" cy="220141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517" name="Google Shape;517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7050" y="3366362"/>
            <a:ext cx="1532206" cy="13719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518" name="Google Shape;518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82050" y="2557006"/>
            <a:ext cx="1321650" cy="2378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519" name="Google Shape;519;p9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34879" y="3190988"/>
            <a:ext cx="2143997" cy="14225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520" name="Google Shape;520;p92"/>
          <p:cNvCxnSpPr>
            <a:stCxn id="515" idx="3"/>
          </p:cNvCxnSpPr>
          <p:nvPr/>
        </p:nvCxnSpPr>
        <p:spPr>
          <a:xfrm flipH="1" rot="10800000">
            <a:off x="2796525" y="4465913"/>
            <a:ext cx="650400" cy="118200"/>
          </a:xfrm>
          <a:prstGeom prst="straightConnector1">
            <a:avLst/>
          </a:prstGeom>
          <a:noFill/>
          <a:ln cap="flat" cmpd="sng" w="9525">
            <a:solidFill>
              <a:srgbClr val="F00D68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521" name="Google Shape;521;p92"/>
          <p:cNvSpPr/>
          <p:nvPr/>
        </p:nvSpPr>
        <p:spPr>
          <a:xfrm>
            <a:off x="-336750" y="0"/>
            <a:ext cx="3021000" cy="587400"/>
          </a:xfrm>
          <a:prstGeom prst="round2DiagRect">
            <a:avLst>
              <a:gd fmla="val 16667" name="adj1"/>
              <a:gd fmla="val 50000" name="adj2"/>
            </a:avLst>
          </a:prstGeom>
          <a:solidFill>
            <a:srgbClr val="192533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2" name="Google Shape;522;p92"/>
          <p:cNvSpPr txBox="1"/>
          <p:nvPr/>
        </p:nvSpPr>
        <p:spPr>
          <a:xfrm>
            <a:off x="254000" y="145150"/>
            <a:ext cx="4953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364049"/>
              </a:buClr>
              <a:buSzPts val="1900"/>
              <a:buFont typeface="Century Gothic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Early Wins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23" name="Google Shape;523;p9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89625" y="193725"/>
            <a:ext cx="465000" cy="3938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2533"/>
        </a:soli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93"/>
          <p:cNvSpPr txBox="1"/>
          <p:nvPr/>
        </p:nvSpPr>
        <p:spPr>
          <a:xfrm>
            <a:off x="845400" y="1960725"/>
            <a:ext cx="8520600" cy="7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20">
                <a:solidFill>
                  <a:srgbClr val="E21A6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Meet Your Target Audience</a:t>
            </a:r>
            <a:endParaRPr sz="3320">
              <a:solidFill>
                <a:srgbClr val="E21A6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2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Detailed Profiles</a:t>
            </a:r>
            <a:endParaRPr sz="172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29" name="Google Shape;529;p93" title="63583ec7c37213a801727969_propellic-logo-white (1) 3 (1).png"/>
          <p:cNvPicPr preferRelativeResize="0"/>
          <p:nvPr/>
        </p:nvPicPr>
        <p:blipFill rotWithShape="1">
          <a:blip r:embed="rId3">
            <a:alphaModFix/>
          </a:blip>
          <a:srcRect b="0" l="0" r="68734" t="26573"/>
          <a:stretch/>
        </p:blipFill>
        <p:spPr>
          <a:xfrm>
            <a:off x="8381413" y="4621738"/>
            <a:ext cx="436774" cy="2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2533"/>
        </a:solidFill>
      </p:bgPr>
    </p:bg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94"/>
          <p:cNvSpPr txBox="1"/>
          <p:nvPr/>
        </p:nvSpPr>
        <p:spPr>
          <a:xfrm>
            <a:off x="834250" y="516975"/>
            <a:ext cx="78144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Target Audience Profile</a:t>
            </a:r>
            <a:r>
              <a:rPr lang="en"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: </a:t>
            </a:r>
            <a:r>
              <a:rPr lang="en" sz="1800">
                <a:solidFill>
                  <a:srgbClr val="F00D6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Young Solo Travelers</a:t>
            </a:r>
            <a:endParaRPr sz="1800">
              <a:solidFill>
                <a:srgbClr val="F00D68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535" name="Google Shape;535;p94"/>
          <p:cNvGrpSpPr/>
          <p:nvPr/>
        </p:nvGrpSpPr>
        <p:grpSpPr>
          <a:xfrm>
            <a:off x="3623725" y="1100025"/>
            <a:ext cx="2166000" cy="1009020"/>
            <a:chOff x="3127825" y="1185600"/>
            <a:chExt cx="2166000" cy="1009020"/>
          </a:xfrm>
        </p:grpSpPr>
        <p:sp>
          <p:nvSpPr>
            <p:cNvPr id="536" name="Google Shape;536;p94"/>
            <p:cNvSpPr/>
            <p:nvPr/>
          </p:nvSpPr>
          <p:spPr>
            <a:xfrm>
              <a:off x="3127825" y="1185600"/>
              <a:ext cx="21660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537" name="Google Shape;537;p94"/>
            <p:cNvSpPr txBox="1"/>
            <p:nvPr/>
          </p:nvSpPr>
          <p:spPr>
            <a:xfrm>
              <a:off x="3167885" y="1263038"/>
              <a:ext cx="2085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E21A6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Where They Live</a:t>
              </a:r>
              <a:endParaRPr b="1" sz="1000">
                <a:solidFill>
                  <a:srgbClr val="E21A6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38" name="Google Shape;538;p94"/>
            <p:cNvSpPr txBox="1"/>
            <p:nvPr/>
          </p:nvSpPr>
          <p:spPr>
            <a:xfrm>
              <a:off x="3167885" y="1517520"/>
              <a:ext cx="20859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Majority are from the United States, although reviews show visitors from all over the world. 15% are local to the Los Angeles DMA. </a:t>
              </a:r>
              <a:endParaRPr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39" name="Google Shape;539;p94"/>
          <p:cNvGrpSpPr/>
          <p:nvPr/>
        </p:nvGrpSpPr>
        <p:grpSpPr>
          <a:xfrm>
            <a:off x="5934675" y="2038788"/>
            <a:ext cx="2166000" cy="886020"/>
            <a:chOff x="3127825" y="1185600"/>
            <a:chExt cx="2166000" cy="886020"/>
          </a:xfrm>
        </p:grpSpPr>
        <p:sp>
          <p:nvSpPr>
            <p:cNvPr id="540" name="Google Shape;540;p94"/>
            <p:cNvSpPr/>
            <p:nvPr/>
          </p:nvSpPr>
          <p:spPr>
            <a:xfrm>
              <a:off x="3127825" y="1185600"/>
              <a:ext cx="21660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541" name="Google Shape;541;p94"/>
            <p:cNvSpPr txBox="1"/>
            <p:nvPr/>
          </p:nvSpPr>
          <p:spPr>
            <a:xfrm>
              <a:off x="3167885" y="1263038"/>
              <a:ext cx="2085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E21A6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What They Wish For</a:t>
              </a:r>
              <a:endParaRPr b="1" sz="1000">
                <a:solidFill>
                  <a:srgbClr val="E21A6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42" name="Google Shape;542;p94"/>
            <p:cNvSpPr txBox="1"/>
            <p:nvPr/>
          </p:nvSpPr>
          <p:spPr>
            <a:xfrm>
              <a:off x="3167885" y="1517520"/>
              <a:ext cx="20859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Low cost, a fun hike, a short </a:t>
              </a:r>
              <a:r>
                <a:rPr lang="en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activity</a:t>
              </a:r>
              <a:r>
                <a:rPr lang="en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to fill their agenda, and a great view for selfies.</a:t>
              </a:r>
              <a:endParaRPr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43" name="Google Shape;543;p94"/>
          <p:cNvGrpSpPr/>
          <p:nvPr/>
        </p:nvGrpSpPr>
        <p:grpSpPr>
          <a:xfrm>
            <a:off x="3623725" y="2900975"/>
            <a:ext cx="2166000" cy="886020"/>
            <a:chOff x="3127825" y="1185600"/>
            <a:chExt cx="2166000" cy="886020"/>
          </a:xfrm>
        </p:grpSpPr>
        <p:sp>
          <p:nvSpPr>
            <p:cNvPr id="544" name="Google Shape;544;p94"/>
            <p:cNvSpPr/>
            <p:nvPr/>
          </p:nvSpPr>
          <p:spPr>
            <a:xfrm>
              <a:off x="3127825" y="1185600"/>
              <a:ext cx="21660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545" name="Google Shape;545;p94"/>
            <p:cNvSpPr txBox="1"/>
            <p:nvPr/>
          </p:nvSpPr>
          <p:spPr>
            <a:xfrm>
              <a:off x="3167885" y="1263038"/>
              <a:ext cx="2085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E21A6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Currently In-Market</a:t>
              </a:r>
              <a:endParaRPr b="1" sz="1000">
                <a:solidFill>
                  <a:srgbClr val="E21A6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46" name="Google Shape;546;p94"/>
            <p:cNvSpPr txBox="1"/>
            <p:nvPr/>
          </p:nvSpPr>
          <p:spPr>
            <a:xfrm>
              <a:off x="3167885" y="1517520"/>
              <a:ext cx="20859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Audience is likely </a:t>
              </a:r>
              <a:r>
                <a:rPr lang="en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already</a:t>
              </a:r>
              <a:r>
                <a:rPr lang="en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in the area and In market for fun and affordable things to do in the Los Angeles area.</a:t>
              </a:r>
              <a:r>
                <a:rPr lang="en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47" name="Google Shape;547;p94"/>
          <p:cNvGrpSpPr/>
          <p:nvPr/>
        </p:nvGrpSpPr>
        <p:grpSpPr>
          <a:xfrm>
            <a:off x="3623725" y="3801450"/>
            <a:ext cx="2166000" cy="824400"/>
            <a:chOff x="3127825" y="1185600"/>
            <a:chExt cx="2166000" cy="824400"/>
          </a:xfrm>
        </p:grpSpPr>
        <p:sp>
          <p:nvSpPr>
            <p:cNvPr id="548" name="Google Shape;548;p94"/>
            <p:cNvSpPr/>
            <p:nvPr/>
          </p:nvSpPr>
          <p:spPr>
            <a:xfrm>
              <a:off x="3127825" y="1185600"/>
              <a:ext cx="21660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549" name="Google Shape;549;p94"/>
            <p:cNvSpPr txBox="1"/>
            <p:nvPr/>
          </p:nvSpPr>
          <p:spPr>
            <a:xfrm>
              <a:off x="3167885" y="1263038"/>
              <a:ext cx="2085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E21A6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Travel Habits</a:t>
              </a:r>
              <a:endParaRPr b="1" sz="1000">
                <a:solidFill>
                  <a:srgbClr val="E21A6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50" name="Google Shape;550;p94"/>
            <p:cNvSpPr txBox="1"/>
            <p:nvPr/>
          </p:nvSpPr>
          <p:spPr>
            <a:xfrm>
              <a:off x="3167885" y="1517520"/>
              <a:ext cx="20859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Short-term planners</a:t>
              </a:r>
              <a:endParaRPr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Instagram-worthy locations</a:t>
              </a:r>
              <a:r>
                <a:rPr lang="en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51" name="Google Shape;551;p94"/>
          <p:cNvGrpSpPr/>
          <p:nvPr/>
        </p:nvGrpSpPr>
        <p:grpSpPr>
          <a:xfrm>
            <a:off x="5934675" y="1090538"/>
            <a:ext cx="2166000" cy="886020"/>
            <a:chOff x="3127825" y="1185600"/>
            <a:chExt cx="2166000" cy="886020"/>
          </a:xfrm>
        </p:grpSpPr>
        <p:sp>
          <p:nvSpPr>
            <p:cNvPr id="552" name="Google Shape;552;p94"/>
            <p:cNvSpPr/>
            <p:nvPr/>
          </p:nvSpPr>
          <p:spPr>
            <a:xfrm>
              <a:off x="3127825" y="1185600"/>
              <a:ext cx="21660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553" name="Google Shape;553;p94"/>
            <p:cNvSpPr txBox="1"/>
            <p:nvPr/>
          </p:nvSpPr>
          <p:spPr>
            <a:xfrm>
              <a:off x="3167885" y="1263038"/>
              <a:ext cx="2085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E21A6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Demographics</a:t>
              </a:r>
              <a:endParaRPr b="1" sz="1000">
                <a:solidFill>
                  <a:srgbClr val="E21A6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54" name="Google Shape;554;p94"/>
            <p:cNvSpPr txBox="1"/>
            <p:nvPr/>
          </p:nvSpPr>
          <p:spPr>
            <a:xfrm>
              <a:off x="3167885" y="1517520"/>
              <a:ext cx="20859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Ages 19 - 35</a:t>
              </a:r>
              <a:endParaRPr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All income ranges</a:t>
              </a:r>
              <a:endParaRPr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Students &amp; Young Professionals</a:t>
              </a:r>
              <a:endParaRPr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55" name="Google Shape;555;p94"/>
          <p:cNvGrpSpPr/>
          <p:nvPr/>
        </p:nvGrpSpPr>
        <p:grpSpPr>
          <a:xfrm>
            <a:off x="3623725" y="2000500"/>
            <a:ext cx="2166000" cy="886020"/>
            <a:chOff x="3127825" y="1185600"/>
            <a:chExt cx="2166000" cy="886020"/>
          </a:xfrm>
        </p:grpSpPr>
        <p:sp>
          <p:nvSpPr>
            <p:cNvPr id="556" name="Google Shape;556;p94"/>
            <p:cNvSpPr/>
            <p:nvPr/>
          </p:nvSpPr>
          <p:spPr>
            <a:xfrm>
              <a:off x="3127825" y="1185600"/>
              <a:ext cx="21660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557" name="Google Shape;557;p94"/>
            <p:cNvSpPr txBox="1"/>
            <p:nvPr/>
          </p:nvSpPr>
          <p:spPr>
            <a:xfrm>
              <a:off x="3167885" y="1263038"/>
              <a:ext cx="2085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E21A6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Interests</a:t>
              </a:r>
              <a:endParaRPr b="1" sz="1000">
                <a:solidFill>
                  <a:srgbClr val="E21A6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58" name="Google Shape;558;p94"/>
            <p:cNvSpPr txBox="1"/>
            <p:nvPr/>
          </p:nvSpPr>
          <p:spPr>
            <a:xfrm>
              <a:off x="3167885" y="1517520"/>
              <a:ext cx="20859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Los Angeles and Hollywood</a:t>
              </a:r>
              <a:endParaRPr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Instagram &amp; TikTok</a:t>
              </a:r>
              <a:endParaRPr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Hiking</a:t>
              </a:r>
              <a:endParaRPr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59" name="Google Shape;559;p94"/>
          <p:cNvGrpSpPr/>
          <p:nvPr/>
        </p:nvGrpSpPr>
        <p:grpSpPr>
          <a:xfrm>
            <a:off x="5934675" y="2900963"/>
            <a:ext cx="2166000" cy="824400"/>
            <a:chOff x="3127825" y="1185600"/>
            <a:chExt cx="2166000" cy="824400"/>
          </a:xfrm>
        </p:grpSpPr>
        <p:sp>
          <p:nvSpPr>
            <p:cNvPr id="560" name="Google Shape;560;p94"/>
            <p:cNvSpPr/>
            <p:nvPr/>
          </p:nvSpPr>
          <p:spPr>
            <a:xfrm>
              <a:off x="3127825" y="1185600"/>
              <a:ext cx="21660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561" name="Google Shape;561;p94"/>
            <p:cNvSpPr txBox="1"/>
            <p:nvPr/>
          </p:nvSpPr>
          <p:spPr>
            <a:xfrm>
              <a:off x="3167885" y="1263038"/>
              <a:ext cx="2085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E21A6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What Are They Saying?</a:t>
              </a:r>
              <a:endParaRPr b="1" sz="1000">
                <a:solidFill>
                  <a:srgbClr val="E21A6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62" name="Google Shape;562;p94"/>
            <p:cNvSpPr txBox="1"/>
            <p:nvPr/>
          </p:nvSpPr>
          <p:spPr>
            <a:xfrm>
              <a:off x="3167885" y="1517520"/>
              <a:ext cx="2085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563" name="Google Shape;563;p94" title="young-attractive-tourist-with-a-backpack-2023-11-27-05-31-42-utc.jpg"/>
          <p:cNvPicPr preferRelativeResize="0"/>
          <p:nvPr/>
        </p:nvPicPr>
        <p:blipFill rotWithShape="1">
          <a:blip r:embed="rId3">
            <a:alphaModFix/>
          </a:blip>
          <a:srcRect b="0" l="10226" r="50000" t="0"/>
          <a:stretch/>
        </p:blipFill>
        <p:spPr>
          <a:xfrm>
            <a:off x="791400" y="1090550"/>
            <a:ext cx="2128200" cy="3569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564" name="Google Shape;564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71025" y="3981538"/>
            <a:ext cx="2128200" cy="644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67050" y="3331012"/>
            <a:ext cx="2045750" cy="787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566" name="Google Shape;566;p94" title="63583ec7c37213a801727969_propellic-logo-white (1) 3 (1).png"/>
          <p:cNvPicPr preferRelativeResize="0"/>
          <p:nvPr/>
        </p:nvPicPr>
        <p:blipFill rotWithShape="1">
          <a:blip r:embed="rId6">
            <a:alphaModFix/>
          </a:blip>
          <a:srcRect b="0" l="0" r="68734" t="26573"/>
          <a:stretch/>
        </p:blipFill>
        <p:spPr>
          <a:xfrm>
            <a:off x="8381413" y="4621738"/>
            <a:ext cx="436774" cy="2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2533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95"/>
          <p:cNvSpPr txBox="1"/>
          <p:nvPr/>
        </p:nvSpPr>
        <p:spPr>
          <a:xfrm>
            <a:off x="834250" y="516975"/>
            <a:ext cx="78144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Target Audience Profile: </a:t>
            </a:r>
            <a:r>
              <a:rPr lang="en" sz="1800">
                <a:solidFill>
                  <a:srgbClr val="F00D6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Affluent Empty-Nesters</a:t>
            </a:r>
            <a:endParaRPr sz="1800">
              <a:solidFill>
                <a:srgbClr val="F00D68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572" name="Google Shape;572;p95"/>
          <p:cNvGrpSpPr/>
          <p:nvPr/>
        </p:nvGrpSpPr>
        <p:grpSpPr>
          <a:xfrm>
            <a:off x="3623725" y="1100025"/>
            <a:ext cx="2166000" cy="1009020"/>
            <a:chOff x="3127825" y="1185600"/>
            <a:chExt cx="2166000" cy="1009020"/>
          </a:xfrm>
        </p:grpSpPr>
        <p:sp>
          <p:nvSpPr>
            <p:cNvPr id="573" name="Google Shape;573;p95"/>
            <p:cNvSpPr/>
            <p:nvPr/>
          </p:nvSpPr>
          <p:spPr>
            <a:xfrm>
              <a:off x="3127825" y="1185600"/>
              <a:ext cx="21660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574" name="Google Shape;574;p95"/>
            <p:cNvSpPr txBox="1"/>
            <p:nvPr/>
          </p:nvSpPr>
          <p:spPr>
            <a:xfrm>
              <a:off x="3167885" y="1263038"/>
              <a:ext cx="2085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E21A6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Where They Live</a:t>
              </a:r>
              <a:endParaRPr b="1" sz="1000">
                <a:solidFill>
                  <a:srgbClr val="E21A6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75" name="Google Shape;575;p95"/>
            <p:cNvSpPr txBox="1"/>
            <p:nvPr/>
          </p:nvSpPr>
          <p:spPr>
            <a:xfrm>
              <a:off x="3167885" y="1517520"/>
              <a:ext cx="20859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Affluent suburbs in the United States, with a focus on New England. </a:t>
              </a:r>
              <a:endParaRPr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30% of travelers from the UK and DE</a:t>
              </a:r>
              <a:r>
                <a:rPr lang="en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76" name="Google Shape;576;p95"/>
          <p:cNvGrpSpPr/>
          <p:nvPr/>
        </p:nvGrpSpPr>
        <p:grpSpPr>
          <a:xfrm>
            <a:off x="5934675" y="2038788"/>
            <a:ext cx="2166000" cy="886020"/>
            <a:chOff x="3127825" y="1185600"/>
            <a:chExt cx="2166000" cy="886020"/>
          </a:xfrm>
        </p:grpSpPr>
        <p:sp>
          <p:nvSpPr>
            <p:cNvPr id="577" name="Google Shape;577;p95"/>
            <p:cNvSpPr/>
            <p:nvPr/>
          </p:nvSpPr>
          <p:spPr>
            <a:xfrm>
              <a:off x="3127825" y="1185600"/>
              <a:ext cx="21660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578" name="Google Shape;578;p95"/>
            <p:cNvSpPr txBox="1"/>
            <p:nvPr/>
          </p:nvSpPr>
          <p:spPr>
            <a:xfrm>
              <a:off x="3167885" y="1263038"/>
              <a:ext cx="2085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E21A6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What They Wish For</a:t>
              </a:r>
              <a:endParaRPr b="1" sz="1000">
                <a:solidFill>
                  <a:srgbClr val="E21A6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79" name="Google Shape;579;p95"/>
            <p:cNvSpPr txBox="1"/>
            <p:nvPr/>
          </p:nvSpPr>
          <p:spPr>
            <a:xfrm>
              <a:off x="3167885" y="1517520"/>
              <a:ext cx="20859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5-star experiences, relaxation and luxury. Although affluent, they will seek out discount VIP travel.</a:t>
              </a:r>
              <a:endParaRPr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80" name="Google Shape;580;p95"/>
          <p:cNvGrpSpPr/>
          <p:nvPr/>
        </p:nvGrpSpPr>
        <p:grpSpPr>
          <a:xfrm>
            <a:off x="3623725" y="2900975"/>
            <a:ext cx="2166000" cy="886020"/>
            <a:chOff x="3127825" y="1185600"/>
            <a:chExt cx="2166000" cy="886020"/>
          </a:xfrm>
        </p:grpSpPr>
        <p:sp>
          <p:nvSpPr>
            <p:cNvPr id="581" name="Google Shape;581;p95"/>
            <p:cNvSpPr/>
            <p:nvPr/>
          </p:nvSpPr>
          <p:spPr>
            <a:xfrm>
              <a:off x="3127825" y="1185600"/>
              <a:ext cx="21660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582" name="Google Shape;582;p95"/>
            <p:cNvSpPr txBox="1"/>
            <p:nvPr/>
          </p:nvSpPr>
          <p:spPr>
            <a:xfrm>
              <a:off x="3167885" y="1263038"/>
              <a:ext cx="2085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E21A6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Currently In-Market</a:t>
              </a:r>
              <a:endParaRPr b="1" sz="1000">
                <a:solidFill>
                  <a:srgbClr val="E21A6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83" name="Google Shape;583;p95"/>
            <p:cNvSpPr txBox="1"/>
            <p:nvPr/>
          </p:nvSpPr>
          <p:spPr>
            <a:xfrm>
              <a:off x="3167885" y="1517520"/>
              <a:ext cx="20859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In-market for luxury European travel accommodations in the next 6-10 months.</a:t>
              </a:r>
              <a:endParaRPr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84" name="Google Shape;584;p95"/>
          <p:cNvGrpSpPr/>
          <p:nvPr/>
        </p:nvGrpSpPr>
        <p:grpSpPr>
          <a:xfrm>
            <a:off x="3623725" y="3801450"/>
            <a:ext cx="2166000" cy="1009020"/>
            <a:chOff x="3127825" y="1185600"/>
            <a:chExt cx="2166000" cy="1009020"/>
          </a:xfrm>
        </p:grpSpPr>
        <p:sp>
          <p:nvSpPr>
            <p:cNvPr id="585" name="Google Shape;585;p95"/>
            <p:cNvSpPr/>
            <p:nvPr/>
          </p:nvSpPr>
          <p:spPr>
            <a:xfrm>
              <a:off x="3127825" y="1185600"/>
              <a:ext cx="21660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586" name="Google Shape;586;p95"/>
            <p:cNvSpPr txBox="1"/>
            <p:nvPr/>
          </p:nvSpPr>
          <p:spPr>
            <a:xfrm>
              <a:off x="3167885" y="1263038"/>
              <a:ext cx="2085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E21A6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Travel Habits</a:t>
              </a:r>
              <a:endParaRPr b="1" sz="1000">
                <a:solidFill>
                  <a:srgbClr val="E21A6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87" name="Google Shape;587;p95"/>
            <p:cNvSpPr txBox="1"/>
            <p:nvPr/>
          </p:nvSpPr>
          <p:spPr>
            <a:xfrm>
              <a:off x="3167885" y="1517520"/>
              <a:ext cx="20859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Long-Term Planners</a:t>
              </a:r>
              <a:endParaRPr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Luxury Accommodations</a:t>
              </a:r>
              <a:endParaRPr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First-Class Ticket Holders</a:t>
              </a:r>
              <a:endParaRPr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Travel Points </a:t>
              </a:r>
              <a:r>
                <a:rPr lang="en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Aficionados</a:t>
              </a:r>
              <a:endParaRPr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88" name="Google Shape;588;p95"/>
          <p:cNvGrpSpPr/>
          <p:nvPr/>
        </p:nvGrpSpPr>
        <p:grpSpPr>
          <a:xfrm>
            <a:off x="5934675" y="1090538"/>
            <a:ext cx="2166000" cy="1009020"/>
            <a:chOff x="3127825" y="1185600"/>
            <a:chExt cx="2166000" cy="1009020"/>
          </a:xfrm>
        </p:grpSpPr>
        <p:sp>
          <p:nvSpPr>
            <p:cNvPr id="589" name="Google Shape;589;p95"/>
            <p:cNvSpPr/>
            <p:nvPr/>
          </p:nvSpPr>
          <p:spPr>
            <a:xfrm>
              <a:off x="3127825" y="1185600"/>
              <a:ext cx="21660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590" name="Google Shape;590;p95"/>
            <p:cNvSpPr txBox="1"/>
            <p:nvPr/>
          </p:nvSpPr>
          <p:spPr>
            <a:xfrm>
              <a:off x="3167885" y="1263038"/>
              <a:ext cx="2085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E21A6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Demographics</a:t>
              </a:r>
              <a:endParaRPr b="1" sz="1000">
                <a:solidFill>
                  <a:srgbClr val="E21A6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91" name="Google Shape;591;p95"/>
            <p:cNvSpPr txBox="1"/>
            <p:nvPr/>
          </p:nvSpPr>
          <p:spPr>
            <a:xfrm>
              <a:off x="3167885" y="1517520"/>
              <a:ext cx="20859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Ages 45-65</a:t>
              </a:r>
              <a:endParaRPr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High income earners and professions</a:t>
              </a:r>
              <a:endParaRPr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Newly retired</a:t>
              </a:r>
              <a:endParaRPr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Masters-level education</a:t>
              </a:r>
              <a:endParaRPr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92" name="Google Shape;592;p95"/>
          <p:cNvGrpSpPr/>
          <p:nvPr/>
        </p:nvGrpSpPr>
        <p:grpSpPr>
          <a:xfrm>
            <a:off x="3623725" y="2000500"/>
            <a:ext cx="2166000" cy="1132320"/>
            <a:chOff x="3127825" y="1185600"/>
            <a:chExt cx="2166000" cy="1132320"/>
          </a:xfrm>
        </p:grpSpPr>
        <p:sp>
          <p:nvSpPr>
            <p:cNvPr id="593" name="Google Shape;593;p95"/>
            <p:cNvSpPr/>
            <p:nvPr/>
          </p:nvSpPr>
          <p:spPr>
            <a:xfrm>
              <a:off x="3127825" y="1185600"/>
              <a:ext cx="21660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594" name="Google Shape;594;p95"/>
            <p:cNvSpPr txBox="1"/>
            <p:nvPr/>
          </p:nvSpPr>
          <p:spPr>
            <a:xfrm>
              <a:off x="3167885" y="1263038"/>
              <a:ext cx="2085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E21A6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Interests</a:t>
              </a:r>
              <a:endParaRPr b="1" sz="1000">
                <a:solidFill>
                  <a:srgbClr val="E21A6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95" name="Google Shape;595;p95"/>
            <p:cNvSpPr txBox="1"/>
            <p:nvPr/>
          </p:nvSpPr>
          <p:spPr>
            <a:xfrm>
              <a:off x="3167885" y="1517520"/>
              <a:ext cx="20859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Spain &amp; European experiences.</a:t>
              </a:r>
              <a:endParaRPr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Wineries and luxury tours.</a:t>
              </a:r>
              <a:endParaRPr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Luxury shopping</a:t>
              </a:r>
              <a:endParaRPr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Fine dining</a:t>
              </a:r>
              <a:endParaRPr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96" name="Google Shape;596;p95"/>
          <p:cNvGrpSpPr/>
          <p:nvPr/>
        </p:nvGrpSpPr>
        <p:grpSpPr>
          <a:xfrm>
            <a:off x="5934675" y="2900963"/>
            <a:ext cx="2166000" cy="824400"/>
            <a:chOff x="3127825" y="1185600"/>
            <a:chExt cx="2166000" cy="824400"/>
          </a:xfrm>
        </p:grpSpPr>
        <p:sp>
          <p:nvSpPr>
            <p:cNvPr id="597" name="Google Shape;597;p95"/>
            <p:cNvSpPr/>
            <p:nvPr/>
          </p:nvSpPr>
          <p:spPr>
            <a:xfrm>
              <a:off x="3127825" y="1185600"/>
              <a:ext cx="21660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598" name="Google Shape;598;p95"/>
            <p:cNvSpPr txBox="1"/>
            <p:nvPr/>
          </p:nvSpPr>
          <p:spPr>
            <a:xfrm>
              <a:off x="3167885" y="1263038"/>
              <a:ext cx="2085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E21A6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What Are They Saying?</a:t>
              </a:r>
              <a:endParaRPr b="1" sz="1000">
                <a:solidFill>
                  <a:srgbClr val="E21A6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99" name="Google Shape;599;p95"/>
            <p:cNvSpPr txBox="1"/>
            <p:nvPr/>
          </p:nvSpPr>
          <p:spPr>
            <a:xfrm>
              <a:off x="3167885" y="1517520"/>
              <a:ext cx="2085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600" name="Google Shape;600;p95"/>
          <p:cNvPicPr preferRelativeResize="0"/>
          <p:nvPr/>
        </p:nvPicPr>
        <p:blipFill rotWithShape="1">
          <a:blip r:embed="rId3">
            <a:alphaModFix/>
          </a:blip>
          <a:srcRect b="0" l="5269" r="5269" t="0"/>
          <a:stretch/>
        </p:blipFill>
        <p:spPr>
          <a:xfrm>
            <a:off x="791400" y="1090550"/>
            <a:ext cx="2128200" cy="3569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601" name="Google Shape;601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3575" y="3388610"/>
            <a:ext cx="2128200" cy="1237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95" title="63583ec7c37213a801727969_propellic-logo-white (1) 3 (1).png"/>
          <p:cNvPicPr preferRelativeResize="0"/>
          <p:nvPr/>
        </p:nvPicPr>
        <p:blipFill rotWithShape="1">
          <a:blip r:embed="rId5">
            <a:alphaModFix/>
          </a:blip>
          <a:srcRect b="0" l="0" r="68734" t="26573"/>
          <a:stretch/>
        </p:blipFill>
        <p:spPr>
          <a:xfrm>
            <a:off x="8381413" y="4621738"/>
            <a:ext cx="436774" cy="2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96"/>
          <p:cNvSpPr txBox="1"/>
          <p:nvPr/>
        </p:nvSpPr>
        <p:spPr>
          <a:xfrm>
            <a:off x="4668288" y="4268525"/>
            <a:ext cx="2225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21A6B"/>
                </a:solidFill>
                <a:uFill>
                  <a:noFill/>
                </a:uFill>
                <a:latin typeface="Proxima Nova"/>
                <a:ea typeface="Proxima Nova"/>
                <a:cs typeface="Proxima Nova"/>
                <a:sym typeface="Proxima Nov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View Full Analysis</a:t>
            </a:r>
            <a:endParaRPr sz="1100">
              <a:solidFill>
                <a:srgbClr val="E21A6B"/>
              </a:solidFill>
            </a:endParaRPr>
          </a:p>
        </p:txBody>
      </p:sp>
      <p:pic>
        <p:nvPicPr>
          <p:cNvPr id="608" name="Google Shape;608;p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05725" y="4687125"/>
            <a:ext cx="465000" cy="393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89800" y="1190125"/>
            <a:ext cx="5982700" cy="2971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610" name="Google Shape;610;p96"/>
          <p:cNvSpPr txBox="1"/>
          <p:nvPr/>
        </p:nvSpPr>
        <p:spPr>
          <a:xfrm>
            <a:off x="299550" y="1612900"/>
            <a:ext cx="2292300" cy="26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Tour Los Angeles</a:t>
            </a: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currently has a strong social media presence and is active on TikTok, which is driving brand recognition.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Tour Los Angeles</a:t>
            </a: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currently has a strong social media presence and is active on TikTok, which is driving brand recognition.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Tour Los Angeles</a:t>
            </a: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currently has a strong social media presence and is active on TikTok, which is driving brand recognition.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1" name="Google Shape;611;p96"/>
          <p:cNvSpPr txBox="1"/>
          <p:nvPr/>
        </p:nvSpPr>
        <p:spPr>
          <a:xfrm>
            <a:off x="299550" y="935800"/>
            <a:ext cx="2069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E21A6B"/>
                </a:solidFill>
                <a:latin typeface="Montserrat"/>
                <a:ea typeface="Montserrat"/>
                <a:cs typeface="Montserrat"/>
                <a:sym typeface="Montserrat"/>
              </a:rPr>
              <a:t>Competitor Review</a:t>
            </a:r>
            <a:endParaRPr b="1">
              <a:solidFill>
                <a:srgbClr val="E21A6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Callouts &amp; Insights</a:t>
            </a:r>
            <a:endParaRPr sz="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2" name="Google Shape;612;p96"/>
          <p:cNvSpPr/>
          <p:nvPr/>
        </p:nvSpPr>
        <p:spPr>
          <a:xfrm>
            <a:off x="-336750" y="0"/>
            <a:ext cx="2929500" cy="587400"/>
          </a:xfrm>
          <a:prstGeom prst="round2DiagRect">
            <a:avLst>
              <a:gd fmla="val 16667" name="adj1"/>
              <a:gd fmla="val 50000" name="adj2"/>
            </a:avLst>
          </a:prstGeom>
          <a:solidFill>
            <a:srgbClr val="192533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3" name="Google Shape;613;p96"/>
          <p:cNvSpPr txBox="1"/>
          <p:nvPr/>
        </p:nvSpPr>
        <p:spPr>
          <a:xfrm>
            <a:off x="254000" y="145150"/>
            <a:ext cx="4953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364049"/>
              </a:buClr>
              <a:buSzPts val="1900"/>
              <a:buFont typeface="Century Gothic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Competitive Analysis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8" name="Google Shape;618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5725" y="4687125"/>
            <a:ext cx="465000" cy="393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5063" y="1082500"/>
            <a:ext cx="5403826" cy="31528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620" name="Google Shape;620;p97"/>
          <p:cNvSpPr txBox="1"/>
          <p:nvPr/>
        </p:nvSpPr>
        <p:spPr>
          <a:xfrm>
            <a:off x="5865850" y="904225"/>
            <a:ext cx="2840100" cy="3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Historical data allows us to uncover optimization shifts as we plan for the upcoming quarter. A few key insights: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Meta Ads Engagement Enhancement: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Focusing on targeting the right audience and delivering visual and memorable ads that appeal to their intent stage.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Expand and Optimize PMax: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Tightening target intent signals and increasing investment will allow us to leverage the high ROAS.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Budget Distribution: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Upcoming budgets will be distributed based on this historical data to maximize bookings and gain the most return as we test and optimize lower-performing channels.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1" name="Google Shape;621;p97"/>
          <p:cNvSpPr txBox="1"/>
          <p:nvPr/>
        </p:nvSpPr>
        <p:spPr>
          <a:xfrm>
            <a:off x="1536988" y="42622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100">
                <a:solidFill>
                  <a:srgbClr val="D41063"/>
                </a:solidFill>
                <a:latin typeface="Montserrat"/>
                <a:ea typeface="Montserrat"/>
                <a:cs typeface="Montserrat"/>
                <a:sym typeface="Montserrat"/>
              </a:rPr>
              <a:t>View Full Analysis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2" name="Google Shape;622;p97"/>
          <p:cNvSpPr/>
          <p:nvPr/>
        </p:nvSpPr>
        <p:spPr>
          <a:xfrm>
            <a:off x="-336750" y="0"/>
            <a:ext cx="2929500" cy="587400"/>
          </a:xfrm>
          <a:prstGeom prst="round2DiagRect">
            <a:avLst>
              <a:gd fmla="val 16667" name="adj1"/>
              <a:gd fmla="val 50000" name="adj2"/>
            </a:avLst>
          </a:prstGeom>
          <a:solidFill>
            <a:srgbClr val="192533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3" name="Google Shape;623;p97"/>
          <p:cNvSpPr txBox="1"/>
          <p:nvPr/>
        </p:nvSpPr>
        <p:spPr>
          <a:xfrm>
            <a:off x="395700" y="136825"/>
            <a:ext cx="4953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364049"/>
              </a:buClr>
              <a:buSzPts val="1900"/>
              <a:buFont typeface="Century Gothic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ROAS Analysis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4263" y="1093325"/>
            <a:ext cx="1948850" cy="31954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629" name="Google Shape;629;p98"/>
          <p:cNvSpPr txBox="1"/>
          <p:nvPr/>
        </p:nvSpPr>
        <p:spPr>
          <a:xfrm>
            <a:off x="997650" y="1258975"/>
            <a:ext cx="4563000" cy="28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Analyzing your search campaign keywords and historical performance, we have identified the following seasonal trends that will be leveraged in our forecasting and seasonal strategies.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E21A6B"/>
                </a:solidFill>
                <a:latin typeface="Montserrat"/>
                <a:ea typeface="Montserrat"/>
                <a:cs typeface="Montserrat"/>
                <a:sym typeface="Montserrat"/>
              </a:rPr>
              <a:t>High Season: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July, August, September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E21A6B"/>
                </a:solidFill>
                <a:latin typeface="Montserrat"/>
                <a:ea typeface="Montserrat"/>
                <a:cs typeface="Montserrat"/>
                <a:sym typeface="Montserrat"/>
              </a:rPr>
              <a:t>Low Season:</a:t>
            </a:r>
            <a:endParaRPr b="1" sz="1100">
              <a:solidFill>
                <a:srgbClr val="E21A6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E21A6B"/>
                </a:solidFill>
                <a:latin typeface="Montserrat"/>
                <a:ea typeface="Montserrat"/>
                <a:cs typeface="Montserrat"/>
                <a:sym typeface="Montserrat"/>
              </a:rPr>
              <a:t>Shoulder Season:</a:t>
            </a:r>
            <a:endParaRPr b="1" sz="1100">
              <a:solidFill>
                <a:srgbClr val="E21A6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 have identified an </a:t>
            </a:r>
            <a:r>
              <a:rPr b="1"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additional boost in January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which confirms your data that this month is used for booking and planning summer travel, which will be consistent with our intent strategy planning.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30" name="Google Shape;630;p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89625" y="193725"/>
            <a:ext cx="465000" cy="393814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98"/>
          <p:cNvSpPr/>
          <p:nvPr/>
        </p:nvSpPr>
        <p:spPr>
          <a:xfrm>
            <a:off x="-336750" y="0"/>
            <a:ext cx="2929500" cy="587400"/>
          </a:xfrm>
          <a:prstGeom prst="round2DiagRect">
            <a:avLst>
              <a:gd fmla="val 16667" name="adj1"/>
              <a:gd fmla="val 50000" name="adj2"/>
            </a:avLst>
          </a:prstGeom>
          <a:solidFill>
            <a:srgbClr val="192533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2" name="Google Shape;632;p98"/>
          <p:cNvSpPr txBox="1"/>
          <p:nvPr/>
        </p:nvSpPr>
        <p:spPr>
          <a:xfrm>
            <a:off x="254000" y="145150"/>
            <a:ext cx="4953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364049"/>
              </a:buClr>
              <a:buSzPts val="1900"/>
              <a:buFont typeface="Century Gothic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Seasonality Analysis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2533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99"/>
          <p:cNvSpPr txBox="1"/>
          <p:nvPr/>
        </p:nvSpPr>
        <p:spPr>
          <a:xfrm>
            <a:off x="845400" y="1960725"/>
            <a:ext cx="8520600" cy="7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20">
                <a:solidFill>
                  <a:srgbClr val="E21A6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Travel Intent Strategy</a:t>
            </a:r>
            <a:endParaRPr sz="3320">
              <a:solidFill>
                <a:srgbClr val="E21A6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2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Defining Your Campaign Plan</a:t>
            </a:r>
            <a:endParaRPr sz="172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638" name="Google Shape;638;p99" title="63583ec7c37213a801727969_propellic-logo-white (1) 3 (1).png"/>
          <p:cNvPicPr preferRelativeResize="0"/>
          <p:nvPr/>
        </p:nvPicPr>
        <p:blipFill rotWithShape="1">
          <a:blip r:embed="rId3">
            <a:alphaModFix/>
          </a:blip>
          <a:srcRect b="0" l="0" r="68734" t="26573"/>
          <a:stretch/>
        </p:blipFill>
        <p:spPr>
          <a:xfrm>
            <a:off x="8381413" y="4621738"/>
            <a:ext cx="436774" cy="2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00"/>
          <p:cNvSpPr txBox="1"/>
          <p:nvPr/>
        </p:nvSpPr>
        <p:spPr>
          <a:xfrm>
            <a:off x="1139850" y="825888"/>
            <a:ext cx="68643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We m</a:t>
            </a:r>
            <a:r>
              <a:rPr lang="en" sz="23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ap your marketing campaigns </a:t>
            </a:r>
            <a:endParaRPr sz="23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to specific phases of </a:t>
            </a:r>
            <a:r>
              <a:rPr lang="en" sz="2300">
                <a:solidFill>
                  <a:srgbClr val="F00D6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Traveler Intent</a:t>
            </a:r>
            <a:r>
              <a:rPr lang="en" sz="23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.</a:t>
            </a:r>
            <a:endParaRPr b="1" sz="2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4" name="Google Shape;644;p100"/>
          <p:cNvSpPr/>
          <p:nvPr/>
        </p:nvSpPr>
        <p:spPr>
          <a:xfrm rot="5400000">
            <a:off x="2602254" y="3193898"/>
            <a:ext cx="115500" cy="110100"/>
          </a:xfrm>
          <a:prstGeom prst="triangle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5" name="Google Shape;645;p100"/>
          <p:cNvSpPr/>
          <p:nvPr/>
        </p:nvSpPr>
        <p:spPr>
          <a:xfrm rot="5400000">
            <a:off x="3927591" y="3193898"/>
            <a:ext cx="115500" cy="110100"/>
          </a:xfrm>
          <a:prstGeom prst="triangle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6" name="Google Shape;646;p100"/>
          <p:cNvSpPr/>
          <p:nvPr/>
        </p:nvSpPr>
        <p:spPr>
          <a:xfrm rot="5400000">
            <a:off x="5252928" y="3193898"/>
            <a:ext cx="115500" cy="110100"/>
          </a:xfrm>
          <a:prstGeom prst="triangle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7" name="Google Shape;647;p100"/>
          <p:cNvSpPr/>
          <p:nvPr/>
        </p:nvSpPr>
        <p:spPr>
          <a:xfrm rot="5400000">
            <a:off x="6578264" y="3193898"/>
            <a:ext cx="115500" cy="110100"/>
          </a:xfrm>
          <a:prstGeom prst="triangle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8" name="Google Shape;648;p100"/>
          <p:cNvSpPr txBox="1"/>
          <p:nvPr/>
        </p:nvSpPr>
        <p:spPr>
          <a:xfrm>
            <a:off x="1408802" y="2312498"/>
            <a:ext cx="1177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lang="en" sz="900">
                <a:latin typeface="Montserrat"/>
                <a:ea typeface="Montserrat"/>
                <a:cs typeface="Montserrat"/>
                <a:sym typeface="Montserrat"/>
              </a:rPr>
              <a:t>INSPIRE</a:t>
            </a:r>
            <a:endParaRPr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9" name="Google Shape;649;p100"/>
          <p:cNvSpPr txBox="1"/>
          <p:nvPr/>
        </p:nvSpPr>
        <p:spPr>
          <a:xfrm>
            <a:off x="1408775" y="2619152"/>
            <a:ext cx="1177500" cy="1217400"/>
          </a:xfrm>
          <a:prstGeom prst="rec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71438" rotWithShape="0" algn="bl" dir="2760000" dist="47625">
              <a:srgbClr val="000000">
                <a:alpha val="200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Where should I go?!</a:t>
            </a:r>
            <a:endParaRPr b="1" i="0" sz="9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0" name="Google Shape;650;p100"/>
          <p:cNvSpPr txBox="1"/>
          <p:nvPr/>
        </p:nvSpPr>
        <p:spPr>
          <a:xfrm>
            <a:off x="4059448" y="2312500"/>
            <a:ext cx="1177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lang="en" sz="900">
                <a:latin typeface="Montserrat"/>
                <a:ea typeface="Montserrat"/>
                <a:cs typeface="Montserrat"/>
                <a:sym typeface="Montserrat"/>
              </a:rPr>
              <a:t>BOOK</a:t>
            </a:r>
            <a:endParaRPr b="1"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1" name="Google Shape;651;p100"/>
          <p:cNvSpPr txBox="1"/>
          <p:nvPr/>
        </p:nvSpPr>
        <p:spPr>
          <a:xfrm>
            <a:off x="4059448" y="2619152"/>
            <a:ext cx="1177500" cy="1217400"/>
          </a:xfrm>
          <a:prstGeom prst="rect">
            <a:avLst/>
          </a:prstGeom>
          <a:solidFill>
            <a:srgbClr val="E21A6B"/>
          </a:solidFill>
          <a:ln>
            <a:noFill/>
          </a:ln>
          <a:effectLst>
            <a:outerShdw blurRad="71438" rotWithShape="0" algn="bl" dir="2760000" dist="47625">
              <a:srgbClr val="000000">
                <a:alpha val="200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lang="en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Who am I booking with?</a:t>
            </a:r>
            <a:endParaRPr b="1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2" name="Google Shape;652;p100"/>
          <p:cNvSpPr txBox="1"/>
          <p:nvPr/>
        </p:nvSpPr>
        <p:spPr>
          <a:xfrm>
            <a:off x="5384785" y="2619152"/>
            <a:ext cx="1177500" cy="1217400"/>
          </a:xfrm>
          <a:prstGeom prst="rect">
            <a:avLst/>
          </a:prstGeom>
          <a:solidFill>
            <a:srgbClr val="004EA8"/>
          </a:solidFill>
          <a:ln>
            <a:noFill/>
          </a:ln>
          <a:effectLst>
            <a:outerShdw blurRad="71438" rotWithShape="0" algn="bl" dir="2760000" dist="47625">
              <a:srgbClr val="000000">
                <a:alpha val="200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lang="en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How can I further enrich my experience?</a:t>
            </a:r>
            <a:endParaRPr b="1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3" name="Google Shape;653;p100"/>
          <p:cNvSpPr txBox="1"/>
          <p:nvPr/>
        </p:nvSpPr>
        <p:spPr>
          <a:xfrm>
            <a:off x="6710121" y="2312500"/>
            <a:ext cx="1177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lang="en" sz="900">
                <a:latin typeface="Montserrat"/>
                <a:ea typeface="Montserrat"/>
                <a:cs typeface="Montserrat"/>
                <a:sym typeface="Montserrat"/>
              </a:rPr>
              <a:t>REFLECT</a:t>
            </a:r>
            <a:endParaRPr b="1"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4" name="Google Shape;654;p100"/>
          <p:cNvSpPr txBox="1"/>
          <p:nvPr/>
        </p:nvSpPr>
        <p:spPr>
          <a:xfrm>
            <a:off x="6710121" y="2619152"/>
            <a:ext cx="1177500" cy="1217400"/>
          </a:xfrm>
          <a:prstGeom prst="rect">
            <a:avLst/>
          </a:prstGeom>
          <a:solidFill>
            <a:srgbClr val="351C75"/>
          </a:solidFill>
          <a:ln>
            <a:noFill/>
          </a:ln>
          <a:effectLst>
            <a:outerShdw blurRad="71438" rotWithShape="0" algn="bl" dir="2760000" dist="47625">
              <a:srgbClr val="000000">
                <a:alpha val="200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How was the trip… and what’s next!?</a:t>
            </a:r>
            <a:endParaRPr b="1" i="0" sz="9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5" name="Google Shape;655;p100"/>
          <p:cNvSpPr txBox="1"/>
          <p:nvPr/>
        </p:nvSpPr>
        <p:spPr>
          <a:xfrm>
            <a:off x="2734112" y="2312500"/>
            <a:ext cx="1177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lang="en" sz="900">
                <a:latin typeface="Montserrat"/>
                <a:ea typeface="Montserrat"/>
                <a:cs typeface="Montserrat"/>
                <a:sym typeface="Montserrat"/>
              </a:rPr>
              <a:t>ENGAGE</a:t>
            </a:r>
            <a:endParaRPr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6" name="Google Shape;656;p100"/>
          <p:cNvSpPr txBox="1"/>
          <p:nvPr/>
        </p:nvSpPr>
        <p:spPr>
          <a:xfrm>
            <a:off x="2734111" y="2619152"/>
            <a:ext cx="1177500" cy="1217400"/>
          </a:xfrm>
          <a:prstGeom prst="rect">
            <a:avLst/>
          </a:prstGeom>
          <a:gradFill>
            <a:gsLst>
              <a:gs pos="0">
                <a:srgbClr val="7A7A7A"/>
              </a:gs>
              <a:gs pos="100000">
                <a:srgbClr val="393939"/>
              </a:gs>
            </a:gsLst>
            <a:lin ang="5400012" scaled="0"/>
          </a:gradFill>
          <a:ln>
            <a:noFill/>
          </a:ln>
          <a:effectLst>
            <a:outerShdw blurRad="71438" rotWithShape="0" algn="bl" dir="2760000" dist="47625">
              <a:srgbClr val="000000">
                <a:alpha val="200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lang="en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are my options there?</a:t>
            </a:r>
            <a:endParaRPr b="1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657" name="Google Shape;657;p100"/>
          <p:cNvGrpSpPr/>
          <p:nvPr/>
        </p:nvGrpSpPr>
        <p:grpSpPr>
          <a:xfrm>
            <a:off x="5384906" y="2312414"/>
            <a:ext cx="1177338" cy="230927"/>
            <a:chOff x="5376783" y="2125705"/>
            <a:chExt cx="1074900" cy="195900"/>
          </a:xfrm>
        </p:grpSpPr>
        <p:sp>
          <p:nvSpPr>
            <p:cNvPr id="658" name="Google Shape;658;p100"/>
            <p:cNvSpPr txBox="1"/>
            <p:nvPr/>
          </p:nvSpPr>
          <p:spPr>
            <a:xfrm>
              <a:off x="5376783" y="2125705"/>
              <a:ext cx="1074900" cy="1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n" sz="900">
                  <a:latin typeface="Montserrat"/>
                  <a:ea typeface="Montserrat"/>
                  <a:cs typeface="Montserrat"/>
                  <a:sym typeface="Montserrat"/>
                </a:rPr>
                <a:t>CAPTIVATE</a:t>
              </a:r>
              <a:endParaRPr b="1" i="0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59" name="Google Shape;659;p100"/>
            <p:cNvSpPr/>
            <p:nvPr/>
          </p:nvSpPr>
          <p:spPr>
            <a:xfrm>
              <a:off x="5961425" y="2125705"/>
              <a:ext cx="73200" cy="7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cxnSp>
        <p:nvCxnSpPr>
          <p:cNvPr id="660" name="Google Shape;660;p100"/>
          <p:cNvCxnSpPr>
            <a:stCxn id="661" idx="1"/>
          </p:cNvCxnSpPr>
          <p:nvPr/>
        </p:nvCxnSpPr>
        <p:spPr>
          <a:xfrm rot="10800000">
            <a:off x="1802248" y="3860079"/>
            <a:ext cx="263400" cy="373500"/>
          </a:xfrm>
          <a:prstGeom prst="bentConnector2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med" w="med" type="triangle"/>
          </a:ln>
        </p:spPr>
      </p:cxnSp>
      <p:cxnSp>
        <p:nvCxnSpPr>
          <p:cNvPr id="662" name="Google Shape;662;p100"/>
          <p:cNvCxnSpPr>
            <a:stCxn id="661" idx="3"/>
          </p:cNvCxnSpPr>
          <p:nvPr/>
        </p:nvCxnSpPr>
        <p:spPr>
          <a:xfrm flipH="1" rot="10800000">
            <a:off x="2689948" y="3866379"/>
            <a:ext cx="214800" cy="367200"/>
          </a:xfrm>
          <a:prstGeom prst="bentConnector2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med" w="med" type="triangle"/>
          </a:ln>
        </p:spPr>
      </p:cxnSp>
      <p:sp>
        <p:nvSpPr>
          <p:cNvPr id="661" name="Google Shape;661;p100"/>
          <p:cNvSpPr txBox="1"/>
          <p:nvPr/>
        </p:nvSpPr>
        <p:spPr>
          <a:xfrm>
            <a:off x="2065648" y="4141179"/>
            <a:ext cx="624300" cy="1848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lang="en" sz="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38 Days</a:t>
            </a:r>
            <a:endParaRPr b="1" i="0" sz="600" u="none" cap="none" strike="noStrike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63" name="Google Shape;663;p100"/>
          <p:cNvCxnSpPr>
            <a:stCxn id="664" idx="1"/>
          </p:cNvCxnSpPr>
          <p:nvPr/>
        </p:nvCxnSpPr>
        <p:spPr>
          <a:xfrm rot="10800000">
            <a:off x="3314248" y="3825279"/>
            <a:ext cx="350400" cy="408300"/>
          </a:xfrm>
          <a:prstGeom prst="bentConnector2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med" w="med" type="triangle"/>
          </a:ln>
        </p:spPr>
      </p:cxnSp>
      <p:cxnSp>
        <p:nvCxnSpPr>
          <p:cNvPr id="665" name="Google Shape;665;p100"/>
          <p:cNvCxnSpPr>
            <a:stCxn id="664" idx="3"/>
          </p:cNvCxnSpPr>
          <p:nvPr/>
        </p:nvCxnSpPr>
        <p:spPr>
          <a:xfrm flipH="1" rot="10800000">
            <a:off x="4288948" y="3818679"/>
            <a:ext cx="313200" cy="414900"/>
          </a:xfrm>
          <a:prstGeom prst="bentConnector2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med" w="med" type="triangle"/>
          </a:ln>
        </p:spPr>
      </p:cxnSp>
      <p:sp>
        <p:nvSpPr>
          <p:cNvPr id="664" name="Google Shape;664;p100"/>
          <p:cNvSpPr txBox="1"/>
          <p:nvPr/>
        </p:nvSpPr>
        <p:spPr>
          <a:xfrm>
            <a:off x="3664648" y="4141179"/>
            <a:ext cx="624300" cy="1848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lang="en" sz="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33 Days</a:t>
            </a:r>
            <a:endParaRPr b="1" i="0" sz="600" u="none" cap="none" strike="noStrike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66" name="Google Shape;666;p100"/>
          <p:cNvCxnSpPr>
            <a:stCxn id="667" idx="1"/>
          </p:cNvCxnSpPr>
          <p:nvPr/>
        </p:nvCxnSpPr>
        <p:spPr>
          <a:xfrm rot="10800000">
            <a:off x="4838248" y="3825279"/>
            <a:ext cx="350400" cy="408300"/>
          </a:xfrm>
          <a:prstGeom prst="bentConnector2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med" w="med" type="triangle"/>
          </a:ln>
        </p:spPr>
      </p:cxnSp>
      <p:cxnSp>
        <p:nvCxnSpPr>
          <p:cNvPr id="668" name="Google Shape;668;p100"/>
          <p:cNvCxnSpPr/>
          <p:nvPr/>
        </p:nvCxnSpPr>
        <p:spPr>
          <a:xfrm rot="-5400000">
            <a:off x="5763448" y="3917229"/>
            <a:ext cx="449700" cy="350700"/>
          </a:xfrm>
          <a:prstGeom prst="bentConnector3">
            <a:avLst>
              <a:gd fmla="val 23061" name="adj1"/>
            </a:avLst>
          </a:pr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med" w="med" type="triangle"/>
          </a:ln>
        </p:spPr>
      </p:cxnSp>
      <p:sp>
        <p:nvSpPr>
          <p:cNvPr id="667" name="Google Shape;667;p100"/>
          <p:cNvSpPr txBox="1"/>
          <p:nvPr/>
        </p:nvSpPr>
        <p:spPr>
          <a:xfrm>
            <a:off x="5188648" y="4141179"/>
            <a:ext cx="624300" cy="1848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lang="en" sz="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73 Days</a:t>
            </a:r>
            <a:endParaRPr b="1" i="0" sz="600" u="none" cap="none" strike="noStrike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9" name="Google Shape;669;p100"/>
          <p:cNvSpPr txBox="1"/>
          <p:nvPr/>
        </p:nvSpPr>
        <p:spPr>
          <a:xfrm>
            <a:off x="1645475" y="2036125"/>
            <a:ext cx="704100" cy="1848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lang="en" sz="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Informational</a:t>
            </a:r>
            <a:endParaRPr b="1" i="0" sz="600" u="none" cap="none" strike="noStrike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0" name="Google Shape;670;p100"/>
          <p:cNvSpPr txBox="1"/>
          <p:nvPr/>
        </p:nvSpPr>
        <p:spPr>
          <a:xfrm>
            <a:off x="2970800" y="2052050"/>
            <a:ext cx="704100" cy="1848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lang="en" sz="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Commercial</a:t>
            </a:r>
            <a:endParaRPr b="1" i="0" sz="600" u="none" cap="none" strike="noStrike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1" name="Google Shape;671;p100"/>
          <p:cNvSpPr txBox="1"/>
          <p:nvPr/>
        </p:nvSpPr>
        <p:spPr>
          <a:xfrm>
            <a:off x="4288950" y="2052050"/>
            <a:ext cx="704100" cy="1848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lang="en" sz="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Transactional</a:t>
            </a:r>
            <a:endParaRPr b="1" i="0" sz="600" u="none" cap="none" strike="noStrike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2" name="Google Shape;672;p100"/>
          <p:cNvSpPr txBox="1"/>
          <p:nvPr/>
        </p:nvSpPr>
        <p:spPr>
          <a:xfrm>
            <a:off x="5607100" y="2051725"/>
            <a:ext cx="704100" cy="1848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lang="en" sz="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All Intent</a:t>
            </a:r>
            <a:endParaRPr b="1" i="0" sz="600" u="none" cap="none" strike="noStrike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3" name="Google Shape;673;p100"/>
          <p:cNvSpPr txBox="1"/>
          <p:nvPr/>
        </p:nvSpPr>
        <p:spPr>
          <a:xfrm>
            <a:off x="6925250" y="2052050"/>
            <a:ext cx="704100" cy="1848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lang="en" sz="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Advocate</a:t>
            </a:r>
            <a:endParaRPr b="1" i="0" sz="600" u="none" cap="none" strike="noStrike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74" name="Google Shape;674;p100"/>
          <p:cNvCxnSpPr>
            <a:endCxn id="654" idx="2"/>
          </p:cNvCxnSpPr>
          <p:nvPr/>
        </p:nvCxnSpPr>
        <p:spPr>
          <a:xfrm flipH="1" rot="10800000">
            <a:off x="1517271" y="3836552"/>
            <a:ext cx="5781600" cy="820500"/>
          </a:xfrm>
          <a:prstGeom prst="bentConnector2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med" w="med" type="none"/>
          </a:ln>
        </p:spPr>
      </p:cxnSp>
      <p:cxnSp>
        <p:nvCxnSpPr>
          <p:cNvPr id="675" name="Google Shape;675;p100"/>
          <p:cNvCxnSpPr/>
          <p:nvPr/>
        </p:nvCxnSpPr>
        <p:spPr>
          <a:xfrm rot="-5400000">
            <a:off x="1113050" y="4237050"/>
            <a:ext cx="8088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med" w="med" type="triangle"/>
          </a:ln>
        </p:spPr>
      </p:cxnSp>
      <p:sp>
        <p:nvSpPr>
          <p:cNvPr id="676" name="Google Shape;676;p100"/>
          <p:cNvSpPr/>
          <p:nvPr/>
        </p:nvSpPr>
        <p:spPr>
          <a:xfrm>
            <a:off x="-336750" y="0"/>
            <a:ext cx="3454500" cy="587400"/>
          </a:xfrm>
          <a:prstGeom prst="round2DiagRect">
            <a:avLst>
              <a:gd fmla="val 16667" name="adj1"/>
              <a:gd fmla="val 50000" name="adj2"/>
            </a:avLst>
          </a:prstGeom>
          <a:solidFill>
            <a:srgbClr val="192533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7" name="Google Shape;677;p100"/>
          <p:cNvSpPr txBox="1"/>
          <p:nvPr/>
        </p:nvSpPr>
        <p:spPr>
          <a:xfrm>
            <a:off x="254000" y="145150"/>
            <a:ext cx="4953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364049"/>
              </a:buClr>
              <a:buSzPts val="1900"/>
              <a:buFont typeface="Century Gothic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Traveler Intent Drives Strategy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78" name="Google Shape;678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9625" y="193725"/>
            <a:ext cx="465000" cy="3938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101"/>
          <p:cNvSpPr txBox="1"/>
          <p:nvPr/>
        </p:nvSpPr>
        <p:spPr>
          <a:xfrm>
            <a:off x="838200" y="885675"/>
            <a:ext cx="7315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>
                <a:latin typeface="Montserrat ExtraBold"/>
                <a:ea typeface="Montserrat ExtraBold"/>
                <a:cs typeface="Montserrat ExtraBold"/>
                <a:sym typeface="Montserrat ExtraBold"/>
              </a:rPr>
              <a:t>Our Strategy Aligns</a:t>
            </a:r>
            <a:r>
              <a:rPr lang="en" sz="200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en" sz="2000">
                <a:solidFill>
                  <a:srgbClr val="E21A6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Traveler Intent </a:t>
            </a:r>
            <a:r>
              <a:rPr lang="en" sz="2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With Messaging That Highlights Your </a:t>
            </a:r>
            <a:r>
              <a:rPr lang="en" sz="2000">
                <a:solidFill>
                  <a:srgbClr val="E21A6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Value Proposition</a:t>
            </a:r>
            <a:endParaRPr b="1" sz="2000">
              <a:solidFill>
                <a:srgbClr val="E21A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4" name="Google Shape;684;p101"/>
          <p:cNvSpPr/>
          <p:nvPr/>
        </p:nvSpPr>
        <p:spPr>
          <a:xfrm>
            <a:off x="438150" y="2114550"/>
            <a:ext cx="8115300" cy="2128500"/>
          </a:xfrm>
          <a:prstGeom prst="roundRect">
            <a:avLst>
              <a:gd fmla="val 16667" name="adj"/>
            </a:avLst>
          </a:prstGeom>
          <a:solidFill>
            <a:srgbClr val="19253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Hollywood Tours provides </a:t>
            </a:r>
            <a:r>
              <a:rPr lang="en" sz="21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unforgettable hikes</a:t>
            </a: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with </a:t>
            </a:r>
            <a:r>
              <a:rPr lang="en" sz="21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picture-perfect views</a:t>
            </a: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" sz="21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insider access</a:t>
            </a: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, and </a:t>
            </a:r>
            <a:r>
              <a:rPr lang="en" sz="21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engaging guides</a:t>
            </a: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, creating the ideal adventure for solo travelers, couples, and groups.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5" name="Google Shape;685;p101"/>
          <p:cNvSpPr/>
          <p:nvPr/>
        </p:nvSpPr>
        <p:spPr>
          <a:xfrm>
            <a:off x="-336750" y="0"/>
            <a:ext cx="3096000" cy="587400"/>
          </a:xfrm>
          <a:prstGeom prst="round2DiagRect">
            <a:avLst>
              <a:gd fmla="val 16667" name="adj1"/>
              <a:gd fmla="val 50000" name="adj2"/>
            </a:avLst>
          </a:prstGeom>
          <a:solidFill>
            <a:srgbClr val="192533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6" name="Google Shape;686;p101"/>
          <p:cNvSpPr txBox="1"/>
          <p:nvPr/>
        </p:nvSpPr>
        <p:spPr>
          <a:xfrm>
            <a:off x="254000" y="145150"/>
            <a:ext cx="4953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364049"/>
              </a:buClr>
              <a:buSzPts val="1900"/>
              <a:buFont typeface="Century Gothic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Campaign Strategy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87" name="Google Shape;687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9625" y="193725"/>
            <a:ext cx="465000" cy="3938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102"/>
          <p:cNvSpPr txBox="1"/>
          <p:nvPr/>
        </p:nvSpPr>
        <p:spPr>
          <a:xfrm>
            <a:off x="356775" y="2153113"/>
            <a:ext cx="2289900" cy="183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Our initial media plan builds off of what you have to a more diversified mix, designed to model an intent flow strategy over time.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media plan will allow us to scale intent and channel opportunities to align with seasonal demands.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3" name="Google Shape;693;p102"/>
          <p:cNvSpPr txBox="1"/>
          <p:nvPr/>
        </p:nvSpPr>
        <p:spPr>
          <a:xfrm>
            <a:off x="356772" y="1235188"/>
            <a:ext cx="2505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00D68"/>
                </a:solidFill>
                <a:latin typeface="Montserrat"/>
                <a:ea typeface="Montserrat"/>
                <a:cs typeface="Montserrat"/>
                <a:sym typeface="Montserrat"/>
              </a:rPr>
              <a:t>Travel Intent</a:t>
            </a:r>
            <a:r>
              <a:rPr b="1" lang="en"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Media Mix</a:t>
            </a:r>
            <a:endParaRPr b="1"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4" name="Google Shape;694;p102"/>
          <p:cNvSpPr txBox="1"/>
          <p:nvPr/>
        </p:nvSpPr>
        <p:spPr>
          <a:xfrm>
            <a:off x="4633775" y="4412275"/>
            <a:ext cx="2225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E21A6B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Review Detailed Media Plan</a:t>
            </a:r>
            <a:endParaRPr sz="1000">
              <a:solidFill>
                <a:srgbClr val="E21A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95" name="Google Shape;695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7548" y="920752"/>
            <a:ext cx="5703174" cy="226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696" name="Google Shape;696;p1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86375" y="2173301"/>
            <a:ext cx="5920522" cy="21373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697" name="Google Shape;697;p102"/>
          <p:cNvSpPr/>
          <p:nvPr/>
        </p:nvSpPr>
        <p:spPr>
          <a:xfrm>
            <a:off x="-336750" y="0"/>
            <a:ext cx="3096000" cy="587400"/>
          </a:xfrm>
          <a:prstGeom prst="round2DiagRect">
            <a:avLst>
              <a:gd fmla="val 16667" name="adj1"/>
              <a:gd fmla="val 50000" name="adj2"/>
            </a:avLst>
          </a:prstGeom>
          <a:solidFill>
            <a:srgbClr val="192533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8" name="Google Shape;698;p102"/>
          <p:cNvSpPr txBox="1"/>
          <p:nvPr/>
        </p:nvSpPr>
        <p:spPr>
          <a:xfrm>
            <a:off x="254000" y="145150"/>
            <a:ext cx="4953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364049"/>
              </a:buClr>
              <a:buSzPts val="1900"/>
              <a:buFont typeface="Century Gothic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Diversified Media Plan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99" name="Google Shape;699;p10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89625" y="193725"/>
            <a:ext cx="465000" cy="3938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4" name="Google Shape;704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9625" y="193725"/>
            <a:ext cx="465000" cy="393814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103"/>
          <p:cNvSpPr/>
          <p:nvPr/>
        </p:nvSpPr>
        <p:spPr>
          <a:xfrm>
            <a:off x="-336750" y="0"/>
            <a:ext cx="3096000" cy="587400"/>
          </a:xfrm>
          <a:prstGeom prst="round2DiagRect">
            <a:avLst>
              <a:gd fmla="val 16667" name="adj1"/>
              <a:gd fmla="val 50000" name="adj2"/>
            </a:avLst>
          </a:prstGeom>
          <a:solidFill>
            <a:srgbClr val="192533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6" name="Google Shape;706;p103"/>
          <p:cNvSpPr txBox="1"/>
          <p:nvPr/>
        </p:nvSpPr>
        <p:spPr>
          <a:xfrm>
            <a:off x="254000" y="145150"/>
            <a:ext cx="4953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364049"/>
              </a:buClr>
              <a:buSzPts val="1900"/>
              <a:buFont typeface="Century Gothic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Campaigns that Inspire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1" name="Google Shape;711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9625" y="193725"/>
            <a:ext cx="465000" cy="393814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104"/>
          <p:cNvSpPr/>
          <p:nvPr/>
        </p:nvSpPr>
        <p:spPr>
          <a:xfrm>
            <a:off x="-336750" y="0"/>
            <a:ext cx="3096000" cy="587400"/>
          </a:xfrm>
          <a:prstGeom prst="round2DiagRect">
            <a:avLst>
              <a:gd fmla="val 16667" name="adj1"/>
              <a:gd fmla="val 50000" name="adj2"/>
            </a:avLst>
          </a:prstGeom>
          <a:solidFill>
            <a:srgbClr val="192533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3" name="Google Shape;713;p104"/>
          <p:cNvSpPr txBox="1"/>
          <p:nvPr/>
        </p:nvSpPr>
        <p:spPr>
          <a:xfrm>
            <a:off x="254000" y="145150"/>
            <a:ext cx="4953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364049"/>
              </a:buClr>
              <a:buSzPts val="1900"/>
              <a:buFont typeface="Century Gothic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Campaigns that Engage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9625" y="193725"/>
            <a:ext cx="465000" cy="393814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105"/>
          <p:cNvSpPr/>
          <p:nvPr/>
        </p:nvSpPr>
        <p:spPr>
          <a:xfrm>
            <a:off x="-336750" y="0"/>
            <a:ext cx="3529500" cy="587400"/>
          </a:xfrm>
          <a:prstGeom prst="round2DiagRect">
            <a:avLst>
              <a:gd fmla="val 16667" name="adj1"/>
              <a:gd fmla="val 50000" name="adj2"/>
            </a:avLst>
          </a:prstGeom>
          <a:solidFill>
            <a:srgbClr val="192533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0" name="Google Shape;720;p105"/>
          <p:cNvSpPr txBox="1"/>
          <p:nvPr/>
        </p:nvSpPr>
        <p:spPr>
          <a:xfrm>
            <a:off x="254000" y="145150"/>
            <a:ext cx="4953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364049"/>
              </a:buClr>
              <a:buSzPts val="1900"/>
              <a:buFont typeface="Century Gothic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Campaigns that Drive Bookings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9625" y="193725"/>
            <a:ext cx="465000" cy="393814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106"/>
          <p:cNvSpPr/>
          <p:nvPr/>
        </p:nvSpPr>
        <p:spPr>
          <a:xfrm>
            <a:off x="-336750" y="0"/>
            <a:ext cx="3096000" cy="587400"/>
          </a:xfrm>
          <a:prstGeom prst="round2DiagRect">
            <a:avLst>
              <a:gd fmla="val 16667" name="adj1"/>
              <a:gd fmla="val 50000" name="adj2"/>
            </a:avLst>
          </a:prstGeom>
          <a:solidFill>
            <a:srgbClr val="192533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7" name="Google Shape;727;p106"/>
          <p:cNvSpPr txBox="1"/>
          <p:nvPr/>
        </p:nvSpPr>
        <p:spPr>
          <a:xfrm>
            <a:off x="254000" y="145150"/>
            <a:ext cx="4953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364049"/>
              </a:buClr>
              <a:buSzPts val="1900"/>
              <a:buFont typeface="Century Gothic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Campaigns that Captivate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2" name="Google Shape;732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9625" y="193725"/>
            <a:ext cx="465000" cy="393814"/>
          </a:xfrm>
          <a:prstGeom prst="rect">
            <a:avLst/>
          </a:prstGeom>
          <a:noFill/>
          <a:ln>
            <a:noFill/>
          </a:ln>
        </p:spPr>
      </p:pic>
      <p:sp>
        <p:nvSpPr>
          <p:cNvPr id="733" name="Google Shape;733;p107"/>
          <p:cNvSpPr/>
          <p:nvPr/>
        </p:nvSpPr>
        <p:spPr>
          <a:xfrm>
            <a:off x="-336750" y="0"/>
            <a:ext cx="3096000" cy="587400"/>
          </a:xfrm>
          <a:prstGeom prst="round2DiagRect">
            <a:avLst>
              <a:gd fmla="val 16667" name="adj1"/>
              <a:gd fmla="val 50000" name="adj2"/>
            </a:avLst>
          </a:prstGeom>
          <a:solidFill>
            <a:srgbClr val="192533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4" name="Google Shape;734;p107"/>
          <p:cNvSpPr txBox="1"/>
          <p:nvPr/>
        </p:nvSpPr>
        <p:spPr>
          <a:xfrm>
            <a:off x="254000" y="145150"/>
            <a:ext cx="4953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364049"/>
              </a:buClr>
              <a:buSzPts val="1900"/>
              <a:buFont typeface="Century Gothic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Campaigns for Reflection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108" title="Group 16.png"/>
          <p:cNvPicPr preferRelativeResize="0"/>
          <p:nvPr/>
        </p:nvPicPr>
        <p:blipFill rotWithShape="1">
          <a:blip r:embed="rId3">
            <a:alphaModFix amt="40000"/>
          </a:blip>
          <a:srcRect b="6243" l="0" r="47440" t="5821"/>
          <a:stretch/>
        </p:blipFill>
        <p:spPr>
          <a:xfrm>
            <a:off x="5507934" y="0"/>
            <a:ext cx="371682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0" name="Google Shape;740;p1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1100" y="1071051"/>
            <a:ext cx="5087701" cy="33486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741" name="Google Shape;741;p108"/>
          <p:cNvSpPr txBox="1"/>
          <p:nvPr/>
        </p:nvSpPr>
        <p:spPr>
          <a:xfrm>
            <a:off x="529700" y="1463050"/>
            <a:ext cx="3125400" cy="17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With a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$90000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budget allocated to media spend, we have leveraged our financial model to develop a channel media mix and seasonal distribution to maximize return.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 expect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the upcoming quarter will achieve or exceed a north star goal of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2" name="Google Shape;742;p108"/>
          <p:cNvSpPr txBox="1"/>
          <p:nvPr/>
        </p:nvSpPr>
        <p:spPr>
          <a:xfrm>
            <a:off x="529701" y="3431375"/>
            <a:ext cx="1824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00D68"/>
                </a:solidFill>
                <a:latin typeface="Montserrat"/>
                <a:ea typeface="Montserrat"/>
                <a:cs typeface="Montserrat"/>
                <a:sym typeface="Montserrat"/>
              </a:rPr>
              <a:t>22 </a:t>
            </a:r>
            <a:r>
              <a:rPr b="1" lang="en"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Bookings</a:t>
            </a:r>
            <a:r>
              <a:rPr b="1" lang="en"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3" name="Google Shape;743;p108"/>
          <p:cNvSpPr txBox="1"/>
          <p:nvPr/>
        </p:nvSpPr>
        <p:spPr>
          <a:xfrm>
            <a:off x="5112100" y="4485425"/>
            <a:ext cx="2225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E21A6B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Review Detaile</a:t>
            </a:r>
            <a:r>
              <a:rPr b="1" lang="en" sz="900">
                <a:solidFill>
                  <a:srgbClr val="E21A6B"/>
                </a:solidFill>
                <a:latin typeface="Montserrat"/>
                <a:ea typeface="Montserrat"/>
                <a:cs typeface="Montserrat"/>
                <a:sym typeface="Montserrat"/>
              </a:rPr>
              <a:t>d Forecast</a:t>
            </a:r>
            <a:endParaRPr b="1" sz="900">
              <a:solidFill>
                <a:srgbClr val="E21A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4" name="Google Shape;744;p108"/>
          <p:cNvSpPr/>
          <p:nvPr/>
        </p:nvSpPr>
        <p:spPr>
          <a:xfrm>
            <a:off x="-336750" y="0"/>
            <a:ext cx="3096000" cy="587400"/>
          </a:xfrm>
          <a:prstGeom prst="round2DiagRect">
            <a:avLst>
              <a:gd fmla="val 16667" name="adj1"/>
              <a:gd fmla="val 50000" name="adj2"/>
            </a:avLst>
          </a:prstGeom>
          <a:solidFill>
            <a:srgbClr val="192533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5" name="Google Shape;745;p108"/>
          <p:cNvSpPr txBox="1"/>
          <p:nvPr/>
        </p:nvSpPr>
        <p:spPr>
          <a:xfrm>
            <a:off x="254000" y="145150"/>
            <a:ext cx="4953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364049"/>
              </a:buClr>
              <a:buSzPts val="1900"/>
              <a:buFont typeface="Century Gothic"/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North Star Goal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46" name="Google Shape;746;p10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89625" y="193725"/>
            <a:ext cx="465000" cy="3938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2533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109"/>
          <p:cNvSpPr txBox="1"/>
          <p:nvPr/>
        </p:nvSpPr>
        <p:spPr>
          <a:xfrm>
            <a:off x="845400" y="1960725"/>
            <a:ext cx="8520600" cy="7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20">
                <a:solidFill>
                  <a:srgbClr val="E21A6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Scale &amp; Growth</a:t>
            </a:r>
            <a:endParaRPr sz="3320">
              <a:solidFill>
                <a:srgbClr val="E21A6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2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Planning for What’s Next</a:t>
            </a:r>
            <a:endParaRPr sz="172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752" name="Google Shape;752;p109" title="63583ec7c37213a801727969_propellic-logo-white (1) 3 (1).png"/>
          <p:cNvPicPr preferRelativeResize="0"/>
          <p:nvPr/>
        </p:nvPicPr>
        <p:blipFill rotWithShape="1">
          <a:blip r:embed="rId3">
            <a:alphaModFix/>
          </a:blip>
          <a:srcRect b="0" l="0" r="68734" t="26573"/>
          <a:stretch/>
        </p:blipFill>
        <p:spPr>
          <a:xfrm>
            <a:off x="8381413" y="4621738"/>
            <a:ext cx="436774" cy="2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110"/>
          <p:cNvSpPr/>
          <p:nvPr/>
        </p:nvSpPr>
        <p:spPr>
          <a:xfrm>
            <a:off x="-336750" y="0"/>
            <a:ext cx="3096000" cy="587400"/>
          </a:xfrm>
          <a:prstGeom prst="round2DiagRect">
            <a:avLst>
              <a:gd fmla="val 16667" name="adj1"/>
              <a:gd fmla="val 50000" name="adj2"/>
            </a:avLst>
          </a:prstGeom>
          <a:solidFill>
            <a:srgbClr val="192533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58" name="Google Shape;758;p110" title="Group 16.png"/>
          <p:cNvPicPr preferRelativeResize="0"/>
          <p:nvPr/>
        </p:nvPicPr>
        <p:blipFill rotWithShape="1">
          <a:blip r:embed="rId3">
            <a:alphaModFix/>
          </a:blip>
          <a:srcRect b="6243" l="0" r="47440" t="5821"/>
          <a:stretch/>
        </p:blipFill>
        <p:spPr>
          <a:xfrm>
            <a:off x="5507934" y="0"/>
            <a:ext cx="371682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9" name="Google Shape;759;p1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89625" y="193725"/>
            <a:ext cx="465000" cy="393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760" name="Google Shape;760;p1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89625" y="193725"/>
            <a:ext cx="465000" cy="393814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110"/>
          <p:cNvSpPr txBox="1"/>
          <p:nvPr/>
        </p:nvSpPr>
        <p:spPr>
          <a:xfrm>
            <a:off x="254000" y="145150"/>
            <a:ext cx="4953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364049"/>
              </a:buClr>
              <a:buSzPts val="1900"/>
              <a:buFont typeface="Century Gothic"/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12-Month Roadmap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762" name="Google Shape;762;p110"/>
          <p:cNvGraphicFramePr/>
          <p:nvPr/>
        </p:nvGraphicFramePr>
        <p:xfrm>
          <a:off x="572729" y="1160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{7EECE78E-799A-40D3-B60A-0B758A2DF8C1}</a:tableStyleId>
              </a:tblPr>
              <a:tblGrid>
                <a:gridCol w="799850"/>
                <a:gridCol w="1799675"/>
                <a:gridCol w="1799675"/>
                <a:gridCol w="1799675"/>
                <a:gridCol w="179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Goal</a:t>
                      </a:r>
                      <a:endParaRPr b="1" sz="7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37150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Q1</a:t>
                      </a:r>
                      <a:endParaRPr sz="900">
                        <a:solidFill>
                          <a:schemeClr val="lt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Restructure</a:t>
                      </a:r>
                      <a:endParaRPr sz="900">
                        <a:solidFill>
                          <a:schemeClr val="lt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Q2</a:t>
                      </a:r>
                      <a:endParaRPr sz="900">
                        <a:solidFill>
                          <a:schemeClr val="lt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Expand</a:t>
                      </a:r>
                      <a:endParaRPr sz="1300">
                        <a:solidFill>
                          <a:schemeClr val="lt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Q3</a:t>
                      </a:r>
                      <a:endParaRPr sz="900">
                        <a:solidFill>
                          <a:schemeClr val="lt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Optimize</a:t>
                      </a:r>
                      <a:endParaRPr sz="1300">
                        <a:solidFill>
                          <a:schemeClr val="lt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Q4</a:t>
                      </a:r>
                      <a:endParaRPr sz="900">
                        <a:solidFill>
                          <a:schemeClr val="lt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Scale</a:t>
                      </a:r>
                      <a:endParaRPr sz="1300">
                        <a:solidFill>
                          <a:schemeClr val="lt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Opportunity</a:t>
                      </a:r>
                      <a:endParaRPr b="1" sz="7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37150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136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Strategy</a:t>
                      </a:r>
                      <a:endParaRPr b="1" sz="7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37150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Planning</a:t>
                      </a:r>
                      <a:endParaRPr b="1" sz="7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37150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1612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7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37150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Q1 Initiatives</a:t>
                      </a:r>
                      <a:endParaRPr sz="900">
                        <a:solidFill>
                          <a:schemeClr val="lt1"/>
                        </a:solidFill>
                        <a:latin typeface="Proxima Nova Semibold"/>
                        <a:ea typeface="Proxima Nova Semibold"/>
                        <a:cs typeface="Proxima Nova Semibold"/>
                        <a:sym typeface="Proxima Nova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410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Q2 Initiatives</a:t>
                      </a:r>
                      <a:endParaRPr sz="9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410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Q3 Initiatives</a:t>
                      </a:r>
                      <a:endParaRPr sz="9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410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Q4 Initiatives</a:t>
                      </a:r>
                      <a:endParaRPr sz="9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4106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7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37150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ROAS-focused campaign adjustments and restructure.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Focus campaign alignment on travel intent stages and prepare campaigns for the high-season</a:t>
                      </a:r>
                      <a:endParaRPr sz="7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Prepare shoulder-season campaign initiatives for longer-term planning.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Create and plan inspiration intent initiatives and creatives, including new channel assessments.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Seasonality</a:t>
                      </a:r>
                      <a:endParaRPr b="1" sz="7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37150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Low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37150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Shoulder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37150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High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37150" marB="91425" marR="91425" marL="91425">
                    <a:solidFill>
                      <a:srgbClr val="00BB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Shoulder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37150" marB="91425" marR="91425" marL="91425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Ongoing</a:t>
                      </a:r>
                      <a:endParaRPr b="1" sz="7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37150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Advertising Optimization, Discoverability, Conversion Management &amp; Reporting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37150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accent2"/>
                    </a:solidFill>
                  </a:tcPr>
                </a:tc>
                <a:tc hMerge="1"/>
                <a:tc hMerge="1"/>
                <a:tc hMerge="1"/>
              </a:tr>
            </a:tbl>
          </a:graphicData>
        </a:graphic>
      </p:graphicFrame>
      <p:sp>
        <p:nvSpPr>
          <p:cNvPr id="763" name="Google Shape;763;p110"/>
          <p:cNvSpPr txBox="1"/>
          <p:nvPr/>
        </p:nvSpPr>
        <p:spPr>
          <a:xfrm>
            <a:off x="2488500" y="2569903"/>
            <a:ext cx="629100" cy="169200"/>
          </a:xfrm>
          <a:prstGeom prst="rect">
            <a:avLst/>
          </a:prstGeom>
          <a:solidFill>
            <a:srgbClr val="F00D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Plan</a:t>
            </a:r>
            <a:endParaRPr b="1"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4" name="Google Shape;764;p110"/>
          <p:cNvSpPr txBox="1"/>
          <p:nvPr/>
        </p:nvSpPr>
        <p:spPr>
          <a:xfrm>
            <a:off x="1406050" y="1729575"/>
            <a:ext cx="1743300" cy="1692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Restructure for Growth</a:t>
            </a:r>
            <a:endParaRPr b="1"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5" name="Google Shape;765;p110"/>
          <p:cNvSpPr txBox="1"/>
          <p:nvPr/>
        </p:nvSpPr>
        <p:spPr>
          <a:xfrm>
            <a:off x="1406050" y="2149750"/>
            <a:ext cx="672600" cy="169200"/>
          </a:xfrm>
          <a:prstGeom prst="rect">
            <a:avLst/>
          </a:prstGeom>
          <a:solidFill>
            <a:srgbClr val="00BB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Goal</a:t>
            </a:r>
            <a:endParaRPr b="1"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6" name="Google Shape;766;p110"/>
          <p:cNvSpPr txBox="1"/>
          <p:nvPr/>
        </p:nvSpPr>
        <p:spPr>
          <a:xfrm>
            <a:off x="6798900" y="1729575"/>
            <a:ext cx="1743300" cy="1692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New Channel Opportunities</a:t>
            </a:r>
            <a:endParaRPr b="1"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7" name="Google Shape;767;p110"/>
          <p:cNvSpPr txBox="1"/>
          <p:nvPr/>
        </p:nvSpPr>
        <p:spPr>
          <a:xfrm>
            <a:off x="3227450" y="2569903"/>
            <a:ext cx="629100" cy="169200"/>
          </a:xfrm>
          <a:prstGeom prst="rect">
            <a:avLst/>
          </a:prstGeom>
          <a:solidFill>
            <a:srgbClr val="3589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QBR</a:t>
            </a:r>
            <a:endParaRPr b="1"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8" name="Google Shape;768;p110"/>
          <p:cNvSpPr txBox="1"/>
          <p:nvPr/>
        </p:nvSpPr>
        <p:spPr>
          <a:xfrm>
            <a:off x="3944813" y="2149750"/>
            <a:ext cx="990900" cy="1692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Intent Alignment</a:t>
            </a:r>
            <a:endParaRPr b="1"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9" name="Google Shape;769;p110"/>
          <p:cNvSpPr txBox="1"/>
          <p:nvPr/>
        </p:nvSpPr>
        <p:spPr>
          <a:xfrm>
            <a:off x="4280775" y="2569916"/>
            <a:ext cx="629100" cy="169200"/>
          </a:xfrm>
          <a:prstGeom prst="rect">
            <a:avLst/>
          </a:prstGeom>
          <a:solidFill>
            <a:srgbClr val="F00D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Plan</a:t>
            </a:r>
            <a:endParaRPr b="1"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0" name="Google Shape;770;p110"/>
          <p:cNvSpPr txBox="1"/>
          <p:nvPr/>
        </p:nvSpPr>
        <p:spPr>
          <a:xfrm>
            <a:off x="5032775" y="2569891"/>
            <a:ext cx="629100" cy="169200"/>
          </a:xfrm>
          <a:prstGeom prst="rect">
            <a:avLst/>
          </a:prstGeom>
          <a:solidFill>
            <a:srgbClr val="3589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QBR</a:t>
            </a:r>
            <a:endParaRPr b="1"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1" name="Google Shape;771;p110"/>
          <p:cNvSpPr txBox="1"/>
          <p:nvPr/>
        </p:nvSpPr>
        <p:spPr>
          <a:xfrm>
            <a:off x="6099200" y="2569916"/>
            <a:ext cx="629100" cy="169200"/>
          </a:xfrm>
          <a:prstGeom prst="rect">
            <a:avLst/>
          </a:prstGeom>
          <a:solidFill>
            <a:srgbClr val="F00D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Plan</a:t>
            </a:r>
            <a:endParaRPr b="1"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2" name="Google Shape;772;p110"/>
          <p:cNvSpPr txBox="1"/>
          <p:nvPr/>
        </p:nvSpPr>
        <p:spPr>
          <a:xfrm>
            <a:off x="6823625" y="2569916"/>
            <a:ext cx="629100" cy="169200"/>
          </a:xfrm>
          <a:prstGeom prst="rect">
            <a:avLst/>
          </a:prstGeom>
          <a:solidFill>
            <a:srgbClr val="3589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QBR</a:t>
            </a:r>
            <a:endParaRPr b="1"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3" name="Google Shape;773;p110"/>
          <p:cNvSpPr txBox="1"/>
          <p:nvPr/>
        </p:nvSpPr>
        <p:spPr>
          <a:xfrm>
            <a:off x="7889425" y="2569891"/>
            <a:ext cx="629100" cy="169200"/>
          </a:xfrm>
          <a:prstGeom prst="rect">
            <a:avLst/>
          </a:prstGeom>
          <a:solidFill>
            <a:srgbClr val="F00D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Plan</a:t>
            </a:r>
            <a:endParaRPr b="1"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4" name="Google Shape;774;p110"/>
          <p:cNvSpPr txBox="1"/>
          <p:nvPr/>
        </p:nvSpPr>
        <p:spPr>
          <a:xfrm>
            <a:off x="3208538" y="2149750"/>
            <a:ext cx="672600" cy="169200"/>
          </a:xfrm>
          <a:prstGeom prst="rect">
            <a:avLst/>
          </a:prstGeom>
          <a:solidFill>
            <a:srgbClr val="00BB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Goal</a:t>
            </a:r>
            <a:endParaRPr b="1"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5" name="Google Shape;775;p110"/>
          <p:cNvSpPr txBox="1"/>
          <p:nvPr/>
        </p:nvSpPr>
        <p:spPr>
          <a:xfrm>
            <a:off x="5011025" y="2149750"/>
            <a:ext cx="672600" cy="169200"/>
          </a:xfrm>
          <a:prstGeom prst="rect">
            <a:avLst/>
          </a:prstGeom>
          <a:solidFill>
            <a:srgbClr val="00BB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Goal</a:t>
            </a:r>
            <a:endParaRPr b="1"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6" name="Google Shape;776;p110"/>
          <p:cNvSpPr txBox="1"/>
          <p:nvPr/>
        </p:nvSpPr>
        <p:spPr>
          <a:xfrm>
            <a:off x="6801875" y="2149738"/>
            <a:ext cx="672600" cy="169200"/>
          </a:xfrm>
          <a:prstGeom prst="rect">
            <a:avLst/>
          </a:prstGeom>
          <a:solidFill>
            <a:srgbClr val="00BB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Goal</a:t>
            </a:r>
            <a:endParaRPr b="1"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7" name="Google Shape;777;p110"/>
          <p:cNvSpPr txBox="1"/>
          <p:nvPr/>
        </p:nvSpPr>
        <p:spPr>
          <a:xfrm>
            <a:off x="5758925" y="2149750"/>
            <a:ext cx="990900" cy="1692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Shoulder Plan</a:t>
            </a:r>
            <a:endParaRPr b="1"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8" name="Google Shape;778;p110"/>
          <p:cNvSpPr txBox="1"/>
          <p:nvPr/>
        </p:nvSpPr>
        <p:spPr>
          <a:xfrm>
            <a:off x="7526525" y="2149738"/>
            <a:ext cx="990900" cy="1692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Inspiration</a:t>
            </a:r>
            <a:endParaRPr b="1"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111"/>
          <p:cNvSpPr txBox="1"/>
          <p:nvPr/>
        </p:nvSpPr>
        <p:spPr>
          <a:xfrm>
            <a:off x="3685925" y="270575"/>
            <a:ext cx="36420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Resources: </a:t>
            </a:r>
            <a:r>
              <a:rPr lang="en" sz="1700">
                <a:solidFill>
                  <a:srgbClr val="F00D6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Strategy-Defining Analyses &amp; Deliverables</a:t>
            </a:r>
            <a:endParaRPr sz="1700">
              <a:solidFill>
                <a:srgbClr val="F00D68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784" name="Google Shape;784;p111"/>
          <p:cNvGrpSpPr/>
          <p:nvPr/>
        </p:nvGrpSpPr>
        <p:grpSpPr>
          <a:xfrm>
            <a:off x="3602550" y="1272775"/>
            <a:ext cx="2166000" cy="824400"/>
            <a:chOff x="3127825" y="1185600"/>
            <a:chExt cx="2166000" cy="824400"/>
          </a:xfrm>
        </p:grpSpPr>
        <p:sp>
          <p:nvSpPr>
            <p:cNvPr id="785" name="Google Shape;785;p111"/>
            <p:cNvSpPr/>
            <p:nvPr/>
          </p:nvSpPr>
          <p:spPr>
            <a:xfrm>
              <a:off x="3127825" y="1185600"/>
              <a:ext cx="21660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786" name="Google Shape;786;p111"/>
            <p:cNvSpPr txBox="1"/>
            <p:nvPr/>
          </p:nvSpPr>
          <p:spPr>
            <a:xfrm>
              <a:off x="3167885" y="1263038"/>
              <a:ext cx="2085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 u="sng">
                  <a:solidFill>
                    <a:srgbClr val="E21A6B"/>
                  </a:solidFill>
                  <a:latin typeface="Montserrat"/>
                  <a:ea typeface="Montserrat"/>
                  <a:cs typeface="Montserrat"/>
                  <a:sym typeface="Montserrat"/>
                  <a:hlinkClick r:id="rId3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Tracking Health Audit</a:t>
              </a:r>
              <a:endParaRPr b="1" sz="900">
                <a:solidFill>
                  <a:srgbClr val="E21A6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87" name="Google Shape;787;p111"/>
            <p:cNvSpPr txBox="1"/>
            <p:nvPr/>
          </p:nvSpPr>
          <p:spPr>
            <a:xfrm>
              <a:off x="3167885" y="1517520"/>
              <a:ext cx="20859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Initial audit of conversion tracking and attribution.</a:t>
              </a:r>
              <a:endParaRPr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788" name="Google Shape;788;p111"/>
          <p:cNvGrpSpPr/>
          <p:nvPr/>
        </p:nvGrpSpPr>
        <p:grpSpPr>
          <a:xfrm>
            <a:off x="5913500" y="2182738"/>
            <a:ext cx="2166000" cy="824400"/>
            <a:chOff x="3127825" y="1185600"/>
            <a:chExt cx="2166000" cy="824400"/>
          </a:xfrm>
        </p:grpSpPr>
        <p:sp>
          <p:nvSpPr>
            <p:cNvPr id="789" name="Google Shape;789;p111"/>
            <p:cNvSpPr/>
            <p:nvPr/>
          </p:nvSpPr>
          <p:spPr>
            <a:xfrm>
              <a:off x="3127825" y="1185600"/>
              <a:ext cx="21660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790" name="Google Shape;790;p111"/>
            <p:cNvSpPr txBox="1"/>
            <p:nvPr/>
          </p:nvSpPr>
          <p:spPr>
            <a:xfrm>
              <a:off x="3167885" y="1263038"/>
              <a:ext cx="2085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 u="sng">
                  <a:solidFill>
                    <a:srgbClr val="E21A6B"/>
                  </a:solidFill>
                  <a:latin typeface="Montserrat"/>
                  <a:ea typeface="Montserrat"/>
                  <a:cs typeface="Montserrat"/>
                  <a:sym typeface="Montserrat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Campaign Media Plan</a:t>
              </a:r>
              <a:endParaRPr b="1" sz="900">
                <a:solidFill>
                  <a:srgbClr val="E21A6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91" name="Google Shape;791;p111"/>
            <p:cNvSpPr txBox="1"/>
            <p:nvPr/>
          </p:nvSpPr>
          <p:spPr>
            <a:xfrm>
              <a:off x="3167885" y="1517520"/>
              <a:ext cx="20859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Ongoing campaign tracker and strategy scorecard.</a:t>
              </a:r>
              <a:endParaRPr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792" name="Google Shape;792;p111"/>
          <p:cNvGrpSpPr/>
          <p:nvPr/>
        </p:nvGrpSpPr>
        <p:grpSpPr>
          <a:xfrm>
            <a:off x="3602550" y="3083213"/>
            <a:ext cx="2166000" cy="824400"/>
            <a:chOff x="3127825" y="1185600"/>
            <a:chExt cx="2166000" cy="824400"/>
          </a:xfrm>
        </p:grpSpPr>
        <p:sp>
          <p:nvSpPr>
            <p:cNvPr id="793" name="Google Shape;793;p111"/>
            <p:cNvSpPr/>
            <p:nvPr/>
          </p:nvSpPr>
          <p:spPr>
            <a:xfrm>
              <a:off x="3127825" y="1185600"/>
              <a:ext cx="21660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794" name="Google Shape;794;p111"/>
            <p:cNvSpPr txBox="1"/>
            <p:nvPr/>
          </p:nvSpPr>
          <p:spPr>
            <a:xfrm>
              <a:off x="3167885" y="1263038"/>
              <a:ext cx="2085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 u="sng">
                  <a:solidFill>
                    <a:srgbClr val="E21A6B"/>
                  </a:solidFill>
                  <a:latin typeface="Montserrat"/>
                  <a:ea typeface="Montserrat"/>
                  <a:cs typeface="Montserrat"/>
                  <a:sym typeface="Montserrat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Competitive Analysis</a:t>
              </a:r>
              <a:endParaRPr b="1" sz="900">
                <a:solidFill>
                  <a:srgbClr val="E21A6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95" name="Google Shape;795;p111"/>
            <p:cNvSpPr txBox="1"/>
            <p:nvPr/>
          </p:nvSpPr>
          <p:spPr>
            <a:xfrm>
              <a:off x="3167885" y="1517520"/>
              <a:ext cx="20859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 overview comparison of your brand and top 3 competitors.</a:t>
              </a:r>
              <a:endParaRPr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796" name="Google Shape;796;p111"/>
          <p:cNvGrpSpPr/>
          <p:nvPr/>
        </p:nvGrpSpPr>
        <p:grpSpPr>
          <a:xfrm>
            <a:off x="5913500" y="1272775"/>
            <a:ext cx="2168250" cy="824400"/>
            <a:chOff x="3127825" y="1185600"/>
            <a:chExt cx="2168250" cy="824400"/>
          </a:xfrm>
        </p:grpSpPr>
        <p:sp>
          <p:nvSpPr>
            <p:cNvPr id="797" name="Google Shape;797;p111"/>
            <p:cNvSpPr/>
            <p:nvPr/>
          </p:nvSpPr>
          <p:spPr>
            <a:xfrm>
              <a:off x="3127825" y="1185600"/>
              <a:ext cx="21660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798" name="Google Shape;798;p111"/>
            <p:cNvSpPr txBox="1"/>
            <p:nvPr/>
          </p:nvSpPr>
          <p:spPr>
            <a:xfrm>
              <a:off x="3167885" y="1263038"/>
              <a:ext cx="2085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 u="sng">
                  <a:solidFill>
                    <a:srgbClr val="E21A6B"/>
                  </a:solidFill>
                  <a:latin typeface="Montserrat"/>
                  <a:ea typeface="Montserrat"/>
                  <a:cs typeface="Montserrat"/>
                  <a:sym typeface="Montserrat"/>
                  <a:hlinkClick r:id="rId6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ROAS Analysis &amp; Goal Setting</a:t>
              </a:r>
              <a:endParaRPr b="1" sz="900">
                <a:solidFill>
                  <a:srgbClr val="E21A6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99" name="Google Shape;799;p111"/>
            <p:cNvSpPr txBox="1"/>
            <p:nvPr/>
          </p:nvSpPr>
          <p:spPr>
            <a:xfrm>
              <a:off x="3167875" y="1517513"/>
              <a:ext cx="2128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Financial analysis and goal setting for performance measurement.</a:t>
              </a:r>
              <a:endParaRPr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800" name="Google Shape;800;p111"/>
          <p:cNvGrpSpPr/>
          <p:nvPr/>
        </p:nvGrpSpPr>
        <p:grpSpPr>
          <a:xfrm>
            <a:off x="3602550" y="2182738"/>
            <a:ext cx="2166000" cy="824400"/>
            <a:chOff x="3127825" y="1185600"/>
            <a:chExt cx="2166000" cy="824400"/>
          </a:xfrm>
        </p:grpSpPr>
        <p:sp>
          <p:nvSpPr>
            <p:cNvPr id="801" name="Google Shape;801;p111"/>
            <p:cNvSpPr/>
            <p:nvPr/>
          </p:nvSpPr>
          <p:spPr>
            <a:xfrm>
              <a:off x="3127825" y="1185600"/>
              <a:ext cx="21660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802" name="Google Shape;802;p111"/>
            <p:cNvSpPr txBox="1"/>
            <p:nvPr/>
          </p:nvSpPr>
          <p:spPr>
            <a:xfrm>
              <a:off x="3167885" y="1263038"/>
              <a:ext cx="2085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 u="sng">
                  <a:solidFill>
                    <a:srgbClr val="E21A6B"/>
                  </a:solidFill>
                  <a:latin typeface="Montserrat"/>
                  <a:ea typeface="Montserrat"/>
                  <a:cs typeface="Montserrat"/>
                  <a:sym typeface="Montserrat"/>
                  <a:hlinkClick r:id="rId7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Paid Media Account Audit</a:t>
              </a:r>
              <a:endParaRPr b="1" sz="900">
                <a:solidFill>
                  <a:srgbClr val="E21A6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03" name="Google Shape;803;p111"/>
            <p:cNvSpPr txBox="1"/>
            <p:nvPr/>
          </p:nvSpPr>
          <p:spPr>
            <a:xfrm>
              <a:off x="3167885" y="1517520"/>
              <a:ext cx="20859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deep audit of your paid media account and campaigns. </a:t>
              </a:r>
              <a:endParaRPr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804" name="Google Shape;804;p111"/>
          <p:cNvGrpSpPr/>
          <p:nvPr/>
        </p:nvGrpSpPr>
        <p:grpSpPr>
          <a:xfrm>
            <a:off x="5913500" y="3083213"/>
            <a:ext cx="2166000" cy="824400"/>
            <a:chOff x="3127825" y="1185600"/>
            <a:chExt cx="2166000" cy="824400"/>
          </a:xfrm>
        </p:grpSpPr>
        <p:sp>
          <p:nvSpPr>
            <p:cNvPr id="805" name="Google Shape;805;p111"/>
            <p:cNvSpPr/>
            <p:nvPr/>
          </p:nvSpPr>
          <p:spPr>
            <a:xfrm>
              <a:off x="3127825" y="1185600"/>
              <a:ext cx="21660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806" name="Google Shape;806;p111"/>
            <p:cNvSpPr txBox="1"/>
            <p:nvPr/>
          </p:nvSpPr>
          <p:spPr>
            <a:xfrm>
              <a:off x="3167885" y="1263038"/>
              <a:ext cx="2085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E21A6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Reporting Dashboard</a:t>
              </a:r>
              <a:endParaRPr b="1" sz="900">
                <a:solidFill>
                  <a:srgbClr val="E21A6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07" name="Google Shape;807;p111"/>
            <p:cNvSpPr txBox="1"/>
            <p:nvPr/>
          </p:nvSpPr>
          <p:spPr>
            <a:xfrm>
              <a:off x="3167885" y="1517520"/>
              <a:ext cx="20859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Real-time performance dashboard for a quick performance overview.</a:t>
              </a:r>
              <a:endParaRPr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808" name="Google Shape;808;p111" title="young-attractive-tourist-with-a-backpack-2023-11-27-05-31-42-utc.jpg"/>
          <p:cNvPicPr preferRelativeResize="0"/>
          <p:nvPr/>
        </p:nvPicPr>
        <p:blipFill rotWithShape="1">
          <a:blip r:embed="rId8">
            <a:alphaModFix/>
          </a:blip>
          <a:srcRect b="0" l="10226" r="50000" t="0"/>
          <a:stretch/>
        </p:blipFill>
        <p:spPr>
          <a:xfrm>
            <a:off x="451776" y="627375"/>
            <a:ext cx="2268600" cy="3804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809" name="Google Shape;809;p111"/>
          <p:cNvSpPr txBox="1"/>
          <p:nvPr/>
        </p:nvSpPr>
        <p:spPr>
          <a:xfrm>
            <a:off x="3602550" y="949675"/>
            <a:ext cx="3571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Quick access links to your onboarding deliverables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810" name="Google Shape;810;p111"/>
          <p:cNvGrpSpPr/>
          <p:nvPr/>
        </p:nvGrpSpPr>
        <p:grpSpPr>
          <a:xfrm>
            <a:off x="3602550" y="3957688"/>
            <a:ext cx="2166000" cy="824400"/>
            <a:chOff x="3127825" y="1185600"/>
            <a:chExt cx="2166000" cy="824400"/>
          </a:xfrm>
        </p:grpSpPr>
        <p:sp>
          <p:nvSpPr>
            <p:cNvPr id="811" name="Google Shape;811;p111"/>
            <p:cNvSpPr/>
            <p:nvPr/>
          </p:nvSpPr>
          <p:spPr>
            <a:xfrm>
              <a:off x="3127825" y="1185600"/>
              <a:ext cx="21660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812" name="Google Shape;812;p111"/>
            <p:cNvSpPr txBox="1"/>
            <p:nvPr/>
          </p:nvSpPr>
          <p:spPr>
            <a:xfrm>
              <a:off x="3167885" y="1263038"/>
              <a:ext cx="2085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 u="sng">
                  <a:solidFill>
                    <a:srgbClr val="E21A6B"/>
                  </a:solidFill>
                  <a:latin typeface="Montserrat"/>
                  <a:ea typeface="Montserrat"/>
                  <a:cs typeface="Montserrat"/>
                  <a:sym typeface="Montserrat"/>
                  <a:hlinkClick r:id="rId9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Target Audience Analysis</a:t>
              </a:r>
              <a:endParaRPr b="1" sz="900">
                <a:solidFill>
                  <a:srgbClr val="E21A6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13" name="Google Shape;813;p111"/>
            <p:cNvSpPr txBox="1"/>
            <p:nvPr/>
          </p:nvSpPr>
          <p:spPr>
            <a:xfrm>
              <a:off x="3167885" y="1517520"/>
              <a:ext cx="20859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 overview comparison of your brand and top 3 competitors.</a:t>
              </a:r>
              <a:endParaRPr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814" name="Google Shape;814;p111" title="63583ec7c37213a801727969_propellic-logo-white (1) 3 (1).png"/>
          <p:cNvPicPr preferRelativeResize="0"/>
          <p:nvPr/>
        </p:nvPicPr>
        <p:blipFill rotWithShape="1">
          <a:blip r:embed="rId10">
            <a:alphaModFix/>
          </a:blip>
          <a:srcRect b="0" l="0" r="68734" t="26573"/>
          <a:stretch/>
        </p:blipFill>
        <p:spPr>
          <a:xfrm>
            <a:off x="8381413" y="4621738"/>
            <a:ext cx="436774" cy="2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11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Thank you!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820" name="Google Shape;820;p112" title="63583ec7c37213a801727969_propellic-logo-white (1) 3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626" y="427000"/>
            <a:ext cx="1397851" cy="34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112" title="Group 60 (2).png"/>
          <p:cNvPicPr preferRelativeResize="0"/>
          <p:nvPr/>
        </p:nvPicPr>
        <p:blipFill rotWithShape="1">
          <a:blip r:embed="rId4">
            <a:alphaModFix/>
          </a:blip>
          <a:srcRect b="0" l="0" r="16185" t="0"/>
          <a:stretch/>
        </p:blipFill>
        <p:spPr>
          <a:xfrm>
            <a:off x="4716326" y="0"/>
            <a:ext cx="4427674" cy="51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112"/>
          <p:cNvSpPr txBox="1"/>
          <p:nvPr/>
        </p:nvSpPr>
        <p:spPr>
          <a:xfrm>
            <a:off x="366475" y="4251950"/>
            <a:ext cx="453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www.propellic.com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gradFill>
          <a:gsLst>
            <a:gs pos="0">
              <a:srgbClr val="353535"/>
            </a:gs>
            <a:gs pos="21000">
              <a:schemeClr val="dk1"/>
            </a:gs>
            <a:gs pos="50000">
              <a:schemeClr val="dk1"/>
            </a:gs>
            <a:gs pos="81000">
              <a:schemeClr val="dk1"/>
            </a:gs>
            <a:gs pos="100000">
              <a:srgbClr val="353535"/>
            </a:gs>
          </a:gsLst>
          <a:lin ang="5400700" scaled="0"/>
        </a:gradFill>
      </p:bgPr>
    </p:bg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7" name="Google Shape;827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67300" y="4522525"/>
            <a:ext cx="465000" cy="393814"/>
          </a:xfrm>
          <a:prstGeom prst="rect">
            <a:avLst/>
          </a:prstGeom>
          <a:noFill/>
          <a:ln>
            <a:noFill/>
          </a:ln>
        </p:spPr>
      </p:pic>
      <p:sp>
        <p:nvSpPr>
          <p:cNvPr id="828" name="Google Shape;828;p113"/>
          <p:cNvSpPr txBox="1"/>
          <p:nvPr/>
        </p:nvSpPr>
        <p:spPr>
          <a:xfrm>
            <a:off x="689700" y="410750"/>
            <a:ext cx="77646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Inspire travel experiences with</a:t>
            </a:r>
            <a:r>
              <a:rPr b="1" lang="en" sz="22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b="1" lang="en" sz="2200">
                <a:solidFill>
                  <a:srgbClr val="E21A6B"/>
                </a:solidFill>
                <a:latin typeface="Proxima Nova"/>
                <a:ea typeface="Proxima Nova"/>
                <a:cs typeface="Proxima Nova"/>
                <a:sym typeface="Proxima Nova"/>
              </a:rPr>
              <a:t>Paid Social</a:t>
            </a:r>
            <a:endParaRPr b="1" sz="2200">
              <a:solidFill>
                <a:srgbClr val="E21A6B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829" name="Google Shape;829;p1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4075" y="1958737"/>
            <a:ext cx="265949" cy="266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1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8847" y="1978660"/>
            <a:ext cx="235203" cy="226708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113"/>
          <p:cNvSpPr/>
          <p:nvPr/>
        </p:nvSpPr>
        <p:spPr>
          <a:xfrm rot="10800000">
            <a:off x="1965650" y="1361838"/>
            <a:ext cx="18300" cy="1348500"/>
          </a:xfrm>
          <a:prstGeom prst="rect">
            <a:avLst/>
          </a:prstGeom>
          <a:gradFill>
            <a:gsLst>
              <a:gs pos="0">
                <a:srgbClr val="D9D9D9">
                  <a:alpha val="0"/>
                </a:srgbClr>
              </a:gs>
              <a:gs pos="50000">
                <a:srgbClr val="D9D9D9">
                  <a:alpha val="29411"/>
                </a:srgbClr>
              </a:gs>
              <a:gs pos="100000">
                <a:srgbClr val="D9D9D9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113"/>
          <p:cNvSpPr/>
          <p:nvPr/>
        </p:nvSpPr>
        <p:spPr>
          <a:xfrm rot="10800000">
            <a:off x="1965650" y="2635425"/>
            <a:ext cx="18300" cy="1348500"/>
          </a:xfrm>
          <a:prstGeom prst="rect">
            <a:avLst/>
          </a:prstGeom>
          <a:gradFill>
            <a:gsLst>
              <a:gs pos="0">
                <a:srgbClr val="D9D9D9">
                  <a:alpha val="0"/>
                </a:srgbClr>
              </a:gs>
              <a:gs pos="50000">
                <a:srgbClr val="D9D9D9">
                  <a:alpha val="29411"/>
                </a:srgbClr>
              </a:gs>
              <a:gs pos="100000">
                <a:srgbClr val="D9D9D9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113"/>
          <p:cNvSpPr/>
          <p:nvPr/>
        </p:nvSpPr>
        <p:spPr>
          <a:xfrm rot="-5400000">
            <a:off x="4562850" y="-1774962"/>
            <a:ext cx="18300" cy="8988900"/>
          </a:xfrm>
          <a:prstGeom prst="rect">
            <a:avLst/>
          </a:prstGeom>
          <a:gradFill>
            <a:gsLst>
              <a:gs pos="0">
                <a:srgbClr val="D9D9D9">
                  <a:alpha val="0"/>
                </a:srgbClr>
              </a:gs>
              <a:gs pos="50000">
                <a:srgbClr val="D9D9D9">
                  <a:alpha val="29411"/>
                </a:srgbClr>
              </a:gs>
              <a:gs pos="100000">
                <a:srgbClr val="D9D9D9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4" name="Google Shape;834;p1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6350" y="3213712"/>
            <a:ext cx="346500" cy="346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113"/>
          <p:cNvSpPr txBox="1"/>
          <p:nvPr/>
        </p:nvSpPr>
        <p:spPr>
          <a:xfrm>
            <a:off x="2232300" y="3094463"/>
            <a:ext cx="622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Capture audiences that are </a:t>
            </a:r>
            <a:r>
              <a:rPr b="1" lang="en" sz="1300">
                <a:solidFill>
                  <a:srgbClr val="F00D68"/>
                </a:solidFill>
                <a:latin typeface="Proxima Nova"/>
                <a:ea typeface="Proxima Nova"/>
                <a:cs typeface="Proxima Nova"/>
                <a:sym typeface="Proxima Nova"/>
              </a:rPr>
              <a:t>actively engaged</a:t>
            </a:r>
            <a:r>
              <a:rPr lang="en" sz="1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with content specifically related to your target destination or activity to inspire research and interest.</a:t>
            </a:r>
            <a:endParaRPr/>
          </a:p>
        </p:txBody>
      </p:sp>
      <p:sp>
        <p:nvSpPr>
          <p:cNvPr id="836" name="Google Shape;836;p113"/>
          <p:cNvSpPr txBox="1"/>
          <p:nvPr/>
        </p:nvSpPr>
        <p:spPr>
          <a:xfrm>
            <a:off x="2232300" y="1799513"/>
            <a:ext cx="622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Remarket to offer visitors, target users </a:t>
            </a:r>
            <a:r>
              <a:rPr b="1" lang="en" sz="1300">
                <a:solidFill>
                  <a:srgbClr val="F00D68"/>
                </a:solidFill>
                <a:latin typeface="Proxima Nova"/>
                <a:ea typeface="Proxima Nova"/>
                <a:cs typeface="Proxima Nova"/>
                <a:sym typeface="Proxima Nova"/>
              </a:rPr>
              <a:t>in-market</a:t>
            </a:r>
            <a:r>
              <a:rPr lang="en" sz="1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or</a:t>
            </a:r>
            <a:r>
              <a:rPr lang="en" sz="1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b="1" lang="en" sz="1300">
                <a:solidFill>
                  <a:srgbClr val="F00D68"/>
                </a:solidFill>
                <a:latin typeface="Proxima Nova"/>
                <a:ea typeface="Proxima Nova"/>
                <a:cs typeface="Proxima Nova"/>
                <a:sym typeface="Proxima Nova"/>
              </a:rPr>
              <a:t>actively engaged</a:t>
            </a:r>
            <a:r>
              <a:rPr lang="en" sz="1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with content specifically related to your target destination and actively researching travel.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2"/>
        </a:solidFill>
      </p:bgPr>
    </p:bg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1" name="Google Shape;841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6475" y="4653650"/>
            <a:ext cx="465000" cy="393814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114"/>
          <p:cNvSpPr/>
          <p:nvPr/>
        </p:nvSpPr>
        <p:spPr>
          <a:xfrm>
            <a:off x="0" y="0"/>
            <a:ext cx="2891400" cy="457200"/>
          </a:xfrm>
          <a:prstGeom prst="rect">
            <a:avLst/>
          </a:prstGeom>
          <a:gradFill>
            <a:gsLst>
              <a:gs pos="0">
                <a:srgbClr val="696969"/>
              </a:gs>
              <a:gs pos="100000">
                <a:srgbClr val="1D1D1D"/>
              </a:gs>
            </a:gsLst>
            <a:lin ang="5400012" scaled="0"/>
          </a:gradFill>
          <a:ln>
            <a:noFill/>
          </a:ln>
        </p:spPr>
        <p:txBody>
          <a:bodyPr anchorCtr="0" anchor="b" bIns="17150" lIns="34300" spcFirstLastPara="1" rIns="34300" wrap="square" tIns="17150">
            <a:noAutofit/>
          </a:bodyPr>
          <a:lstStyle/>
          <a:p>
            <a:pPr indent="0" lvl="0" marL="0" marR="0" rtl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364049"/>
              </a:buClr>
              <a:buSzPts val="1900"/>
              <a:buFont typeface="Century Gothic"/>
              <a:buNone/>
            </a:pPr>
            <a:r>
              <a:rPr lang="en" sz="1200">
                <a:solidFill>
                  <a:schemeClr val="lt1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Traveler Intent Unlocks Bookings</a:t>
            </a:r>
            <a:endParaRPr sz="1200">
              <a:solidFill>
                <a:schemeClr val="lt1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843" name="Google Shape;843;p114"/>
          <p:cNvSpPr txBox="1"/>
          <p:nvPr/>
        </p:nvSpPr>
        <p:spPr>
          <a:xfrm>
            <a:off x="385538" y="1948475"/>
            <a:ext cx="3280800" cy="309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We develop comprehensive campaign media plans with the optimal media mix to reach and convert your traveler audience.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This includes budget recommendations across each channel for sufficient testing, specific ad types and their alignment with traveler journey stage - </a:t>
            </a:r>
            <a:r>
              <a:rPr lang="en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with a f</a:t>
            </a:r>
            <a:r>
              <a:rPr lang="en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ocus on our top-performing channels and ad types, over-indexing for down-funnel conversions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Real-time campaign data informs future media-mix adjustments as needed.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44" name="Google Shape;844;p114"/>
          <p:cNvSpPr txBox="1"/>
          <p:nvPr/>
        </p:nvSpPr>
        <p:spPr>
          <a:xfrm>
            <a:off x="385538" y="1075075"/>
            <a:ext cx="3428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Traveler Intent</a:t>
            </a:r>
            <a:endParaRPr b="1" sz="2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Guides Paid Media</a:t>
            </a:r>
            <a:endParaRPr b="1" sz="2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45" name="Google Shape;845;p114"/>
          <p:cNvSpPr txBox="1"/>
          <p:nvPr/>
        </p:nvSpPr>
        <p:spPr>
          <a:xfrm>
            <a:off x="385538" y="772800"/>
            <a:ext cx="20238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33">
                <a:solidFill>
                  <a:srgbClr val="E21A6B"/>
                </a:solidFill>
                <a:latin typeface="Proxima Nova"/>
                <a:ea typeface="Proxima Nova"/>
                <a:cs typeface="Proxima Nova"/>
                <a:sym typeface="Proxima Nova"/>
              </a:rPr>
              <a:t>Paid Media Strategy</a:t>
            </a:r>
            <a:endParaRPr b="1" sz="1233">
              <a:solidFill>
                <a:srgbClr val="E21A6B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846" name="Google Shape;846;p1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3737" y="763600"/>
            <a:ext cx="4327775" cy="1780053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2760000" dist="47625">
              <a:srgbClr val="000000">
                <a:alpha val="20000"/>
              </a:srgbClr>
            </a:outerShdw>
          </a:effectLst>
        </p:spPr>
      </p:pic>
      <p:pic>
        <p:nvPicPr>
          <p:cNvPr id="847" name="Google Shape;847;p1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94877" y="2021287"/>
            <a:ext cx="4327762" cy="1129549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2760000" dist="47625">
              <a:srgbClr val="000000">
                <a:alpha val="20000"/>
              </a:srgbClr>
            </a:outerShdw>
          </a:effectLst>
        </p:spPr>
      </p:pic>
      <p:pic>
        <p:nvPicPr>
          <p:cNvPr id="848" name="Google Shape;848;p1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18037" y="2710251"/>
            <a:ext cx="3440418" cy="1652126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2760000" dist="47625">
              <a:srgbClr val="000000">
                <a:alpha val="20000"/>
              </a:srgbClr>
            </a:outerShdw>
          </a:effectLst>
        </p:spPr>
      </p:pic>
      <p:sp>
        <p:nvSpPr>
          <p:cNvPr id="849" name="Google Shape;849;p114"/>
          <p:cNvSpPr/>
          <p:nvPr/>
        </p:nvSpPr>
        <p:spPr>
          <a:xfrm>
            <a:off x="5868688" y="772800"/>
            <a:ext cx="677700" cy="1248600"/>
          </a:xfrm>
          <a:prstGeom prst="rect">
            <a:avLst/>
          </a:prstGeom>
          <a:noFill/>
          <a:ln cap="flat" cmpd="sng" w="28575">
            <a:solidFill>
              <a:srgbClr val="F00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0" name="Google Shape;850;p114"/>
          <p:cNvSpPr/>
          <p:nvPr/>
        </p:nvSpPr>
        <p:spPr>
          <a:xfrm>
            <a:off x="6517613" y="2710250"/>
            <a:ext cx="1109400" cy="917700"/>
          </a:xfrm>
          <a:prstGeom prst="rect">
            <a:avLst/>
          </a:prstGeom>
          <a:noFill/>
          <a:ln cap="flat" cmpd="sng" w="28575">
            <a:solidFill>
              <a:srgbClr val="F00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EEEEEE"/>
        </a:solidFill>
      </p:bgPr>
    </p:bg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5" name="Google Shape;855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1600" y="4672175"/>
            <a:ext cx="465000" cy="393814"/>
          </a:xfrm>
          <a:prstGeom prst="rect">
            <a:avLst/>
          </a:prstGeom>
          <a:noFill/>
          <a:ln>
            <a:noFill/>
          </a:ln>
        </p:spPr>
      </p:pic>
      <p:sp>
        <p:nvSpPr>
          <p:cNvPr id="856" name="Google Shape;856;p115"/>
          <p:cNvSpPr txBox="1"/>
          <p:nvPr/>
        </p:nvSpPr>
        <p:spPr>
          <a:xfrm>
            <a:off x="965850" y="609600"/>
            <a:ext cx="72123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00D68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Travel Marketing</a:t>
            </a:r>
            <a:r>
              <a:rPr lang="en" sz="2000">
                <a:solidFill>
                  <a:srgbClr val="F00D68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 Maturity</a:t>
            </a:r>
            <a:r>
              <a:rPr lang="en" sz="2000">
                <a:solidFill>
                  <a:schemeClr val="dk1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: </a:t>
            </a:r>
            <a:r>
              <a:rPr i="1" lang="en" sz="2000">
                <a:solidFill>
                  <a:schemeClr val="dk1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Where are you?</a:t>
            </a:r>
            <a:endParaRPr i="1" sz="2200">
              <a:solidFill>
                <a:schemeClr val="dk1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857" name="Google Shape;857;p115"/>
          <p:cNvSpPr/>
          <p:nvPr/>
        </p:nvSpPr>
        <p:spPr>
          <a:xfrm>
            <a:off x="1090640" y="1375890"/>
            <a:ext cx="1279800" cy="29187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outerShdw blurRad="71438" rotWithShape="0" algn="bl" dir="276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115"/>
          <p:cNvSpPr/>
          <p:nvPr/>
        </p:nvSpPr>
        <p:spPr>
          <a:xfrm>
            <a:off x="2448837" y="1375890"/>
            <a:ext cx="1279800" cy="29187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71438" rotWithShape="0" algn="bl" dir="276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115"/>
          <p:cNvSpPr/>
          <p:nvPr/>
        </p:nvSpPr>
        <p:spPr>
          <a:xfrm>
            <a:off x="3807034" y="1375890"/>
            <a:ext cx="1279800" cy="2918700"/>
          </a:xfrm>
          <a:prstGeom prst="rect">
            <a:avLst/>
          </a:prstGeom>
          <a:solidFill>
            <a:srgbClr val="CCCCCC"/>
          </a:solidFill>
          <a:ln cap="flat" cmpd="sng" w="19050">
            <a:solidFill>
              <a:srgbClr val="F00D68"/>
            </a:solidFill>
            <a:prstDash val="dash"/>
            <a:round/>
            <a:headEnd len="sm" w="sm" type="none"/>
            <a:tailEnd len="sm" w="sm" type="none"/>
          </a:ln>
          <a:effectLst>
            <a:outerShdw blurRad="71438" rotWithShape="0" algn="bl" dir="276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115"/>
          <p:cNvSpPr/>
          <p:nvPr/>
        </p:nvSpPr>
        <p:spPr>
          <a:xfrm>
            <a:off x="5165231" y="1375890"/>
            <a:ext cx="1279800" cy="2918700"/>
          </a:xfrm>
          <a:prstGeom prst="rect">
            <a:avLst/>
          </a:prstGeom>
          <a:solidFill>
            <a:srgbClr val="B7B7B7"/>
          </a:solidFill>
          <a:ln>
            <a:noFill/>
          </a:ln>
          <a:effectLst>
            <a:outerShdw blurRad="71438" rotWithShape="0" algn="bl" dir="276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115"/>
          <p:cNvSpPr/>
          <p:nvPr/>
        </p:nvSpPr>
        <p:spPr>
          <a:xfrm>
            <a:off x="6523429" y="1375890"/>
            <a:ext cx="1279800" cy="29187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71438" rotWithShape="0" algn="bl" dir="276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115"/>
          <p:cNvSpPr txBox="1"/>
          <p:nvPr/>
        </p:nvSpPr>
        <p:spPr>
          <a:xfrm>
            <a:off x="3490799" y="4443575"/>
            <a:ext cx="19965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Phases of Maturity</a:t>
            </a:r>
            <a:endParaRPr b="1"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63" name="Google Shape;863;p115"/>
          <p:cNvSpPr txBox="1"/>
          <p:nvPr/>
        </p:nvSpPr>
        <p:spPr>
          <a:xfrm>
            <a:off x="1119400" y="1415517"/>
            <a:ext cx="12225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Startup</a:t>
            </a:r>
            <a:endParaRPr b="1" sz="13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64" name="Google Shape;864;p115"/>
          <p:cNvSpPr txBox="1"/>
          <p:nvPr/>
        </p:nvSpPr>
        <p:spPr>
          <a:xfrm>
            <a:off x="2477597" y="1415517"/>
            <a:ext cx="12225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Roboto"/>
                <a:ea typeface="Roboto"/>
                <a:cs typeface="Roboto"/>
                <a:sym typeface="Roboto"/>
              </a:rPr>
              <a:t>Foundation</a:t>
            </a:r>
            <a:endParaRPr b="1" sz="11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5" name="Google Shape;865;p115"/>
          <p:cNvSpPr txBox="1"/>
          <p:nvPr/>
        </p:nvSpPr>
        <p:spPr>
          <a:xfrm>
            <a:off x="3835794" y="1491717"/>
            <a:ext cx="12225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Proxima Nova"/>
                <a:ea typeface="Proxima Nova"/>
                <a:cs typeface="Proxima Nova"/>
                <a:sym typeface="Proxima Nova"/>
              </a:rPr>
              <a:t>Balanced</a:t>
            </a:r>
            <a:endParaRPr b="1" sz="13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Proxima Nova"/>
                <a:ea typeface="Proxima Nova"/>
                <a:cs typeface="Proxima Nova"/>
                <a:sym typeface="Proxima Nova"/>
              </a:rPr>
              <a:t>Growth</a:t>
            </a:r>
            <a:endParaRPr b="1" sz="15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66" name="Google Shape;866;p115"/>
          <p:cNvSpPr txBox="1"/>
          <p:nvPr/>
        </p:nvSpPr>
        <p:spPr>
          <a:xfrm>
            <a:off x="5193991" y="1491717"/>
            <a:ext cx="12225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Advanced Growth</a:t>
            </a:r>
            <a:endParaRPr b="1" sz="15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67" name="Google Shape;867;p115"/>
          <p:cNvSpPr txBox="1"/>
          <p:nvPr/>
        </p:nvSpPr>
        <p:spPr>
          <a:xfrm>
            <a:off x="6552188" y="1491717"/>
            <a:ext cx="12225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Sophisticated Growth</a:t>
            </a:r>
            <a:endParaRPr b="1" sz="15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68" name="Google Shape;868;p115"/>
          <p:cNvSpPr txBox="1"/>
          <p:nvPr/>
        </p:nvSpPr>
        <p:spPr>
          <a:xfrm>
            <a:off x="1119400" y="2642344"/>
            <a:ext cx="11184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We’re setting up our channels and learning how marketing can drive revenue.</a:t>
            </a:r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We do not have established marketing benchmarks.</a:t>
            </a:r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69" name="Google Shape;869;p115"/>
          <p:cNvSpPr txBox="1"/>
          <p:nvPr/>
        </p:nvSpPr>
        <p:spPr>
          <a:xfrm>
            <a:off x="2477597" y="2642344"/>
            <a:ext cx="11184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roxima Nova"/>
                <a:ea typeface="Proxima Nova"/>
                <a:cs typeface="Proxima Nova"/>
                <a:sym typeface="Proxima Nova"/>
              </a:rPr>
              <a:t>We’re optimizing our channel(s) and ready to invest in driving more marketing led bookings.</a:t>
            </a:r>
            <a:endParaRPr sz="10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We have </a:t>
            </a:r>
            <a:r>
              <a:rPr lang="en" sz="1000">
                <a:latin typeface="Proxima Nova"/>
                <a:ea typeface="Proxima Nova"/>
                <a:cs typeface="Proxima Nova"/>
                <a:sym typeface="Proxima Nova"/>
              </a:rPr>
              <a:t>some benchmarks and tracking setup.</a:t>
            </a:r>
            <a:endParaRPr sz="10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70" name="Google Shape;870;p115"/>
          <p:cNvSpPr txBox="1"/>
          <p:nvPr/>
        </p:nvSpPr>
        <p:spPr>
          <a:xfrm>
            <a:off x="5194001" y="3177375"/>
            <a:ext cx="12225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roxima Nova"/>
                <a:ea typeface="Proxima Nova"/>
                <a:cs typeface="Proxima Nova"/>
                <a:sym typeface="Proxima Nova"/>
              </a:rPr>
              <a:t>We’re scaling and need advanced paid &amp; organic forecasting, strategy, and ongoing optimization.</a:t>
            </a:r>
            <a:endParaRPr sz="10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71" name="Google Shape;871;p115"/>
          <p:cNvSpPr txBox="1"/>
          <p:nvPr/>
        </p:nvSpPr>
        <p:spPr>
          <a:xfrm>
            <a:off x="3835794" y="2291657"/>
            <a:ext cx="11184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We</a:t>
            </a:r>
            <a:r>
              <a:rPr lang="en" sz="1000">
                <a:latin typeface="Proxima Nova"/>
                <a:ea typeface="Proxima Nova"/>
                <a:cs typeface="Proxima Nova"/>
                <a:sym typeface="Proxima Nova"/>
              </a:rPr>
              <a:t>’re growing and need more efficiency, optimization, and channel diversity.</a:t>
            </a:r>
            <a:endParaRPr sz="10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72" name="Google Shape;872;p115"/>
          <p:cNvSpPr txBox="1"/>
          <p:nvPr/>
        </p:nvSpPr>
        <p:spPr>
          <a:xfrm>
            <a:off x="6552201" y="2966950"/>
            <a:ext cx="12225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roxima Nova"/>
                <a:ea typeface="Proxima Nova"/>
                <a:cs typeface="Proxima Nova"/>
                <a:sym typeface="Proxima Nova"/>
              </a:rPr>
              <a:t>We have multiple, integrated channels, tech &amp; data - and need to understand how to leverage them to maximize bookings revenue.</a:t>
            </a:r>
            <a:endParaRPr sz="10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73" name="Google Shape;873;p115"/>
          <p:cNvSpPr/>
          <p:nvPr/>
        </p:nvSpPr>
        <p:spPr>
          <a:xfrm>
            <a:off x="1309689" y="2082971"/>
            <a:ext cx="6296255" cy="1999339"/>
          </a:xfrm>
          <a:custGeom>
            <a:rect b="b" l="l" r="r" t="t"/>
            <a:pathLst>
              <a:path extrusionOk="0" h="86890" w="270603">
                <a:moveTo>
                  <a:pt x="0" y="84253"/>
                </a:moveTo>
                <a:cubicBezTo>
                  <a:pt x="8340" y="84584"/>
                  <a:pt x="32588" y="88384"/>
                  <a:pt x="50041" y="86236"/>
                </a:cubicBezTo>
                <a:cubicBezTo>
                  <a:pt x="67494" y="84088"/>
                  <a:pt x="86182" y="79792"/>
                  <a:pt x="104716" y="71367"/>
                </a:cubicBezTo>
                <a:cubicBezTo>
                  <a:pt x="123250" y="62942"/>
                  <a:pt x="141527" y="46422"/>
                  <a:pt x="161245" y="35684"/>
                </a:cubicBezTo>
                <a:cubicBezTo>
                  <a:pt x="180963" y="24946"/>
                  <a:pt x="204799" y="12885"/>
                  <a:pt x="223025" y="6938"/>
                </a:cubicBezTo>
                <a:cubicBezTo>
                  <a:pt x="241251" y="991"/>
                  <a:pt x="262673" y="1156"/>
                  <a:pt x="270603" y="0"/>
                </a:cubicBezTo>
              </a:path>
            </a:pathLst>
          </a:custGeom>
          <a:noFill/>
          <a:ln cap="flat" cmpd="sng" w="38100">
            <a:solidFill>
              <a:srgbClr val="E21A6B"/>
            </a:solidFill>
            <a:prstDash val="dot"/>
            <a:round/>
            <a:headEnd len="med" w="med" type="none"/>
            <a:tailEnd len="med" w="med" type="none"/>
          </a:ln>
          <a:effectLst>
            <a:outerShdw rotWithShape="0" algn="bl" dir="1680000" dist="9525">
              <a:srgbClr val="000000">
                <a:alpha val="50000"/>
              </a:srgbClr>
            </a:outerShdw>
          </a:effectLst>
        </p:spPr>
      </p:sp>
      <p:sp>
        <p:nvSpPr>
          <p:cNvPr id="874" name="Google Shape;874;p115"/>
          <p:cNvSpPr/>
          <p:nvPr/>
        </p:nvSpPr>
        <p:spPr>
          <a:xfrm>
            <a:off x="0" y="0"/>
            <a:ext cx="2951100" cy="457200"/>
          </a:xfrm>
          <a:prstGeom prst="rect">
            <a:avLst/>
          </a:prstGeom>
          <a:gradFill>
            <a:gsLst>
              <a:gs pos="0">
                <a:srgbClr val="696969"/>
              </a:gs>
              <a:gs pos="100000">
                <a:srgbClr val="1D1D1D"/>
              </a:gs>
            </a:gsLst>
            <a:lin ang="5400012" scaled="0"/>
          </a:gradFill>
          <a:ln>
            <a:noFill/>
          </a:ln>
        </p:spPr>
        <p:txBody>
          <a:bodyPr anchorCtr="0" anchor="b" bIns="17150" lIns="34300" spcFirstLastPara="1" rIns="34300" wrap="square" tIns="17150">
            <a:noAutofit/>
          </a:bodyPr>
          <a:lstStyle/>
          <a:p>
            <a:pPr indent="0" lvl="0" marL="0" rtl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364049"/>
              </a:buClr>
              <a:buSzPts val="1900"/>
              <a:buFont typeface="Century Gothic"/>
              <a:buNone/>
            </a:pPr>
            <a:r>
              <a:rPr lang="en" sz="1200">
                <a:solidFill>
                  <a:schemeClr val="lt1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Dynamic Strategy</a:t>
            </a:r>
            <a:endParaRPr sz="1200">
              <a:solidFill>
                <a:schemeClr val="lt1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875" name="Google Shape;875;p115"/>
          <p:cNvSpPr/>
          <p:nvPr/>
        </p:nvSpPr>
        <p:spPr>
          <a:xfrm>
            <a:off x="2460750" y="1392125"/>
            <a:ext cx="1267500" cy="29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radient 1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 - LAYOU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ropellic Branded">
  <a:themeElements>
    <a:clrScheme name="Simple Light">
      <a:dk1>
        <a:srgbClr val="152534"/>
      </a:dk1>
      <a:lt1>
        <a:srgbClr val="FFFFFF"/>
      </a:lt1>
      <a:dk2>
        <a:srgbClr val="E21A6B"/>
      </a:dk2>
      <a:lt2>
        <a:srgbClr val="EEEEEE"/>
      </a:lt2>
      <a:accent1>
        <a:srgbClr val="E21A6B"/>
      </a:accent1>
      <a:accent2>
        <a:srgbClr val="482342"/>
      </a:accent2>
      <a:accent3>
        <a:srgbClr val="8F1F55"/>
      </a:accent3>
      <a:accent4>
        <a:srgbClr val="EB669C"/>
      </a:accent4>
      <a:accent5>
        <a:srgbClr val="F7BFD5"/>
      </a:accent5>
      <a:accent6>
        <a:srgbClr val="FFFFFF"/>
      </a:accent6>
      <a:hlink>
        <a:srgbClr val="E21A6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 - LAYOU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Propellic Branded">
  <a:themeElements>
    <a:clrScheme name="Simple Light">
      <a:dk1>
        <a:srgbClr val="152534"/>
      </a:dk1>
      <a:lt1>
        <a:srgbClr val="FFFFFF"/>
      </a:lt1>
      <a:dk2>
        <a:srgbClr val="E21A6B"/>
      </a:dk2>
      <a:lt2>
        <a:srgbClr val="EEEEEE"/>
      </a:lt2>
      <a:accent1>
        <a:srgbClr val="E21A6B"/>
      </a:accent1>
      <a:accent2>
        <a:srgbClr val="482342"/>
      </a:accent2>
      <a:accent3>
        <a:srgbClr val="8F1F55"/>
      </a:accent3>
      <a:accent4>
        <a:srgbClr val="EB669C"/>
      </a:accent4>
      <a:accent5>
        <a:srgbClr val="F7BFD5"/>
      </a:accent5>
      <a:accent6>
        <a:srgbClr val="FFFFFF"/>
      </a:accent6>
      <a:hlink>
        <a:srgbClr val="E21A6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