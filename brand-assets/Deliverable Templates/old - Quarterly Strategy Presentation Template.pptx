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6858000" cy="9144000"/>
  <p:embeddedFontLst>
    <p:embeddedFont>
      <p:font typeface="Proxima Nova"/>
      <p:regular r:id="rId16"/>
      <p:bold r:id="rId17"/>
      <p:italic r:id="rId18"/>
      <p:boldItalic r:id="rId19"/>
    </p:embeddedFont>
    <p:embeddedFont>
      <p:font typeface="Proxima Nova Extrabold"/>
      <p:bold r:id="rId20"/>
    </p:embeddedFont>
    <p:embeddedFont>
      <p:font typeface="Proxima Nova Semibold"/>
      <p:regular r:id="rId21"/>
      <p:bold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roximaNovaExtrabold-bold.fntdata"/><Relationship Id="rId11" Type="http://schemas.openxmlformats.org/officeDocument/2006/relationships/slide" Target="slides/slide7.xml"/><Relationship Id="rId22" Type="http://schemas.openxmlformats.org/officeDocument/2006/relationships/font" Target="fonts/ProximaNovaSemibold-bold.fntdata"/><Relationship Id="rId10" Type="http://schemas.openxmlformats.org/officeDocument/2006/relationships/slide" Target="slides/slide6.xml"/><Relationship Id="rId21" Type="http://schemas.openxmlformats.org/officeDocument/2006/relationships/font" Target="fonts/ProximaNovaSemibold-regular.fntdata"/><Relationship Id="rId13" Type="http://schemas.openxmlformats.org/officeDocument/2006/relationships/slide" Target="slides/slide9.xml"/><Relationship Id="rId12" Type="http://schemas.openxmlformats.org/officeDocument/2006/relationships/slide" Target="slides/slide8.xml"/><Relationship Id="rId23" Type="http://schemas.openxmlformats.org/officeDocument/2006/relationships/font" Target="fonts/ProximaNovaSemibold-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roximaNova-bold.fntdata"/><Relationship Id="rId16" Type="http://schemas.openxmlformats.org/officeDocument/2006/relationships/font" Target="fonts/ProximaNova-regular.fntdata"/><Relationship Id="rId5" Type="http://schemas.openxmlformats.org/officeDocument/2006/relationships/slide" Target="slides/slide1.xml"/><Relationship Id="rId19" Type="http://schemas.openxmlformats.org/officeDocument/2006/relationships/font" Target="fonts/ProximaNova-boldItalic.fntdata"/><Relationship Id="rId6" Type="http://schemas.openxmlformats.org/officeDocument/2006/relationships/slide" Target="slides/slide2.xml"/><Relationship Id="rId18" Type="http://schemas.openxmlformats.org/officeDocument/2006/relationships/font" Target="fonts/ProximaNova-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3adc8da55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3adc8da55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3aaa539f96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13aaa539f96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3aaa539f9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3aaa539f9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3aaa539f96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13aaa539f9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3aaa539f9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3aaa539f9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3adc8da551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3adc8da551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3adc8da551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3adc8da551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3adc8da551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13adc8da551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3adc8da551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3adc8da551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3adc8da551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3adc8da551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3a31ea325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3a31ea325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4.png"/><Relationship Id="rId6" Type="http://schemas.openxmlformats.org/officeDocument/2006/relationships/hyperlink" Target="https://docs.google.com/presentation/d/1OnQQp0jqaNzmk7g4XyDqOarFmwcytnf--5kgnGg6nU4/edit?usp=shar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2731950"/>
            <a:ext cx="8520600" cy="72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b="1" lang="en" sz="4420">
                <a:solidFill>
                  <a:schemeClr val="lt1"/>
                </a:solidFill>
                <a:latin typeface="Proxima Nova"/>
                <a:ea typeface="Proxima Nova"/>
                <a:cs typeface="Proxima Nova"/>
                <a:sym typeface="Proxima Nova"/>
              </a:rPr>
              <a:t>QX 2022 Strategy</a:t>
            </a:r>
            <a:endParaRPr b="1" sz="4420">
              <a:solidFill>
                <a:schemeClr val="lt1"/>
              </a:solidFill>
              <a:latin typeface="Proxima Nova"/>
              <a:ea typeface="Proxima Nova"/>
              <a:cs typeface="Proxima Nova"/>
              <a:sym typeface="Proxima Nova"/>
            </a:endParaRPr>
          </a:p>
        </p:txBody>
      </p:sp>
      <p:sp>
        <p:nvSpPr>
          <p:cNvPr id="55" name="Google Shape;55;p13"/>
          <p:cNvSpPr txBox="1"/>
          <p:nvPr>
            <p:ph idx="1" type="subTitle"/>
          </p:nvPr>
        </p:nvSpPr>
        <p:spPr>
          <a:xfrm>
            <a:off x="311700" y="3553075"/>
            <a:ext cx="5407500" cy="450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sz="2300">
                <a:solidFill>
                  <a:schemeClr val="lt1"/>
                </a:solidFill>
                <a:latin typeface="Proxima Nova"/>
                <a:ea typeface="Proxima Nova"/>
                <a:cs typeface="Proxima Nova"/>
                <a:sym typeface="Proxima Nova"/>
              </a:rPr>
              <a:t>Let’s Travel Further This Quarter</a:t>
            </a:r>
            <a:endParaRPr sz="2300">
              <a:solidFill>
                <a:schemeClr val="lt1"/>
              </a:solidFill>
              <a:latin typeface="Proxima Nova"/>
              <a:ea typeface="Proxima Nova"/>
              <a:cs typeface="Proxima Nova"/>
              <a:sym typeface="Proxima Nova"/>
            </a:endParaRPr>
          </a:p>
        </p:txBody>
      </p:sp>
      <p:pic>
        <p:nvPicPr>
          <p:cNvPr id="56" name="Google Shape;56;p13"/>
          <p:cNvPicPr preferRelativeResize="0"/>
          <p:nvPr/>
        </p:nvPicPr>
        <p:blipFill>
          <a:blip r:embed="rId3">
            <a:alphaModFix/>
          </a:blip>
          <a:stretch>
            <a:fillRect/>
          </a:stretch>
        </p:blipFill>
        <p:spPr>
          <a:xfrm>
            <a:off x="402174" y="713560"/>
            <a:ext cx="1598936" cy="376532"/>
          </a:xfrm>
          <a:prstGeom prst="rect">
            <a:avLst/>
          </a:prstGeom>
          <a:noFill/>
          <a:ln>
            <a:noFill/>
          </a:ln>
        </p:spPr>
      </p:pic>
      <p:pic>
        <p:nvPicPr>
          <p:cNvPr id="57" name="Google Shape;57;p13"/>
          <p:cNvPicPr preferRelativeResize="0"/>
          <p:nvPr/>
        </p:nvPicPr>
        <p:blipFill>
          <a:blip r:embed="rId4">
            <a:alphaModFix/>
          </a:blip>
          <a:stretch>
            <a:fillRect/>
          </a:stretch>
        </p:blipFill>
        <p:spPr>
          <a:xfrm>
            <a:off x="2554961" y="645775"/>
            <a:ext cx="512113" cy="512100"/>
          </a:xfrm>
          <a:prstGeom prst="rect">
            <a:avLst/>
          </a:prstGeom>
          <a:noFill/>
          <a:ln>
            <a:noFill/>
          </a:ln>
        </p:spPr>
      </p:pic>
      <p:sp>
        <p:nvSpPr>
          <p:cNvPr id="58" name="Google Shape;58;p13"/>
          <p:cNvSpPr txBox="1"/>
          <p:nvPr>
            <p:ph idx="1" type="subTitle"/>
          </p:nvPr>
        </p:nvSpPr>
        <p:spPr>
          <a:xfrm>
            <a:off x="2068440" y="713548"/>
            <a:ext cx="419100" cy="376500"/>
          </a:xfrm>
          <a:prstGeom prst="rect">
            <a:avLst/>
          </a:prstGeom>
        </p:spPr>
        <p:txBody>
          <a:bodyPr anchorCtr="0" anchor="t" bIns="91425" lIns="91425" spcFirstLastPara="1" rIns="91425" wrap="square" tIns="91425">
            <a:normAutofit fontScale="62500" lnSpcReduction="20000"/>
          </a:bodyPr>
          <a:lstStyle/>
          <a:p>
            <a:pPr indent="0" lvl="0" marL="0" rtl="0" algn="ctr">
              <a:spcBef>
                <a:spcPts val="0"/>
              </a:spcBef>
              <a:spcAft>
                <a:spcPts val="0"/>
              </a:spcAft>
              <a:buNone/>
            </a:pPr>
            <a:r>
              <a:rPr lang="en" sz="2300">
                <a:solidFill>
                  <a:schemeClr val="lt1"/>
                </a:solidFill>
                <a:latin typeface="Proxima Nova Semibold"/>
                <a:ea typeface="Proxima Nova Semibold"/>
                <a:cs typeface="Proxima Nova Semibold"/>
                <a:sym typeface="Proxima Nova Semibold"/>
              </a:rPr>
              <a:t>x</a:t>
            </a:r>
            <a:endParaRPr sz="2300">
              <a:solidFill>
                <a:schemeClr val="lt1"/>
              </a:solidFill>
              <a:latin typeface="Proxima Nova Semibold"/>
              <a:ea typeface="Proxima Nova Semibold"/>
              <a:cs typeface="Proxima Nova Semibold"/>
              <a:sym typeface="Proxima Nova Semibold"/>
            </a:endParaRPr>
          </a:p>
        </p:txBody>
      </p:sp>
      <p:pic>
        <p:nvPicPr>
          <p:cNvPr id="59" name="Google Shape;59;p13"/>
          <p:cNvPicPr preferRelativeResize="0"/>
          <p:nvPr/>
        </p:nvPicPr>
        <p:blipFill rotWithShape="1">
          <a:blip r:embed="rId5">
            <a:alphaModFix/>
          </a:blip>
          <a:srcRect b="0" l="21581" r="0" t="21210"/>
          <a:stretch/>
        </p:blipFill>
        <p:spPr>
          <a:xfrm flipH="1" rot="-2036056">
            <a:off x="6017247" y="-893958"/>
            <a:ext cx="3515956" cy="5976892"/>
          </a:xfrm>
          <a:prstGeom prst="rect">
            <a:avLst/>
          </a:prstGeom>
          <a:noFill/>
          <a:ln>
            <a:noFill/>
          </a:ln>
        </p:spPr>
      </p:pic>
      <p:sp>
        <p:nvSpPr>
          <p:cNvPr id="60" name="Google Shape;60;p13"/>
          <p:cNvSpPr txBox="1"/>
          <p:nvPr/>
        </p:nvSpPr>
        <p:spPr>
          <a:xfrm>
            <a:off x="101650" y="1495350"/>
            <a:ext cx="5916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NEW DECK HERE:</a:t>
            </a:r>
            <a:r>
              <a:rPr lang="en">
                <a:solidFill>
                  <a:schemeClr val="lt1"/>
                </a:solidFill>
              </a:rPr>
              <a:t> </a:t>
            </a:r>
            <a:br>
              <a:rPr lang="en">
                <a:solidFill>
                  <a:schemeClr val="lt1"/>
                </a:solidFill>
              </a:rPr>
            </a:br>
            <a:r>
              <a:rPr lang="en" u="sng">
                <a:solidFill>
                  <a:schemeClr val="lt1"/>
                </a:solidFill>
                <a:hlinkClick r:id="rId6">
                  <a:extLst>
                    <a:ext uri="{A12FA001-AC4F-418D-AE19-62706E023703}">
                      <ahyp:hlinkClr val="tx"/>
                    </a:ext>
                  </a:extLst>
                </a:hlinkClick>
              </a:rPr>
              <a:t>https://docs.google.com/presentation/d/1OnQQp0jqaNzmk7g4XyDqOarFmwcytnf--5kgnGg6nU4/edit?usp=sharing</a:t>
            </a:r>
            <a:r>
              <a:rPr lang="en">
                <a:solidFill>
                  <a:schemeClr val="lt1"/>
                </a:solidFill>
              </a:rPr>
              <a:t> </a:t>
            </a: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p:nvPr/>
        </p:nvSpPr>
        <p:spPr>
          <a:xfrm rot="-586843">
            <a:off x="-723" y="3679641"/>
            <a:ext cx="9621737" cy="2293504"/>
          </a:xfrm>
          <a:custGeom>
            <a:rect b="b" l="l" r="r" t="t"/>
            <a:pathLst>
              <a:path extrusionOk="0" h="3752726" w="3335756">
                <a:moveTo>
                  <a:pt x="0" y="0"/>
                </a:moveTo>
                <a:lnTo>
                  <a:pt x="3335756" y="0"/>
                </a:lnTo>
                <a:lnTo>
                  <a:pt x="3335756" y="3752726"/>
                </a:lnTo>
                <a:lnTo>
                  <a:pt x="0" y="3752726"/>
                </a:lnTo>
                <a:close/>
              </a:path>
            </a:pathLst>
          </a:custGeom>
          <a:solidFill>
            <a:srgbClr val="E21A6B"/>
          </a:solidFill>
          <a:ln>
            <a:noFill/>
          </a:ln>
        </p:spPr>
      </p:sp>
      <p:sp>
        <p:nvSpPr>
          <p:cNvPr id="66" name="Google Shape;66;p14"/>
          <p:cNvSpPr txBox="1"/>
          <p:nvPr>
            <p:ph type="title"/>
          </p:nvPr>
        </p:nvSpPr>
        <p:spPr>
          <a:xfrm>
            <a:off x="377850" y="1243223"/>
            <a:ext cx="4521900" cy="423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E21A6B"/>
                </a:solidFill>
                <a:latin typeface="Proxima Nova"/>
                <a:ea typeface="Proxima Nova"/>
                <a:cs typeface="Proxima Nova"/>
                <a:sym typeface="Proxima Nova"/>
              </a:rPr>
              <a:t>Key Thrusts - Last Quarter</a:t>
            </a:r>
            <a:endParaRPr b="1">
              <a:solidFill>
                <a:srgbClr val="E21A6B"/>
              </a:solidFill>
              <a:latin typeface="Proxima Nova"/>
              <a:ea typeface="Proxima Nova"/>
              <a:cs typeface="Proxima Nova"/>
              <a:sym typeface="Proxima Nova"/>
            </a:endParaRPr>
          </a:p>
        </p:txBody>
      </p:sp>
      <p:sp>
        <p:nvSpPr>
          <p:cNvPr id="67" name="Google Shape;67;p14"/>
          <p:cNvSpPr txBox="1"/>
          <p:nvPr>
            <p:ph idx="1" type="body"/>
          </p:nvPr>
        </p:nvSpPr>
        <p:spPr>
          <a:xfrm>
            <a:off x="311700" y="1766447"/>
            <a:ext cx="5880000" cy="1743600"/>
          </a:xfrm>
          <a:prstGeom prst="rect">
            <a:avLst/>
          </a:prstGeom>
        </p:spPr>
        <p:txBody>
          <a:bodyPr anchorCtr="0" anchor="t" bIns="91425" lIns="91425" spcFirstLastPara="1" rIns="91425" wrap="square" tIns="91425">
            <a:normAutofit/>
          </a:bodyPr>
          <a:lstStyle/>
          <a:p>
            <a:pPr indent="-320675" lvl="0" marL="457200" rtl="0" algn="l">
              <a:spcBef>
                <a:spcPts val="0"/>
              </a:spcBef>
              <a:spcAft>
                <a:spcPts val="0"/>
              </a:spcAft>
              <a:buClr>
                <a:schemeClr val="dk1"/>
              </a:buClr>
              <a:buSzPts val="1450"/>
              <a:buFont typeface="Proxima Nova"/>
              <a:buChar char="●"/>
            </a:pPr>
            <a:r>
              <a:rPr lang="en" sz="1450">
                <a:solidFill>
                  <a:schemeClr val="dk1"/>
                </a:solidFill>
                <a:latin typeface="Proxima Nova"/>
                <a:ea typeface="Proxima Nova"/>
                <a:cs typeface="Proxima Nova"/>
                <a:sym typeface="Proxima Nova"/>
              </a:rPr>
              <a:t>Lorem ipsum dolor sit amet</a:t>
            </a:r>
            <a:endParaRPr sz="1450">
              <a:solidFill>
                <a:schemeClr val="dk1"/>
              </a:solidFill>
              <a:latin typeface="Proxima Nova"/>
              <a:ea typeface="Proxima Nova"/>
              <a:cs typeface="Proxima Nova"/>
              <a:sym typeface="Proxima Nova"/>
            </a:endParaRPr>
          </a:p>
          <a:p>
            <a:pPr indent="-320675" lvl="0" marL="457200" rtl="0" algn="l">
              <a:spcBef>
                <a:spcPts val="0"/>
              </a:spcBef>
              <a:spcAft>
                <a:spcPts val="0"/>
              </a:spcAft>
              <a:buClr>
                <a:schemeClr val="dk1"/>
              </a:buClr>
              <a:buSzPts val="1450"/>
              <a:buFont typeface="Proxima Nova"/>
              <a:buChar char="●"/>
            </a:pPr>
            <a:r>
              <a:rPr lang="en" sz="1450">
                <a:solidFill>
                  <a:schemeClr val="dk1"/>
                </a:solidFill>
                <a:latin typeface="Proxima Nova"/>
                <a:ea typeface="Proxima Nova"/>
                <a:cs typeface="Proxima Nova"/>
                <a:sym typeface="Proxima Nova"/>
              </a:rPr>
              <a:t>Lorem ipsum dolor sit amet</a:t>
            </a:r>
            <a:endParaRPr sz="1450">
              <a:solidFill>
                <a:schemeClr val="dk1"/>
              </a:solidFill>
              <a:latin typeface="Proxima Nova"/>
              <a:ea typeface="Proxima Nova"/>
              <a:cs typeface="Proxima Nova"/>
              <a:sym typeface="Proxima Nova"/>
            </a:endParaRPr>
          </a:p>
          <a:p>
            <a:pPr indent="-320675" lvl="0" marL="457200" rtl="0" algn="l">
              <a:spcBef>
                <a:spcPts val="0"/>
              </a:spcBef>
              <a:spcAft>
                <a:spcPts val="0"/>
              </a:spcAft>
              <a:buClr>
                <a:schemeClr val="dk1"/>
              </a:buClr>
              <a:buSzPts val="1450"/>
              <a:buFont typeface="Proxima Nova"/>
              <a:buChar char="●"/>
            </a:pPr>
            <a:r>
              <a:rPr lang="en" sz="1450">
                <a:solidFill>
                  <a:schemeClr val="dk1"/>
                </a:solidFill>
                <a:latin typeface="Proxima Nova"/>
                <a:ea typeface="Proxima Nova"/>
                <a:cs typeface="Proxima Nova"/>
                <a:sym typeface="Proxima Nova"/>
              </a:rPr>
              <a:t>Lorem ipsum dolor sit amet</a:t>
            </a:r>
            <a:endParaRPr sz="1450">
              <a:solidFill>
                <a:schemeClr val="dk1"/>
              </a:solidFill>
              <a:latin typeface="Proxima Nova"/>
              <a:ea typeface="Proxima Nova"/>
              <a:cs typeface="Proxima Nova"/>
              <a:sym typeface="Proxima Nova"/>
            </a:endParaRPr>
          </a:p>
          <a:p>
            <a:pPr indent="-320675" lvl="0" marL="457200" rtl="0" algn="l">
              <a:spcBef>
                <a:spcPts val="0"/>
              </a:spcBef>
              <a:spcAft>
                <a:spcPts val="0"/>
              </a:spcAft>
              <a:buClr>
                <a:schemeClr val="dk1"/>
              </a:buClr>
              <a:buSzPts val="1450"/>
              <a:buFont typeface="Proxima Nova"/>
              <a:buChar char="●"/>
            </a:pPr>
            <a:r>
              <a:rPr lang="en" sz="1450">
                <a:solidFill>
                  <a:schemeClr val="dk1"/>
                </a:solidFill>
                <a:latin typeface="Proxima Nova"/>
                <a:ea typeface="Proxima Nova"/>
                <a:cs typeface="Proxima Nova"/>
                <a:sym typeface="Proxima Nova"/>
              </a:rPr>
              <a:t>Lorem ipsum dolor sit amet</a:t>
            </a:r>
            <a:endParaRPr sz="1450">
              <a:solidFill>
                <a:schemeClr val="dk1"/>
              </a:solidFill>
              <a:latin typeface="Proxima Nova"/>
              <a:ea typeface="Proxima Nova"/>
              <a:cs typeface="Proxima Nova"/>
              <a:sym typeface="Proxima Nova"/>
            </a:endParaRPr>
          </a:p>
        </p:txBody>
      </p:sp>
      <p:pic>
        <p:nvPicPr>
          <p:cNvPr id="68" name="Google Shape;68;p14"/>
          <p:cNvPicPr preferRelativeResize="0"/>
          <p:nvPr/>
        </p:nvPicPr>
        <p:blipFill>
          <a:blip r:embed="rId3">
            <a:alphaModFix/>
          </a:blip>
          <a:stretch>
            <a:fillRect/>
          </a:stretch>
        </p:blipFill>
        <p:spPr>
          <a:xfrm>
            <a:off x="4811325" y="1766450"/>
            <a:ext cx="5519424" cy="3967075"/>
          </a:xfrm>
          <a:prstGeom prst="rect">
            <a:avLst/>
          </a:prstGeom>
          <a:noFill/>
          <a:ln>
            <a:noFill/>
          </a:ln>
        </p:spPr>
      </p:pic>
      <p:pic>
        <p:nvPicPr>
          <p:cNvPr id="69" name="Google Shape;69;p14"/>
          <p:cNvPicPr preferRelativeResize="0"/>
          <p:nvPr/>
        </p:nvPicPr>
        <p:blipFill rotWithShape="1">
          <a:blip r:embed="rId4">
            <a:alphaModFix/>
          </a:blip>
          <a:srcRect b="0" l="0" r="0" t="0"/>
          <a:stretch/>
        </p:blipFill>
        <p:spPr>
          <a:xfrm>
            <a:off x="8203800" y="371700"/>
            <a:ext cx="548000" cy="4641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 name="Shape 73"/>
        <p:cNvGrpSpPr/>
        <p:nvPr/>
      </p:nvGrpSpPr>
      <p:grpSpPr>
        <a:xfrm>
          <a:off x="0" y="0"/>
          <a:ext cx="0" cy="0"/>
          <a:chOff x="0" y="0"/>
          <a:chExt cx="0" cy="0"/>
        </a:xfrm>
      </p:grpSpPr>
      <p:sp>
        <p:nvSpPr>
          <p:cNvPr id="74" name="Google Shape;74;p15"/>
          <p:cNvSpPr/>
          <p:nvPr/>
        </p:nvSpPr>
        <p:spPr>
          <a:xfrm rot="-9274">
            <a:off x="-73842" y="2095289"/>
            <a:ext cx="9273435" cy="3321163"/>
          </a:xfrm>
          <a:custGeom>
            <a:rect b="b" l="l" r="r" t="t"/>
            <a:pathLst>
              <a:path extrusionOk="0" h="3752726" w="3335756">
                <a:moveTo>
                  <a:pt x="0" y="0"/>
                </a:moveTo>
                <a:lnTo>
                  <a:pt x="3335756" y="0"/>
                </a:lnTo>
                <a:lnTo>
                  <a:pt x="3335756" y="3752726"/>
                </a:lnTo>
                <a:lnTo>
                  <a:pt x="0" y="3752726"/>
                </a:lnTo>
                <a:close/>
              </a:path>
            </a:pathLst>
          </a:custGeom>
          <a:solidFill>
            <a:srgbClr val="E21A6B"/>
          </a:solidFill>
          <a:ln>
            <a:noFill/>
          </a:ln>
        </p:spPr>
      </p:sp>
      <p:sp>
        <p:nvSpPr>
          <p:cNvPr id="75" name="Google Shape;75;p15"/>
          <p:cNvSpPr txBox="1"/>
          <p:nvPr>
            <p:ph type="title"/>
          </p:nvPr>
        </p:nvSpPr>
        <p:spPr>
          <a:xfrm>
            <a:off x="377850" y="445025"/>
            <a:ext cx="6123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E21A6B"/>
                </a:solidFill>
                <a:latin typeface="Proxima Nova"/>
                <a:ea typeface="Proxima Nova"/>
                <a:cs typeface="Proxima Nova"/>
                <a:sym typeface="Proxima Nova"/>
              </a:rPr>
              <a:t>Key Performance Metrics - Last Quarter</a:t>
            </a:r>
            <a:endParaRPr b="1">
              <a:solidFill>
                <a:srgbClr val="E21A6B"/>
              </a:solidFill>
              <a:latin typeface="Proxima Nova"/>
              <a:ea typeface="Proxima Nova"/>
              <a:cs typeface="Proxima Nova"/>
              <a:sym typeface="Proxima Nova"/>
            </a:endParaRPr>
          </a:p>
        </p:txBody>
      </p:sp>
      <p:pic>
        <p:nvPicPr>
          <p:cNvPr id="76" name="Google Shape;76;p15"/>
          <p:cNvPicPr preferRelativeResize="0"/>
          <p:nvPr/>
        </p:nvPicPr>
        <p:blipFill rotWithShape="1">
          <a:blip r:embed="rId3">
            <a:alphaModFix/>
          </a:blip>
          <a:srcRect b="0" l="0" r="0" t="0"/>
          <a:stretch/>
        </p:blipFill>
        <p:spPr>
          <a:xfrm>
            <a:off x="8203800" y="371700"/>
            <a:ext cx="548000" cy="464125"/>
          </a:xfrm>
          <a:prstGeom prst="rect">
            <a:avLst/>
          </a:prstGeom>
          <a:noFill/>
          <a:ln>
            <a:noFill/>
          </a:ln>
        </p:spPr>
      </p:pic>
      <p:sp>
        <p:nvSpPr>
          <p:cNvPr id="77" name="Google Shape;77;p15"/>
          <p:cNvSpPr/>
          <p:nvPr/>
        </p:nvSpPr>
        <p:spPr>
          <a:xfrm>
            <a:off x="841375" y="1521475"/>
            <a:ext cx="2339100" cy="1188300"/>
          </a:xfrm>
          <a:prstGeom prst="roundRect">
            <a:avLst>
              <a:gd fmla="val 16667" name="adj"/>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latin typeface="Proxima Nova Semibold"/>
                <a:ea typeface="Proxima Nova Semibold"/>
                <a:cs typeface="Proxima Nova Semibold"/>
                <a:sym typeface="Proxima Nova Semibold"/>
              </a:rPr>
              <a:t>150% Growth in Organic Visitors</a:t>
            </a:r>
            <a:endParaRPr>
              <a:solidFill>
                <a:schemeClr val="dk1"/>
              </a:solidFill>
              <a:latin typeface="Proxima Nova Semibold"/>
              <a:ea typeface="Proxima Nova Semibold"/>
              <a:cs typeface="Proxima Nova Semibold"/>
              <a:sym typeface="Proxima Nova Semibold"/>
            </a:endParaRPr>
          </a:p>
        </p:txBody>
      </p:sp>
      <p:sp>
        <p:nvSpPr>
          <p:cNvPr id="78" name="Google Shape;78;p15"/>
          <p:cNvSpPr/>
          <p:nvPr/>
        </p:nvSpPr>
        <p:spPr>
          <a:xfrm>
            <a:off x="3422900" y="1521475"/>
            <a:ext cx="2339100" cy="1188300"/>
          </a:xfrm>
          <a:prstGeom prst="roundRect">
            <a:avLst>
              <a:gd fmla="val 16667" name="adj"/>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roxima Nova Semibold"/>
                <a:ea typeface="Proxima Nova Semibold"/>
                <a:cs typeface="Proxima Nova Semibold"/>
                <a:sym typeface="Proxima Nova Semibold"/>
              </a:rPr>
              <a:t>76% Increase in Leads Generated</a:t>
            </a:r>
            <a:endParaRPr>
              <a:solidFill>
                <a:schemeClr val="dk1"/>
              </a:solidFill>
              <a:latin typeface="Proxima Nova Semibold"/>
              <a:ea typeface="Proxima Nova Semibold"/>
              <a:cs typeface="Proxima Nova Semibold"/>
              <a:sym typeface="Proxima Nova Semibold"/>
            </a:endParaRPr>
          </a:p>
        </p:txBody>
      </p:sp>
      <p:sp>
        <p:nvSpPr>
          <p:cNvPr id="79" name="Google Shape;79;p15"/>
          <p:cNvSpPr/>
          <p:nvPr/>
        </p:nvSpPr>
        <p:spPr>
          <a:xfrm>
            <a:off x="6004425" y="1521475"/>
            <a:ext cx="2339100" cy="1188300"/>
          </a:xfrm>
          <a:prstGeom prst="roundRect">
            <a:avLst>
              <a:gd fmla="val 16667" name="adj"/>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roxima Nova Semibold"/>
                <a:ea typeface="Proxima Nova Semibold"/>
                <a:cs typeface="Proxima Nova Semibold"/>
                <a:sym typeface="Proxima Nova Semibold"/>
              </a:rPr>
              <a:t>52% Increase in YoY Bookings</a:t>
            </a:r>
            <a:endParaRPr>
              <a:solidFill>
                <a:schemeClr val="dk1"/>
              </a:solidFill>
              <a:latin typeface="Proxima Nova Semibold"/>
              <a:ea typeface="Proxima Nova Semibold"/>
              <a:cs typeface="Proxima Nova Semibold"/>
              <a:sym typeface="Proxima Nova Semibold"/>
            </a:endParaRPr>
          </a:p>
        </p:txBody>
      </p:sp>
      <p:sp>
        <p:nvSpPr>
          <p:cNvPr id="80" name="Google Shape;80;p15"/>
          <p:cNvSpPr/>
          <p:nvPr/>
        </p:nvSpPr>
        <p:spPr>
          <a:xfrm>
            <a:off x="841375" y="2830650"/>
            <a:ext cx="2339100" cy="1188300"/>
          </a:xfrm>
          <a:prstGeom prst="roundRect">
            <a:avLst>
              <a:gd fmla="val 16667" name="adj"/>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roxima Nova Semibold"/>
                <a:ea typeface="Proxima Nova Semibold"/>
                <a:cs typeface="Proxima Nova Semibold"/>
                <a:sym typeface="Proxima Nova Semibold"/>
              </a:rPr>
              <a:t>150% Growth in Organic Visitors</a:t>
            </a:r>
            <a:endParaRPr>
              <a:solidFill>
                <a:schemeClr val="dk1"/>
              </a:solidFill>
              <a:latin typeface="Proxima Nova Semibold"/>
              <a:ea typeface="Proxima Nova Semibold"/>
              <a:cs typeface="Proxima Nova Semibold"/>
              <a:sym typeface="Proxima Nova Semibold"/>
            </a:endParaRPr>
          </a:p>
        </p:txBody>
      </p:sp>
      <p:sp>
        <p:nvSpPr>
          <p:cNvPr id="81" name="Google Shape;81;p15"/>
          <p:cNvSpPr/>
          <p:nvPr/>
        </p:nvSpPr>
        <p:spPr>
          <a:xfrm>
            <a:off x="3422900" y="2830650"/>
            <a:ext cx="2339100" cy="1188300"/>
          </a:xfrm>
          <a:prstGeom prst="roundRect">
            <a:avLst>
              <a:gd fmla="val 16667" name="adj"/>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roxima Nova Semibold"/>
                <a:ea typeface="Proxima Nova Semibold"/>
                <a:cs typeface="Proxima Nova Semibold"/>
                <a:sym typeface="Proxima Nova Semibold"/>
              </a:rPr>
              <a:t>76% Increase in Leads Generated</a:t>
            </a:r>
            <a:endParaRPr>
              <a:solidFill>
                <a:schemeClr val="dk1"/>
              </a:solidFill>
              <a:latin typeface="Proxima Nova Semibold"/>
              <a:ea typeface="Proxima Nova Semibold"/>
              <a:cs typeface="Proxima Nova Semibold"/>
              <a:sym typeface="Proxima Nova Semibold"/>
            </a:endParaRPr>
          </a:p>
        </p:txBody>
      </p:sp>
      <p:sp>
        <p:nvSpPr>
          <p:cNvPr id="82" name="Google Shape;82;p15"/>
          <p:cNvSpPr/>
          <p:nvPr/>
        </p:nvSpPr>
        <p:spPr>
          <a:xfrm>
            <a:off x="6004425" y="2830650"/>
            <a:ext cx="2339100" cy="1188300"/>
          </a:xfrm>
          <a:prstGeom prst="roundRect">
            <a:avLst>
              <a:gd fmla="val 16667" name="adj"/>
            </a:avLst>
          </a:prstGeom>
          <a:solidFill>
            <a:schemeClr val="lt1"/>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roxima Nova Semibold"/>
                <a:ea typeface="Proxima Nova Semibold"/>
                <a:cs typeface="Proxima Nova Semibold"/>
                <a:sym typeface="Proxima Nova Semibold"/>
              </a:rPr>
              <a:t>52% Increase in YoY Bookings</a:t>
            </a:r>
            <a:endParaRPr>
              <a:solidFill>
                <a:schemeClr val="dk1"/>
              </a:solidFill>
              <a:latin typeface="Proxima Nova Semibold"/>
              <a:ea typeface="Proxima Nova Semibold"/>
              <a:cs typeface="Proxima Nova Semibold"/>
              <a:sym typeface="Proxima Nova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86" name="Shape 86"/>
        <p:cNvGrpSpPr/>
        <p:nvPr/>
      </p:nvGrpSpPr>
      <p:grpSpPr>
        <a:xfrm>
          <a:off x="0" y="0"/>
          <a:ext cx="0" cy="0"/>
          <a:chOff x="0" y="0"/>
          <a:chExt cx="0" cy="0"/>
        </a:xfrm>
      </p:grpSpPr>
      <p:sp>
        <p:nvSpPr>
          <p:cNvPr id="87" name="Google Shape;87;p16"/>
          <p:cNvSpPr txBox="1"/>
          <p:nvPr>
            <p:ph type="title"/>
          </p:nvPr>
        </p:nvSpPr>
        <p:spPr>
          <a:xfrm>
            <a:off x="3710750" y="2208008"/>
            <a:ext cx="7125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020">
                <a:solidFill>
                  <a:schemeClr val="lt1"/>
                </a:solidFill>
                <a:latin typeface="Proxima Nova"/>
                <a:ea typeface="Proxima Nova"/>
                <a:cs typeface="Proxima Nova"/>
                <a:sym typeface="Proxima Nova"/>
              </a:rPr>
              <a:t>What’s </a:t>
            </a:r>
            <a:r>
              <a:rPr b="1" lang="en" sz="3020">
                <a:solidFill>
                  <a:schemeClr val="lt1"/>
                </a:solidFill>
                <a:latin typeface="Proxima Nova"/>
                <a:ea typeface="Proxima Nova"/>
                <a:cs typeface="Proxima Nova"/>
                <a:sym typeface="Proxima Nova"/>
              </a:rPr>
              <a:t>New In Search</a:t>
            </a:r>
            <a:endParaRPr b="1" sz="3020">
              <a:solidFill>
                <a:schemeClr val="lt1"/>
              </a:solidFill>
              <a:latin typeface="Proxima Nova"/>
              <a:ea typeface="Proxima Nova"/>
              <a:cs typeface="Proxima Nova"/>
              <a:sym typeface="Proxima Nova"/>
            </a:endParaRPr>
          </a:p>
        </p:txBody>
      </p:sp>
      <p:sp>
        <p:nvSpPr>
          <p:cNvPr id="88" name="Google Shape;88;p16"/>
          <p:cNvSpPr txBox="1"/>
          <p:nvPr>
            <p:ph idx="1" type="body"/>
          </p:nvPr>
        </p:nvSpPr>
        <p:spPr>
          <a:xfrm>
            <a:off x="3710750" y="2915458"/>
            <a:ext cx="7125900" cy="712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600">
                <a:solidFill>
                  <a:schemeClr val="lt1"/>
                </a:solidFill>
                <a:latin typeface="Proxima Nova"/>
                <a:ea typeface="Proxima Nova"/>
                <a:cs typeface="Proxima Nova"/>
                <a:sym typeface="Proxima Nova"/>
              </a:rPr>
              <a:t>Google Released Features A, B, C</a:t>
            </a:r>
            <a:endParaRPr sz="1600">
              <a:solidFill>
                <a:schemeClr val="lt1"/>
              </a:solidFill>
              <a:latin typeface="Proxima Nova"/>
              <a:ea typeface="Proxima Nova"/>
              <a:cs typeface="Proxima Nova"/>
              <a:sym typeface="Proxima Nova"/>
            </a:endParaRPr>
          </a:p>
        </p:txBody>
      </p:sp>
      <p:pic>
        <p:nvPicPr>
          <p:cNvPr id="89" name="Google Shape;89;p16"/>
          <p:cNvPicPr preferRelativeResize="0"/>
          <p:nvPr/>
        </p:nvPicPr>
        <p:blipFill>
          <a:blip r:embed="rId3">
            <a:alphaModFix/>
          </a:blip>
          <a:stretch>
            <a:fillRect/>
          </a:stretch>
        </p:blipFill>
        <p:spPr>
          <a:xfrm>
            <a:off x="-243525" y="-24375"/>
            <a:ext cx="3461500" cy="5192250"/>
          </a:xfrm>
          <a:prstGeom prst="rect">
            <a:avLst/>
          </a:prstGeom>
          <a:noFill/>
          <a:ln>
            <a:noFill/>
          </a:ln>
        </p:spPr>
      </p:pic>
      <p:pic>
        <p:nvPicPr>
          <p:cNvPr id="90" name="Google Shape;90;p16"/>
          <p:cNvPicPr preferRelativeResize="0"/>
          <p:nvPr/>
        </p:nvPicPr>
        <p:blipFill rotWithShape="1">
          <a:blip r:embed="rId4">
            <a:alphaModFix/>
          </a:blip>
          <a:srcRect b="0" l="21581" r="0" t="21210"/>
          <a:stretch/>
        </p:blipFill>
        <p:spPr>
          <a:xfrm flipH="1" rot="-2036056">
            <a:off x="7130772" y="-1689358"/>
            <a:ext cx="3515956" cy="597689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94" name="Shape 94"/>
        <p:cNvGrpSpPr/>
        <p:nvPr/>
      </p:nvGrpSpPr>
      <p:grpSpPr>
        <a:xfrm>
          <a:off x="0" y="0"/>
          <a:ext cx="0" cy="0"/>
          <a:chOff x="0" y="0"/>
          <a:chExt cx="0" cy="0"/>
        </a:xfrm>
      </p:grpSpPr>
      <p:pic>
        <p:nvPicPr>
          <p:cNvPr id="95" name="Google Shape;95;p17"/>
          <p:cNvPicPr preferRelativeResize="0"/>
          <p:nvPr/>
        </p:nvPicPr>
        <p:blipFill rotWithShape="1">
          <a:blip r:embed="rId3">
            <a:alphaModFix/>
          </a:blip>
          <a:srcRect b="0" l="0" r="6795" t="0"/>
          <a:stretch/>
        </p:blipFill>
        <p:spPr>
          <a:xfrm>
            <a:off x="2149875" y="0"/>
            <a:ext cx="7191149" cy="5143500"/>
          </a:xfrm>
          <a:prstGeom prst="rect">
            <a:avLst/>
          </a:prstGeom>
          <a:noFill/>
          <a:ln>
            <a:noFill/>
          </a:ln>
        </p:spPr>
      </p:pic>
      <p:sp>
        <p:nvSpPr>
          <p:cNvPr id="96" name="Google Shape;96;p17"/>
          <p:cNvSpPr/>
          <p:nvPr/>
        </p:nvSpPr>
        <p:spPr>
          <a:xfrm rot="-5400000">
            <a:off x="-510266" y="458326"/>
            <a:ext cx="5195440" cy="4174908"/>
          </a:xfrm>
          <a:custGeom>
            <a:rect b="b" l="l" r="r" t="t"/>
            <a:pathLst>
              <a:path extrusionOk="0" h="3752726" w="3335756">
                <a:moveTo>
                  <a:pt x="0" y="0"/>
                </a:moveTo>
                <a:lnTo>
                  <a:pt x="3335756" y="0"/>
                </a:lnTo>
                <a:lnTo>
                  <a:pt x="3335756" y="3752726"/>
                </a:lnTo>
                <a:lnTo>
                  <a:pt x="0" y="3752726"/>
                </a:lnTo>
                <a:close/>
              </a:path>
            </a:pathLst>
          </a:custGeom>
          <a:solidFill>
            <a:srgbClr val="E21A6B"/>
          </a:solidFill>
          <a:ln>
            <a:noFill/>
          </a:ln>
        </p:spPr>
      </p:sp>
      <p:sp>
        <p:nvSpPr>
          <p:cNvPr id="97" name="Google Shape;97;p17"/>
          <p:cNvSpPr txBox="1"/>
          <p:nvPr>
            <p:ph type="title"/>
          </p:nvPr>
        </p:nvSpPr>
        <p:spPr>
          <a:xfrm>
            <a:off x="412400" y="2085600"/>
            <a:ext cx="3181500" cy="972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Key Opportunities This Quarter</a:t>
            </a:r>
            <a:endParaRPr b="1">
              <a:solidFill>
                <a:schemeClr val="lt1"/>
              </a:solidFill>
              <a:latin typeface="Proxima Nova"/>
              <a:ea typeface="Proxima Nova"/>
              <a:cs typeface="Proxima Nova"/>
              <a:sym typeface="Proxima Nova"/>
            </a:endParaRPr>
          </a:p>
        </p:txBody>
      </p:sp>
      <p:sp>
        <p:nvSpPr>
          <p:cNvPr id="98" name="Google Shape;98;p17"/>
          <p:cNvSpPr txBox="1"/>
          <p:nvPr>
            <p:ph idx="1" type="body"/>
          </p:nvPr>
        </p:nvSpPr>
        <p:spPr>
          <a:xfrm>
            <a:off x="327575" y="3142747"/>
            <a:ext cx="2462700" cy="12330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lt1"/>
              </a:buClr>
              <a:buSzPts val="1200"/>
              <a:buFont typeface="Proxima Nova"/>
              <a:buChar char="●"/>
            </a:pPr>
            <a:r>
              <a:rPr lang="en" sz="1200">
                <a:solidFill>
                  <a:schemeClr val="lt1"/>
                </a:solidFill>
                <a:latin typeface="Proxima Nova"/>
                <a:ea typeface="Proxima Nova"/>
                <a:cs typeface="Proxima Nova"/>
                <a:sym typeface="Proxima Nova"/>
              </a:rPr>
              <a:t>Opportunity 1</a:t>
            </a:r>
            <a:endParaRPr sz="1200">
              <a:solidFill>
                <a:schemeClr val="lt1"/>
              </a:solidFill>
              <a:latin typeface="Proxima Nova"/>
              <a:ea typeface="Proxima Nova"/>
              <a:cs typeface="Proxima Nova"/>
              <a:sym typeface="Proxima Nova"/>
            </a:endParaRPr>
          </a:p>
          <a:p>
            <a:pPr indent="-304800" lvl="0" marL="457200" rtl="0" algn="l">
              <a:spcBef>
                <a:spcPts val="0"/>
              </a:spcBef>
              <a:spcAft>
                <a:spcPts val="0"/>
              </a:spcAft>
              <a:buClr>
                <a:schemeClr val="lt1"/>
              </a:buClr>
              <a:buSzPts val="1200"/>
              <a:buFont typeface="Proxima Nova"/>
              <a:buChar char="●"/>
            </a:pPr>
            <a:r>
              <a:rPr lang="en" sz="1200">
                <a:solidFill>
                  <a:schemeClr val="lt1"/>
                </a:solidFill>
                <a:latin typeface="Proxima Nova"/>
                <a:ea typeface="Proxima Nova"/>
                <a:cs typeface="Proxima Nova"/>
                <a:sym typeface="Proxima Nova"/>
              </a:rPr>
              <a:t>Opportunity 2</a:t>
            </a:r>
            <a:endParaRPr sz="1200">
              <a:solidFill>
                <a:schemeClr val="lt1"/>
              </a:solidFill>
              <a:latin typeface="Proxima Nova"/>
              <a:ea typeface="Proxima Nova"/>
              <a:cs typeface="Proxima Nova"/>
              <a:sym typeface="Proxima Nova"/>
            </a:endParaRPr>
          </a:p>
          <a:p>
            <a:pPr indent="-304800" lvl="0" marL="457200" rtl="0" algn="l">
              <a:spcBef>
                <a:spcPts val="0"/>
              </a:spcBef>
              <a:spcAft>
                <a:spcPts val="0"/>
              </a:spcAft>
              <a:buClr>
                <a:schemeClr val="lt1"/>
              </a:buClr>
              <a:buSzPts val="1200"/>
              <a:buFont typeface="Proxima Nova"/>
              <a:buChar char="●"/>
            </a:pPr>
            <a:r>
              <a:rPr lang="en" sz="1200">
                <a:solidFill>
                  <a:schemeClr val="lt1"/>
                </a:solidFill>
                <a:latin typeface="Proxima Nova"/>
                <a:ea typeface="Proxima Nova"/>
                <a:cs typeface="Proxima Nova"/>
                <a:sym typeface="Proxima Nova"/>
              </a:rPr>
              <a:t>Opportunity 3</a:t>
            </a:r>
            <a:endParaRPr sz="1200">
              <a:solidFill>
                <a:schemeClr val="lt1"/>
              </a:solidFill>
              <a:latin typeface="Proxima Nova"/>
              <a:ea typeface="Proxima Nova"/>
              <a:cs typeface="Proxima Nova"/>
              <a:sym typeface="Proxima Nova"/>
            </a:endParaRPr>
          </a:p>
          <a:p>
            <a:pPr indent="-304800" lvl="0" marL="457200" rtl="0" algn="l">
              <a:spcBef>
                <a:spcPts val="0"/>
              </a:spcBef>
              <a:spcAft>
                <a:spcPts val="0"/>
              </a:spcAft>
              <a:buClr>
                <a:schemeClr val="lt1"/>
              </a:buClr>
              <a:buSzPts val="1200"/>
              <a:buFont typeface="Proxima Nova"/>
              <a:buChar char="●"/>
            </a:pPr>
            <a:r>
              <a:rPr lang="en" sz="1200">
                <a:solidFill>
                  <a:schemeClr val="lt1"/>
                </a:solidFill>
                <a:latin typeface="Proxima Nova"/>
                <a:ea typeface="Proxima Nova"/>
                <a:cs typeface="Proxima Nova"/>
                <a:sym typeface="Proxima Nova"/>
              </a:rPr>
              <a:t>Opportunity 4</a:t>
            </a:r>
            <a:endParaRPr sz="1200">
              <a:solidFill>
                <a:schemeClr val="lt1"/>
              </a:solidFill>
              <a:latin typeface="Proxima Nova"/>
              <a:ea typeface="Proxima Nova"/>
              <a:cs typeface="Proxima Nova"/>
              <a:sym typeface="Proxima Nova"/>
            </a:endParaRPr>
          </a:p>
          <a:p>
            <a:pPr indent="-304800" lvl="0" marL="457200" rtl="0" algn="l">
              <a:spcBef>
                <a:spcPts val="0"/>
              </a:spcBef>
              <a:spcAft>
                <a:spcPts val="0"/>
              </a:spcAft>
              <a:buClr>
                <a:schemeClr val="lt1"/>
              </a:buClr>
              <a:buSzPts val="1200"/>
              <a:buFont typeface="Proxima Nova"/>
              <a:buChar char="●"/>
            </a:pPr>
            <a:r>
              <a:rPr lang="en" sz="1200">
                <a:solidFill>
                  <a:schemeClr val="lt1"/>
                </a:solidFill>
                <a:latin typeface="Proxima Nova"/>
                <a:ea typeface="Proxima Nova"/>
                <a:cs typeface="Proxima Nova"/>
                <a:sym typeface="Proxima Nova"/>
              </a:rPr>
              <a:t>Opportunity 5</a:t>
            </a:r>
            <a:endParaRPr sz="1200">
              <a:solidFill>
                <a:schemeClr val="lt1"/>
              </a:solidFill>
              <a:latin typeface="Proxima Nova"/>
              <a:ea typeface="Proxima Nova"/>
              <a:cs typeface="Proxima Nova"/>
              <a:sym typeface="Proxima Nova"/>
            </a:endParaRPr>
          </a:p>
        </p:txBody>
      </p:sp>
      <p:pic>
        <p:nvPicPr>
          <p:cNvPr id="99" name="Google Shape;99;p17"/>
          <p:cNvPicPr preferRelativeResize="0"/>
          <p:nvPr/>
        </p:nvPicPr>
        <p:blipFill rotWithShape="1">
          <a:blip r:embed="rId4">
            <a:alphaModFix/>
          </a:blip>
          <a:srcRect b="0" l="21581" r="0" t="21210"/>
          <a:stretch/>
        </p:blipFill>
        <p:spPr>
          <a:xfrm rot="2432540">
            <a:off x="-391129" y="-3417908"/>
            <a:ext cx="3515957" cy="5976893"/>
          </a:xfrm>
          <a:prstGeom prst="rect">
            <a:avLst/>
          </a:prstGeom>
          <a:noFill/>
          <a:ln>
            <a:noFill/>
          </a:ln>
        </p:spPr>
      </p:pic>
      <p:pic>
        <p:nvPicPr>
          <p:cNvPr id="100" name="Google Shape;100;p17"/>
          <p:cNvPicPr preferRelativeResize="0"/>
          <p:nvPr/>
        </p:nvPicPr>
        <p:blipFill rotWithShape="1">
          <a:blip r:embed="rId5">
            <a:alphaModFix/>
          </a:blip>
          <a:srcRect b="0" l="0" r="0" t="0"/>
          <a:stretch/>
        </p:blipFill>
        <p:spPr>
          <a:xfrm>
            <a:off x="8203800" y="371700"/>
            <a:ext cx="548000" cy="464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04" name="Shape 104"/>
        <p:cNvGrpSpPr/>
        <p:nvPr/>
      </p:nvGrpSpPr>
      <p:grpSpPr>
        <a:xfrm>
          <a:off x="0" y="0"/>
          <a:ext cx="0" cy="0"/>
          <a:chOff x="0" y="0"/>
          <a:chExt cx="0" cy="0"/>
        </a:xfrm>
      </p:grpSpPr>
      <p:sp>
        <p:nvSpPr>
          <p:cNvPr id="105" name="Google Shape;105;p18"/>
          <p:cNvSpPr txBox="1"/>
          <p:nvPr>
            <p:ph type="title"/>
          </p:nvPr>
        </p:nvSpPr>
        <p:spPr>
          <a:xfrm>
            <a:off x="575175" y="1393473"/>
            <a:ext cx="2259900" cy="426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E21A6B"/>
                </a:solidFill>
                <a:latin typeface="Proxima Nova"/>
                <a:ea typeface="Proxima Nova"/>
                <a:cs typeface="Proxima Nova"/>
                <a:sym typeface="Proxima Nova"/>
              </a:rPr>
              <a:t>Opportunity 1</a:t>
            </a:r>
            <a:endParaRPr b="1">
              <a:solidFill>
                <a:srgbClr val="E21A6B"/>
              </a:solidFill>
              <a:latin typeface="Proxima Nova"/>
              <a:ea typeface="Proxima Nova"/>
              <a:cs typeface="Proxima Nova"/>
              <a:sym typeface="Proxima Nova"/>
            </a:endParaRPr>
          </a:p>
        </p:txBody>
      </p:sp>
      <p:sp>
        <p:nvSpPr>
          <p:cNvPr id="106" name="Google Shape;106;p18"/>
          <p:cNvSpPr txBox="1"/>
          <p:nvPr>
            <p:ph idx="1" type="body"/>
          </p:nvPr>
        </p:nvSpPr>
        <p:spPr>
          <a:xfrm>
            <a:off x="575175" y="2149175"/>
            <a:ext cx="4783200" cy="1644000"/>
          </a:xfrm>
          <a:prstGeom prst="rect">
            <a:avLst/>
          </a:prstGeom>
        </p:spPr>
        <p:txBody>
          <a:bodyPr anchorCtr="0" anchor="t" bIns="91425" lIns="91425" spcFirstLastPara="1" rIns="91425" wrap="square" tIns="91425">
            <a:noAutofit/>
          </a:bodyPr>
          <a:lstStyle/>
          <a:p>
            <a:pPr indent="0" lvl="0" marL="0" rtl="0" algn="l">
              <a:lnSpc>
                <a:spcPct val="150000"/>
              </a:lnSpc>
              <a:spcBef>
                <a:spcPts val="2100"/>
              </a:spcBef>
              <a:spcAft>
                <a:spcPts val="0"/>
              </a:spcAft>
              <a:buSzPts val="853"/>
              <a:buNone/>
            </a:pPr>
            <a:r>
              <a:rPr lang="en" sz="1208">
                <a:solidFill>
                  <a:srgbClr val="7B8898"/>
                </a:solidFill>
                <a:latin typeface="Proxima Nova"/>
                <a:ea typeface="Proxima Nova"/>
                <a:cs typeface="Proxima Nova"/>
                <a:sym typeface="Proxima Nova"/>
              </a:rPr>
              <a:t>Lorem ipsum dolor sit amet, consectetur adipiscing elit, sed do eiusmod tempor incididunt ut labore et dolore magna aliqua. Ultrices mi tempus imperdiet nulla. Tristique et egestas quis ipsum. In nulla posuere sollicitudin aliquam ultrices. Tincidunt lobortis feugiat vivamus at augue eget arcu dictum. Lacus luctus accumsan tortor posuere ac ut consequat. Commodo viverra maecenas accumsan lacus vel. Habitant morbi tristique senectus et netus et.</a:t>
            </a:r>
            <a:endParaRPr sz="1595">
              <a:latin typeface="Proxima Nova"/>
              <a:ea typeface="Proxima Nova"/>
              <a:cs typeface="Proxima Nova"/>
              <a:sym typeface="Proxima Nova"/>
            </a:endParaRPr>
          </a:p>
          <a:p>
            <a:pPr indent="0" lvl="0" marL="0" rtl="0" algn="l">
              <a:spcBef>
                <a:spcPts val="2100"/>
              </a:spcBef>
              <a:spcAft>
                <a:spcPts val="1200"/>
              </a:spcAft>
              <a:buSzPts val="853"/>
              <a:buNone/>
            </a:pPr>
            <a:r>
              <a:t/>
            </a:r>
            <a:endParaRPr sz="1395">
              <a:latin typeface="Proxima Nova"/>
              <a:ea typeface="Proxima Nova"/>
              <a:cs typeface="Proxima Nova"/>
              <a:sym typeface="Proxima Nova"/>
            </a:endParaRPr>
          </a:p>
        </p:txBody>
      </p:sp>
      <p:sp>
        <p:nvSpPr>
          <p:cNvPr id="107" name="Google Shape;107;p18"/>
          <p:cNvSpPr/>
          <p:nvPr/>
        </p:nvSpPr>
        <p:spPr>
          <a:xfrm>
            <a:off x="5839988" y="1371900"/>
            <a:ext cx="3086100" cy="3106800"/>
          </a:xfrm>
          <a:prstGeom prst="rect">
            <a:avLst/>
          </a:prstGeom>
          <a:solidFill>
            <a:srgbClr val="E21A6B"/>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8"/>
          <p:cNvSpPr/>
          <p:nvPr/>
        </p:nvSpPr>
        <p:spPr>
          <a:xfrm>
            <a:off x="360875" y="1371900"/>
            <a:ext cx="24900" cy="7179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8"/>
          <p:cNvPicPr preferRelativeResize="0"/>
          <p:nvPr/>
        </p:nvPicPr>
        <p:blipFill rotWithShape="1">
          <a:blip r:embed="rId3">
            <a:alphaModFix/>
          </a:blip>
          <a:srcRect b="12428" l="0" r="0" t="15276"/>
          <a:stretch/>
        </p:blipFill>
        <p:spPr>
          <a:xfrm>
            <a:off x="5801036" y="1124125"/>
            <a:ext cx="3011625" cy="3259476"/>
          </a:xfrm>
          <a:prstGeom prst="rect">
            <a:avLst/>
          </a:prstGeom>
          <a:noFill/>
          <a:ln>
            <a:noFill/>
          </a:ln>
        </p:spPr>
      </p:pic>
      <p:pic>
        <p:nvPicPr>
          <p:cNvPr id="110" name="Google Shape;110;p18"/>
          <p:cNvPicPr preferRelativeResize="0"/>
          <p:nvPr/>
        </p:nvPicPr>
        <p:blipFill rotWithShape="1">
          <a:blip r:embed="rId4">
            <a:alphaModFix/>
          </a:blip>
          <a:srcRect b="0" l="0" r="0" t="0"/>
          <a:stretch/>
        </p:blipFill>
        <p:spPr>
          <a:xfrm>
            <a:off x="8203800" y="371700"/>
            <a:ext cx="548000" cy="464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14" name="Shape 114"/>
        <p:cNvGrpSpPr/>
        <p:nvPr/>
      </p:nvGrpSpPr>
      <p:grpSpPr>
        <a:xfrm>
          <a:off x="0" y="0"/>
          <a:ext cx="0" cy="0"/>
          <a:chOff x="0" y="0"/>
          <a:chExt cx="0" cy="0"/>
        </a:xfrm>
      </p:grpSpPr>
      <p:sp>
        <p:nvSpPr>
          <p:cNvPr id="115" name="Google Shape;115;p19"/>
          <p:cNvSpPr txBox="1"/>
          <p:nvPr>
            <p:ph type="title"/>
          </p:nvPr>
        </p:nvSpPr>
        <p:spPr>
          <a:xfrm>
            <a:off x="575175" y="1393473"/>
            <a:ext cx="2259900" cy="426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E21A6B"/>
                </a:solidFill>
                <a:latin typeface="Proxima Nova"/>
                <a:ea typeface="Proxima Nova"/>
                <a:cs typeface="Proxima Nova"/>
                <a:sym typeface="Proxima Nova"/>
              </a:rPr>
              <a:t>Opportunity 2</a:t>
            </a:r>
            <a:endParaRPr b="1">
              <a:solidFill>
                <a:srgbClr val="E21A6B"/>
              </a:solidFill>
              <a:latin typeface="Proxima Nova"/>
              <a:ea typeface="Proxima Nova"/>
              <a:cs typeface="Proxima Nova"/>
              <a:sym typeface="Proxima Nova"/>
            </a:endParaRPr>
          </a:p>
        </p:txBody>
      </p:sp>
      <p:sp>
        <p:nvSpPr>
          <p:cNvPr id="116" name="Google Shape;116;p19"/>
          <p:cNvSpPr txBox="1"/>
          <p:nvPr>
            <p:ph idx="1" type="body"/>
          </p:nvPr>
        </p:nvSpPr>
        <p:spPr>
          <a:xfrm>
            <a:off x="575175" y="2149175"/>
            <a:ext cx="4783200" cy="1644000"/>
          </a:xfrm>
          <a:prstGeom prst="rect">
            <a:avLst/>
          </a:prstGeom>
        </p:spPr>
        <p:txBody>
          <a:bodyPr anchorCtr="0" anchor="t" bIns="91425" lIns="91425" spcFirstLastPara="1" rIns="91425" wrap="square" tIns="91425">
            <a:noAutofit/>
          </a:bodyPr>
          <a:lstStyle/>
          <a:p>
            <a:pPr indent="0" lvl="0" marL="0" rtl="0" algn="l">
              <a:lnSpc>
                <a:spcPct val="150000"/>
              </a:lnSpc>
              <a:spcBef>
                <a:spcPts val="2100"/>
              </a:spcBef>
              <a:spcAft>
                <a:spcPts val="0"/>
              </a:spcAft>
              <a:buSzPts val="853"/>
              <a:buNone/>
            </a:pPr>
            <a:r>
              <a:rPr lang="en" sz="1208">
                <a:solidFill>
                  <a:srgbClr val="7B8898"/>
                </a:solidFill>
                <a:latin typeface="Proxima Nova"/>
                <a:ea typeface="Proxima Nova"/>
                <a:cs typeface="Proxima Nova"/>
                <a:sym typeface="Proxima Nova"/>
              </a:rPr>
              <a:t>Lorem ipsum dolor sit amet, consectetur adipiscing elit, sed do eiusmod tempor incididunt ut labore et dolore magna aliqua. Ultrices mi tempus imperdiet nulla. Tristique et egestas quis ipsum. In nulla posuere sollicitudin aliquam ultrices. Tincidunt lobortis feugiat vivamus at augue eget arcu dictum. Lacus luctus accumsan tortor posuere ac ut consequat. Commodo viverra maecenas accumsan lacus vel. Habitant morbi tristique senectus et netus et.</a:t>
            </a:r>
            <a:endParaRPr sz="1595">
              <a:latin typeface="Proxima Nova"/>
              <a:ea typeface="Proxima Nova"/>
              <a:cs typeface="Proxima Nova"/>
              <a:sym typeface="Proxima Nova"/>
            </a:endParaRPr>
          </a:p>
          <a:p>
            <a:pPr indent="0" lvl="0" marL="0" rtl="0" algn="l">
              <a:spcBef>
                <a:spcPts val="2100"/>
              </a:spcBef>
              <a:spcAft>
                <a:spcPts val="1200"/>
              </a:spcAft>
              <a:buSzPts val="853"/>
              <a:buNone/>
            </a:pPr>
            <a:r>
              <a:t/>
            </a:r>
            <a:endParaRPr sz="1395">
              <a:latin typeface="Proxima Nova"/>
              <a:ea typeface="Proxima Nova"/>
              <a:cs typeface="Proxima Nova"/>
              <a:sym typeface="Proxima Nova"/>
            </a:endParaRPr>
          </a:p>
        </p:txBody>
      </p:sp>
      <p:sp>
        <p:nvSpPr>
          <p:cNvPr id="117" name="Google Shape;117;p19"/>
          <p:cNvSpPr/>
          <p:nvPr/>
        </p:nvSpPr>
        <p:spPr>
          <a:xfrm>
            <a:off x="360875" y="1371900"/>
            <a:ext cx="24900" cy="7179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9"/>
          <p:cNvSpPr/>
          <p:nvPr/>
        </p:nvSpPr>
        <p:spPr>
          <a:xfrm>
            <a:off x="5801025" y="1491675"/>
            <a:ext cx="3149700" cy="2987100"/>
          </a:xfrm>
          <a:prstGeom prst="rect">
            <a:avLst/>
          </a:prstGeom>
          <a:solidFill>
            <a:srgbClr val="E21A6B"/>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 name="Google Shape;119;p19"/>
          <p:cNvPicPr preferRelativeResize="0"/>
          <p:nvPr/>
        </p:nvPicPr>
        <p:blipFill rotWithShape="1">
          <a:blip r:embed="rId3">
            <a:alphaModFix/>
          </a:blip>
          <a:srcRect b="0" l="21179" r="7341" t="0"/>
          <a:stretch/>
        </p:blipFill>
        <p:spPr>
          <a:xfrm>
            <a:off x="5620725" y="1380750"/>
            <a:ext cx="3202774" cy="2987025"/>
          </a:xfrm>
          <a:prstGeom prst="rect">
            <a:avLst/>
          </a:prstGeom>
          <a:noFill/>
          <a:ln>
            <a:noFill/>
          </a:ln>
        </p:spPr>
      </p:pic>
      <p:pic>
        <p:nvPicPr>
          <p:cNvPr id="120" name="Google Shape;120;p19"/>
          <p:cNvPicPr preferRelativeResize="0"/>
          <p:nvPr/>
        </p:nvPicPr>
        <p:blipFill rotWithShape="1">
          <a:blip r:embed="rId4">
            <a:alphaModFix/>
          </a:blip>
          <a:srcRect b="0" l="0" r="0" t="0"/>
          <a:stretch/>
        </p:blipFill>
        <p:spPr>
          <a:xfrm>
            <a:off x="8203800" y="371700"/>
            <a:ext cx="548000" cy="464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24" name="Shape 124"/>
        <p:cNvGrpSpPr/>
        <p:nvPr/>
      </p:nvGrpSpPr>
      <p:grpSpPr>
        <a:xfrm>
          <a:off x="0" y="0"/>
          <a:ext cx="0" cy="0"/>
          <a:chOff x="0" y="0"/>
          <a:chExt cx="0" cy="0"/>
        </a:xfrm>
      </p:grpSpPr>
      <p:sp>
        <p:nvSpPr>
          <p:cNvPr id="125" name="Google Shape;125;p20"/>
          <p:cNvSpPr txBox="1"/>
          <p:nvPr>
            <p:ph type="title"/>
          </p:nvPr>
        </p:nvSpPr>
        <p:spPr>
          <a:xfrm>
            <a:off x="575175" y="1393473"/>
            <a:ext cx="2259900" cy="426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E21A6B"/>
                </a:solidFill>
                <a:latin typeface="Proxima Nova"/>
                <a:ea typeface="Proxima Nova"/>
                <a:cs typeface="Proxima Nova"/>
                <a:sym typeface="Proxima Nova"/>
              </a:rPr>
              <a:t>Opportunity 3</a:t>
            </a:r>
            <a:endParaRPr b="1">
              <a:solidFill>
                <a:srgbClr val="E21A6B"/>
              </a:solidFill>
              <a:latin typeface="Proxima Nova"/>
              <a:ea typeface="Proxima Nova"/>
              <a:cs typeface="Proxima Nova"/>
              <a:sym typeface="Proxima Nova"/>
            </a:endParaRPr>
          </a:p>
        </p:txBody>
      </p:sp>
      <p:sp>
        <p:nvSpPr>
          <p:cNvPr id="126" name="Google Shape;126;p20"/>
          <p:cNvSpPr txBox="1"/>
          <p:nvPr>
            <p:ph idx="1" type="body"/>
          </p:nvPr>
        </p:nvSpPr>
        <p:spPr>
          <a:xfrm>
            <a:off x="575175" y="2149175"/>
            <a:ext cx="4783200" cy="1644000"/>
          </a:xfrm>
          <a:prstGeom prst="rect">
            <a:avLst/>
          </a:prstGeom>
        </p:spPr>
        <p:txBody>
          <a:bodyPr anchorCtr="0" anchor="t" bIns="91425" lIns="91425" spcFirstLastPara="1" rIns="91425" wrap="square" tIns="91425">
            <a:noAutofit/>
          </a:bodyPr>
          <a:lstStyle/>
          <a:p>
            <a:pPr indent="0" lvl="0" marL="0" rtl="0" algn="l">
              <a:lnSpc>
                <a:spcPct val="150000"/>
              </a:lnSpc>
              <a:spcBef>
                <a:spcPts val="2100"/>
              </a:spcBef>
              <a:spcAft>
                <a:spcPts val="0"/>
              </a:spcAft>
              <a:buSzPts val="853"/>
              <a:buNone/>
            </a:pPr>
            <a:r>
              <a:rPr lang="en" sz="1208">
                <a:solidFill>
                  <a:srgbClr val="7B8898"/>
                </a:solidFill>
                <a:latin typeface="Proxima Nova"/>
                <a:ea typeface="Proxima Nova"/>
                <a:cs typeface="Proxima Nova"/>
                <a:sym typeface="Proxima Nova"/>
              </a:rPr>
              <a:t>Lorem ipsum dolor sit amet, consectetur adipiscing elit, sed do eiusmod tempor incididunt ut labore et dolore magna aliqua. Ultrices mi tempus imperdiet nulla. Tristique et egestas quis ipsum. In nulla posuere sollicitudin aliquam ultrices. Tincidunt lobortis feugiat vivamus at augue eget arcu dictum. Lacus luctus accumsan tortor posuere ac ut consequat. Commodo viverra maecenas accumsan lacus vel. Habitant morbi tristique senectus et netus et.</a:t>
            </a:r>
            <a:endParaRPr sz="1595">
              <a:latin typeface="Proxima Nova"/>
              <a:ea typeface="Proxima Nova"/>
              <a:cs typeface="Proxima Nova"/>
              <a:sym typeface="Proxima Nova"/>
            </a:endParaRPr>
          </a:p>
          <a:p>
            <a:pPr indent="0" lvl="0" marL="0" rtl="0" algn="l">
              <a:spcBef>
                <a:spcPts val="2100"/>
              </a:spcBef>
              <a:spcAft>
                <a:spcPts val="1200"/>
              </a:spcAft>
              <a:buSzPts val="853"/>
              <a:buNone/>
            </a:pPr>
            <a:r>
              <a:t/>
            </a:r>
            <a:endParaRPr sz="1395">
              <a:latin typeface="Proxima Nova"/>
              <a:ea typeface="Proxima Nova"/>
              <a:cs typeface="Proxima Nova"/>
              <a:sym typeface="Proxima Nova"/>
            </a:endParaRPr>
          </a:p>
        </p:txBody>
      </p:sp>
      <p:sp>
        <p:nvSpPr>
          <p:cNvPr id="127" name="Google Shape;127;p20"/>
          <p:cNvSpPr/>
          <p:nvPr/>
        </p:nvSpPr>
        <p:spPr>
          <a:xfrm>
            <a:off x="360875" y="1371900"/>
            <a:ext cx="24900" cy="7179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0"/>
          <p:cNvSpPr/>
          <p:nvPr/>
        </p:nvSpPr>
        <p:spPr>
          <a:xfrm>
            <a:off x="5801025" y="1371900"/>
            <a:ext cx="3149700" cy="3106800"/>
          </a:xfrm>
          <a:prstGeom prst="rect">
            <a:avLst/>
          </a:prstGeom>
          <a:solidFill>
            <a:srgbClr val="E21A6B"/>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9" name="Google Shape;129;p20"/>
          <p:cNvPicPr preferRelativeResize="0"/>
          <p:nvPr/>
        </p:nvPicPr>
        <p:blipFill rotWithShape="1">
          <a:blip r:embed="rId3">
            <a:alphaModFix/>
          </a:blip>
          <a:srcRect b="4947" l="0" r="0" t="18348"/>
          <a:stretch/>
        </p:blipFill>
        <p:spPr>
          <a:xfrm>
            <a:off x="5748000" y="1255250"/>
            <a:ext cx="3054275" cy="3106800"/>
          </a:xfrm>
          <a:prstGeom prst="rect">
            <a:avLst/>
          </a:prstGeom>
          <a:noFill/>
          <a:ln>
            <a:noFill/>
          </a:ln>
        </p:spPr>
      </p:pic>
      <p:pic>
        <p:nvPicPr>
          <p:cNvPr id="130" name="Google Shape;130;p20"/>
          <p:cNvPicPr preferRelativeResize="0"/>
          <p:nvPr/>
        </p:nvPicPr>
        <p:blipFill rotWithShape="1">
          <a:blip r:embed="rId4">
            <a:alphaModFix/>
          </a:blip>
          <a:srcRect b="0" l="0" r="0" t="0"/>
          <a:stretch/>
        </p:blipFill>
        <p:spPr>
          <a:xfrm>
            <a:off x="8203800" y="371700"/>
            <a:ext cx="548000" cy="464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34" name="Shape 134"/>
        <p:cNvGrpSpPr/>
        <p:nvPr/>
      </p:nvGrpSpPr>
      <p:grpSpPr>
        <a:xfrm>
          <a:off x="0" y="0"/>
          <a:ext cx="0" cy="0"/>
          <a:chOff x="0" y="0"/>
          <a:chExt cx="0" cy="0"/>
        </a:xfrm>
      </p:grpSpPr>
      <p:sp>
        <p:nvSpPr>
          <p:cNvPr id="135" name="Google Shape;135;p21"/>
          <p:cNvSpPr txBox="1"/>
          <p:nvPr>
            <p:ph type="title"/>
          </p:nvPr>
        </p:nvSpPr>
        <p:spPr>
          <a:xfrm>
            <a:off x="575175" y="1393473"/>
            <a:ext cx="2259900" cy="426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E21A6B"/>
                </a:solidFill>
                <a:latin typeface="Proxima Nova"/>
                <a:ea typeface="Proxima Nova"/>
                <a:cs typeface="Proxima Nova"/>
                <a:sym typeface="Proxima Nova"/>
              </a:rPr>
              <a:t>Opportunity 4</a:t>
            </a:r>
            <a:endParaRPr b="1">
              <a:solidFill>
                <a:srgbClr val="E21A6B"/>
              </a:solidFill>
              <a:latin typeface="Proxima Nova"/>
              <a:ea typeface="Proxima Nova"/>
              <a:cs typeface="Proxima Nova"/>
              <a:sym typeface="Proxima Nova"/>
            </a:endParaRPr>
          </a:p>
        </p:txBody>
      </p:sp>
      <p:sp>
        <p:nvSpPr>
          <p:cNvPr id="136" name="Google Shape;136;p21"/>
          <p:cNvSpPr txBox="1"/>
          <p:nvPr>
            <p:ph idx="1" type="body"/>
          </p:nvPr>
        </p:nvSpPr>
        <p:spPr>
          <a:xfrm>
            <a:off x="575175" y="2149175"/>
            <a:ext cx="4783200" cy="1644000"/>
          </a:xfrm>
          <a:prstGeom prst="rect">
            <a:avLst/>
          </a:prstGeom>
        </p:spPr>
        <p:txBody>
          <a:bodyPr anchorCtr="0" anchor="t" bIns="91425" lIns="91425" spcFirstLastPara="1" rIns="91425" wrap="square" tIns="91425">
            <a:noAutofit/>
          </a:bodyPr>
          <a:lstStyle/>
          <a:p>
            <a:pPr indent="0" lvl="0" marL="0" rtl="0" algn="l">
              <a:lnSpc>
                <a:spcPct val="150000"/>
              </a:lnSpc>
              <a:spcBef>
                <a:spcPts val="2100"/>
              </a:spcBef>
              <a:spcAft>
                <a:spcPts val="0"/>
              </a:spcAft>
              <a:buSzPts val="853"/>
              <a:buNone/>
            </a:pPr>
            <a:r>
              <a:rPr lang="en" sz="1208">
                <a:solidFill>
                  <a:srgbClr val="7B8898"/>
                </a:solidFill>
                <a:latin typeface="Proxima Nova"/>
                <a:ea typeface="Proxima Nova"/>
                <a:cs typeface="Proxima Nova"/>
                <a:sym typeface="Proxima Nova"/>
              </a:rPr>
              <a:t>Lorem ipsum dolor sit amet, consectetur adipiscing elit, sed do eiusmod tempor incididunt ut labore et dolore magna aliqua. Ultrices mi tempus imperdiet nulla. Tristique et egestas quis ipsum. In nulla posuere sollicitudin aliquam ultrices. Tincidunt lobortis feugiat vivamus at augue eget arcu dictum. Lacus luctus accumsan tortor posuere ac ut consequat. Commodo viverra maecenas accumsan lacus vel. Habitant morbi tristique senectus et netus et.</a:t>
            </a:r>
            <a:endParaRPr sz="1595">
              <a:latin typeface="Proxima Nova"/>
              <a:ea typeface="Proxima Nova"/>
              <a:cs typeface="Proxima Nova"/>
              <a:sym typeface="Proxima Nova"/>
            </a:endParaRPr>
          </a:p>
          <a:p>
            <a:pPr indent="0" lvl="0" marL="0" rtl="0" algn="l">
              <a:spcBef>
                <a:spcPts val="2100"/>
              </a:spcBef>
              <a:spcAft>
                <a:spcPts val="1200"/>
              </a:spcAft>
              <a:buSzPts val="853"/>
              <a:buNone/>
            </a:pPr>
            <a:r>
              <a:t/>
            </a:r>
            <a:endParaRPr sz="1395">
              <a:latin typeface="Proxima Nova"/>
              <a:ea typeface="Proxima Nova"/>
              <a:cs typeface="Proxima Nova"/>
              <a:sym typeface="Proxima Nova"/>
            </a:endParaRPr>
          </a:p>
        </p:txBody>
      </p:sp>
      <p:sp>
        <p:nvSpPr>
          <p:cNvPr id="137" name="Google Shape;137;p21"/>
          <p:cNvSpPr/>
          <p:nvPr/>
        </p:nvSpPr>
        <p:spPr>
          <a:xfrm>
            <a:off x="360875" y="1371900"/>
            <a:ext cx="24900" cy="7179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1"/>
          <p:cNvSpPr/>
          <p:nvPr/>
        </p:nvSpPr>
        <p:spPr>
          <a:xfrm>
            <a:off x="5801025" y="1371900"/>
            <a:ext cx="3149700" cy="3106800"/>
          </a:xfrm>
          <a:prstGeom prst="rect">
            <a:avLst/>
          </a:prstGeom>
          <a:solidFill>
            <a:srgbClr val="E21A6B"/>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9" name="Google Shape;139;p21"/>
          <p:cNvPicPr preferRelativeResize="0"/>
          <p:nvPr/>
        </p:nvPicPr>
        <p:blipFill rotWithShape="1">
          <a:blip r:embed="rId3">
            <a:alphaModFix/>
          </a:blip>
          <a:srcRect b="0" l="0" r="30241" t="0"/>
          <a:stretch/>
        </p:blipFill>
        <p:spPr>
          <a:xfrm>
            <a:off x="5561864" y="1221450"/>
            <a:ext cx="3251011" cy="3106800"/>
          </a:xfrm>
          <a:prstGeom prst="rect">
            <a:avLst/>
          </a:prstGeom>
          <a:noFill/>
          <a:ln>
            <a:noFill/>
          </a:ln>
        </p:spPr>
      </p:pic>
      <p:pic>
        <p:nvPicPr>
          <p:cNvPr id="140" name="Google Shape;140;p21"/>
          <p:cNvPicPr preferRelativeResize="0"/>
          <p:nvPr/>
        </p:nvPicPr>
        <p:blipFill rotWithShape="1">
          <a:blip r:embed="rId4">
            <a:alphaModFix/>
          </a:blip>
          <a:srcRect b="0" l="0" r="0" t="0"/>
          <a:stretch/>
        </p:blipFill>
        <p:spPr>
          <a:xfrm>
            <a:off x="8203800" y="371700"/>
            <a:ext cx="548000" cy="4641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44" name="Shape 144"/>
        <p:cNvGrpSpPr/>
        <p:nvPr/>
      </p:nvGrpSpPr>
      <p:grpSpPr>
        <a:xfrm>
          <a:off x="0" y="0"/>
          <a:ext cx="0" cy="0"/>
          <a:chOff x="0" y="0"/>
          <a:chExt cx="0" cy="0"/>
        </a:xfrm>
      </p:grpSpPr>
      <p:sp>
        <p:nvSpPr>
          <p:cNvPr id="145" name="Google Shape;145;p22"/>
          <p:cNvSpPr txBox="1"/>
          <p:nvPr>
            <p:ph type="title"/>
          </p:nvPr>
        </p:nvSpPr>
        <p:spPr>
          <a:xfrm>
            <a:off x="575175" y="1393473"/>
            <a:ext cx="2259900" cy="426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E21A6B"/>
                </a:solidFill>
                <a:latin typeface="Proxima Nova"/>
                <a:ea typeface="Proxima Nova"/>
                <a:cs typeface="Proxima Nova"/>
                <a:sym typeface="Proxima Nova"/>
              </a:rPr>
              <a:t>Opportunity 5</a:t>
            </a:r>
            <a:endParaRPr b="1">
              <a:solidFill>
                <a:srgbClr val="E21A6B"/>
              </a:solidFill>
              <a:latin typeface="Proxima Nova"/>
              <a:ea typeface="Proxima Nova"/>
              <a:cs typeface="Proxima Nova"/>
              <a:sym typeface="Proxima Nova"/>
            </a:endParaRPr>
          </a:p>
        </p:txBody>
      </p:sp>
      <p:sp>
        <p:nvSpPr>
          <p:cNvPr id="146" name="Google Shape;146;p22"/>
          <p:cNvSpPr txBox="1"/>
          <p:nvPr>
            <p:ph idx="1" type="body"/>
          </p:nvPr>
        </p:nvSpPr>
        <p:spPr>
          <a:xfrm>
            <a:off x="575175" y="2149175"/>
            <a:ext cx="4783200" cy="1644000"/>
          </a:xfrm>
          <a:prstGeom prst="rect">
            <a:avLst/>
          </a:prstGeom>
        </p:spPr>
        <p:txBody>
          <a:bodyPr anchorCtr="0" anchor="t" bIns="91425" lIns="91425" spcFirstLastPara="1" rIns="91425" wrap="square" tIns="91425">
            <a:noAutofit/>
          </a:bodyPr>
          <a:lstStyle/>
          <a:p>
            <a:pPr indent="0" lvl="0" marL="0" rtl="0" algn="l">
              <a:lnSpc>
                <a:spcPct val="150000"/>
              </a:lnSpc>
              <a:spcBef>
                <a:spcPts val="2100"/>
              </a:spcBef>
              <a:spcAft>
                <a:spcPts val="0"/>
              </a:spcAft>
              <a:buSzPts val="853"/>
              <a:buNone/>
            </a:pPr>
            <a:r>
              <a:rPr lang="en" sz="1208">
                <a:solidFill>
                  <a:srgbClr val="7B8898"/>
                </a:solidFill>
                <a:latin typeface="Proxima Nova"/>
                <a:ea typeface="Proxima Nova"/>
                <a:cs typeface="Proxima Nova"/>
                <a:sym typeface="Proxima Nova"/>
              </a:rPr>
              <a:t>Lorem ipsum dolor sit amet, consectetur adipiscing elit, sed do eiusmod tempor incididunt ut labore et dolore magna aliqua. Ultrices mi tempus imperdiet nulla. Tristique et egestas quis ipsum. In nulla posuere sollicitudin aliquam ultrices. Tincidunt lobortis feugiat vivamus at augue eget arcu dictum. Lacus luctus accumsan tortor posuere ac ut consequat. Commodo viverra maecenas accumsan lacus vel. Habitant morbi tristique senectus et netus et.</a:t>
            </a:r>
            <a:endParaRPr sz="1595">
              <a:latin typeface="Proxima Nova"/>
              <a:ea typeface="Proxima Nova"/>
              <a:cs typeface="Proxima Nova"/>
              <a:sym typeface="Proxima Nova"/>
            </a:endParaRPr>
          </a:p>
          <a:p>
            <a:pPr indent="0" lvl="0" marL="0" rtl="0" algn="l">
              <a:spcBef>
                <a:spcPts val="2100"/>
              </a:spcBef>
              <a:spcAft>
                <a:spcPts val="1200"/>
              </a:spcAft>
              <a:buSzPts val="853"/>
              <a:buNone/>
            </a:pPr>
            <a:r>
              <a:t/>
            </a:r>
            <a:endParaRPr sz="1395">
              <a:latin typeface="Proxima Nova"/>
              <a:ea typeface="Proxima Nova"/>
              <a:cs typeface="Proxima Nova"/>
              <a:sym typeface="Proxima Nova"/>
            </a:endParaRPr>
          </a:p>
        </p:txBody>
      </p:sp>
      <p:sp>
        <p:nvSpPr>
          <p:cNvPr id="147" name="Google Shape;147;p22"/>
          <p:cNvSpPr/>
          <p:nvPr/>
        </p:nvSpPr>
        <p:spPr>
          <a:xfrm>
            <a:off x="360875" y="1371900"/>
            <a:ext cx="24900" cy="7179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2"/>
          <p:cNvSpPr/>
          <p:nvPr/>
        </p:nvSpPr>
        <p:spPr>
          <a:xfrm>
            <a:off x="5801025" y="1371900"/>
            <a:ext cx="3149700" cy="3106800"/>
          </a:xfrm>
          <a:prstGeom prst="rect">
            <a:avLst/>
          </a:prstGeom>
          <a:solidFill>
            <a:srgbClr val="E21A6B"/>
          </a:solidFill>
          <a:ln cap="flat" cmpd="sng" w="9525">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9" name="Google Shape;149;p22"/>
          <p:cNvPicPr preferRelativeResize="0"/>
          <p:nvPr/>
        </p:nvPicPr>
        <p:blipFill rotWithShape="1">
          <a:blip r:embed="rId3">
            <a:alphaModFix/>
          </a:blip>
          <a:srcRect b="0" l="18612" r="16697" t="0"/>
          <a:stretch/>
        </p:blipFill>
        <p:spPr>
          <a:xfrm>
            <a:off x="5726775" y="1273775"/>
            <a:ext cx="3101226" cy="3056001"/>
          </a:xfrm>
          <a:prstGeom prst="rect">
            <a:avLst/>
          </a:prstGeom>
          <a:noFill/>
          <a:ln>
            <a:noFill/>
          </a:ln>
        </p:spPr>
      </p:pic>
      <p:pic>
        <p:nvPicPr>
          <p:cNvPr id="150" name="Google Shape;150;p22"/>
          <p:cNvPicPr preferRelativeResize="0"/>
          <p:nvPr/>
        </p:nvPicPr>
        <p:blipFill rotWithShape="1">
          <a:blip r:embed="rId4">
            <a:alphaModFix/>
          </a:blip>
          <a:srcRect b="0" l="0" r="0" t="0"/>
          <a:stretch/>
        </p:blipFill>
        <p:spPr>
          <a:xfrm>
            <a:off x="8203800" y="371700"/>
            <a:ext cx="548000" cy="464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154" name="Shape 154"/>
        <p:cNvGrpSpPr/>
        <p:nvPr/>
      </p:nvGrpSpPr>
      <p:grpSpPr>
        <a:xfrm>
          <a:off x="0" y="0"/>
          <a:ext cx="0" cy="0"/>
          <a:chOff x="0" y="0"/>
          <a:chExt cx="0" cy="0"/>
        </a:xfrm>
      </p:grpSpPr>
      <p:sp>
        <p:nvSpPr>
          <p:cNvPr id="155" name="Google Shape;155;p23"/>
          <p:cNvSpPr txBox="1"/>
          <p:nvPr>
            <p:ph type="title"/>
          </p:nvPr>
        </p:nvSpPr>
        <p:spPr>
          <a:xfrm>
            <a:off x="4388400" y="2108000"/>
            <a:ext cx="4457700" cy="648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SzPts val="990"/>
              <a:buNone/>
            </a:pPr>
            <a:r>
              <a:rPr lang="en" sz="4320">
                <a:solidFill>
                  <a:schemeClr val="lt1"/>
                </a:solidFill>
                <a:latin typeface="Proxima Nova Extrabold"/>
                <a:ea typeface="Proxima Nova Extrabold"/>
                <a:cs typeface="Proxima Nova Extrabold"/>
                <a:sym typeface="Proxima Nova Extrabold"/>
              </a:rPr>
              <a:t>THANK YOU!</a:t>
            </a:r>
            <a:endParaRPr sz="4320">
              <a:solidFill>
                <a:schemeClr val="lt1"/>
              </a:solidFill>
              <a:latin typeface="Proxima Nova Extrabold"/>
              <a:ea typeface="Proxima Nova Extrabold"/>
              <a:cs typeface="Proxima Nova Extrabold"/>
              <a:sym typeface="Proxima Nova Extrabold"/>
            </a:endParaRPr>
          </a:p>
        </p:txBody>
      </p:sp>
      <p:pic>
        <p:nvPicPr>
          <p:cNvPr id="156" name="Google Shape;156;p23"/>
          <p:cNvPicPr preferRelativeResize="0"/>
          <p:nvPr/>
        </p:nvPicPr>
        <p:blipFill>
          <a:blip r:embed="rId3">
            <a:alphaModFix/>
          </a:blip>
          <a:stretch>
            <a:fillRect/>
          </a:stretch>
        </p:blipFill>
        <p:spPr>
          <a:xfrm>
            <a:off x="6825850" y="3988125"/>
            <a:ext cx="1897875" cy="446925"/>
          </a:xfrm>
          <a:prstGeom prst="rect">
            <a:avLst/>
          </a:prstGeom>
          <a:noFill/>
          <a:ln>
            <a:noFill/>
          </a:ln>
        </p:spPr>
      </p:pic>
      <p:pic>
        <p:nvPicPr>
          <p:cNvPr id="157" name="Google Shape;157;p23"/>
          <p:cNvPicPr preferRelativeResize="0"/>
          <p:nvPr/>
        </p:nvPicPr>
        <p:blipFill>
          <a:blip r:embed="rId4">
            <a:alphaModFix/>
          </a:blip>
          <a:stretch>
            <a:fillRect/>
          </a:stretch>
        </p:blipFill>
        <p:spPr>
          <a:xfrm rot="3020700">
            <a:off x="381281" y="-4029789"/>
            <a:ext cx="4595790" cy="924745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