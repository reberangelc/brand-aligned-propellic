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 id="2147483701" r:id="rId5"/>
    <p:sldMasterId id="214748370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5143500" cx="9144000"/>
  <p:notesSz cx="6858000" cy="9144000"/>
  <p:embeddedFontLst>
    <p:embeddedFont>
      <p:font typeface="Roboto"/>
      <p:regular r:id="rId38"/>
      <p:bold r:id="rId39"/>
      <p:italic r:id="rId40"/>
      <p:boldItalic r:id="rId41"/>
    </p:embeddedFont>
    <p:embeddedFont>
      <p:font typeface="Proxima Nova"/>
      <p:regular r:id="rId42"/>
      <p:bold r:id="rId43"/>
      <p:italic r:id="rId44"/>
      <p:boldItalic r:id="rId45"/>
    </p:embeddedFont>
    <p:embeddedFont>
      <p:font typeface="Montserrat"/>
      <p:regular r:id="rId46"/>
      <p:bold r:id="rId47"/>
      <p:italic r:id="rId48"/>
      <p:boldItalic r:id="rId49"/>
    </p:embeddedFont>
    <p:embeddedFont>
      <p:font typeface="Varela Round"/>
      <p:regular r:id="rId50"/>
    </p:embeddedFont>
    <p:embeddedFont>
      <p:font typeface="Century Gothic"/>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18474A-87E9-457E-9390-6B90EECAD0AA}">
  <a:tblStyle styleId="{C818474A-87E9-457E-9390-6B90EECAD0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4D97F81-5C2B-4941-A415-2EDB4B7FA0B2}"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42" Type="http://schemas.openxmlformats.org/officeDocument/2006/relationships/font" Target="fonts/ProximaNova-regular.fntdata"/><Relationship Id="rId41" Type="http://schemas.openxmlformats.org/officeDocument/2006/relationships/font" Target="fonts/Roboto-boldItalic.fntdata"/><Relationship Id="rId44" Type="http://schemas.openxmlformats.org/officeDocument/2006/relationships/font" Target="fonts/ProximaNova-italic.fntdata"/><Relationship Id="rId43" Type="http://schemas.openxmlformats.org/officeDocument/2006/relationships/font" Target="fonts/ProximaNova-bold.fntdata"/><Relationship Id="rId46" Type="http://schemas.openxmlformats.org/officeDocument/2006/relationships/font" Target="fonts/Montserrat-regular.fntdata"/><Relationship Id="rId45" Type="http://schemas.openxmlformats.org/officeDocument/2006/relationships/font" Target="fonts/ProximaNova-boldItalic.fntdata"/><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font" Target="fonts/Roboto-bold.fntdata"/><Relationship Id="rId38" Type="http://schemas.openxmlformats.org/officeDocument/2006/relationships/font" Target="fonts/Roboto-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CenturyGothic-regular.fntdata"/><Relationship Id="rId50" Type="http://schemas.openxmlformats.org/officeDocument/2006/relationships/font" Target="fonts/VarelaRound-regular.fntdata"/><Relationship Id="rId53" Type="http://schemas.openxmlformats.org/officeDocument/2006/relationships/font" Target="fonts/CenturyGothic-italic.fntdata"/><Relationship Id="rId52" Type="http://schemas.openxmlformats.org/officeDocument/2006/relationships/font" Target="fonts/CenturyGothic-bold.fntdata"/><Relationship Id="rId11" Type="http://schemas.openxmlformats.org/officeDocument/2006/relationships/slide" Target="slides/slide4.xml"/><Relationship Id="rId10" Type="http://schemas.openxmlformats.org/officeDocument/2006/relationships/slide" Target="slides/slide3.xml"/><Relationship Id="rId54" Type="http://schemas.openxmlformats.org/officeDocument/2006/relationships/font" Target="fonts/CenturyGothic-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80573a88e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780573a88e_1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rPr>
              <a:t>Note: If any Slides are rearranged in this deck, or new slides are added, the Script in the WQA will no longer function. The attribute “industrySlideMap” will need to update accordingly.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780573a88e_1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780573a88e_1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SLIDES_API157192606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SLIDES_API157192606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SLIDES_API58676249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SLIDES_API58676249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SLIDES_API199441335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SLIDES_API199441335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SLIDES_API145515643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SLIDES_API145515643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SLIDES_API152307586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SLIDES_API152307586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SLIDES_API148438896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SLIDES_API148438896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SLIDES_API5608769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SLIDES_API5608769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SLIDES_API146251806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SLIDES_API146251806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SLIDES_API42823753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SLIDES_API42823753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SLIDES_API50029166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SLIDES_API50029166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SLIDES_API34342255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SLIDES_API34342255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SLIDES_API50380951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SLIDES_API5038095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SLIDES_API21245193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SLIDES_API21245193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SLIDES_API21715372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SLIDES_API2171537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780573a88e_1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780573a88e_1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SLIDES_API1602402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SLIDES_API160240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780573a88e_1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780573a88e_1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780573a88e_1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780573a88e_1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780573a88e_1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780573a88e_1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SLIDES_API32913139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SLIDES_API32913139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780573a88e_1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780573a88e_1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780573a88e_1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780573a88e_1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780573a88e_1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780573a88e_1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780573a88e_1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780573a88e_1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780573a88e_1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780573a88e_1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780573a88e_1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780573a88e_1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780573a88e_1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780573a88e_1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780573a88e_1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780573a88e_1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2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2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31.png"/><Relationship Id="rId5" Type="http://schemas.openxmlformats.org/officeDocument/2006/relationships/image" Target="../media/image9.png"/><Relationship Id="rId6"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50" name="Shape 50"/>
        <p:cNvGrpSpPr/>
        <p:nvPr/>
      </p:nvGrpSpPr>
      <p:grpSpPr>
        <a:xfrm>
          <a:off x="0" y="0"/>
          <a:ext cx="0" cy="0"/>
          <a:chOff x="0" y="0"/>
          <a:chExt cx="0" cy="0"/>
        </a:xfrm>
      </p:grpSpPr>
      <p:sp>
        <p:nvSpPr>
          <p:cNvPr id="51" name="Google Shape;51;p13"/>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73" name="Google Shape;73;p13"/>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434343"/>
              </a:buClr>
              <a:buSzPts val="4800"/>
              <a:buNone/>
              <a:defRPr sz="4800">
                <a:solidFill>
                  <a:srgbClr val="434343"/>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74" name="Shape 74"/>
        <p:cNvGrpSpPr/>
        <p:nvPr/>
      </p:nvGrpSpPr>
      <p:grpSpPr>
        <a:xfrm>
          <a:off x="0" y="0"/>
          <a:ext cx="0" cy="0"/>
          <a:chOff x="0" y="0"/>
          <a:chExt cx="0" cy="0"/>
        </a:xfrm>
      </p:grpSpPr>
      <p:sp>
        <p:nvSpPr>
          <p:cNvPr id="75" name="Google Shape;75;p14"/>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76" name="Google Shape;76;p14"/>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8" name="Google Shape;98;p14"/>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34343"/>
              </a:buClr>
              <a:buSzPts val="1800"/>
              <a:buNone/>
              <a:defRPr sz="1800">
                <a:solidFill>
                  <a:srgbClr val="434343"/>
                </a:solidFill>
              </a:defRPr>
            </a:lvl1pPr>
            <a:lvl2pPr lvl="1" rtl="0" algn="ctr">
              <a:spcBef>
                <a:spcPts val="1600"/>
              </a:spcBef>
              <a:spcAft>
                <a:spcPts val="0"/>
              </a:spcAft>
              <a:buClr>
                <a:srgbClr val="434343"/>
              </a:buClr>
              <a:buSzPts val="1800"/>
              <a:buNone/>
              <a:defRPr sz="1800">
                <a:solidFill>
                  <a:srgbClr val="434343"/>
                </a:solidFill>
              </a:defRPr>
            </a:lvl2pPr>
            <a:lvl3pPr lvl="2" rtl="0" algn="ctr">
              <a:spcBef>
                <a:spcPts val="1600"/>
              </a:spcBef>
              <a:spcAft>
                <a:spcPts val="0"/>
              </a:spcAft>
              <a:buClr>
                <a:srgbClr val="434343"/>
              </a:buClr>
              <a:buSzPts val="1800"/>
              <a:buNone/>
              <a:defRPr sz="1800">
                <a:solidFill>
                  <a:srgbClr val="434343"/>
                </a:solidFill>
              </a:defRPr>
            </a:lvl3pPr>
            <a:lvl4pPr lvl="3" rtl="0" algn="ctr">
              <a:spcBef>
                <a:spcPts val="1600"/>
              </a:spcBef>
              <a:spcAft>
                <a:spcPts val="0"/>
              </a:spcAft>
              <a:buClr>
                <a:srgbClr val="434343"/>
              </a:buClr>
              <a:buSzPts val="1400"/>
              <a:buNone/>
              <a:defRPr>
                <a:solidFill>
                  <a:srgbClr val="434343"/>
                </a:solidFill>
              </a:defRPr>
            </a:lvl4pPr>
            <a:lvl5pPr lvl="4" rtl="0" algn="ctr">
              <a:spcBef>
                <a:spcPts val="1600"/>
              </a:spcBef>
              <a:spcAft>
                <a:spcPts val="0"/>
              </a:spcAft>
              <a:buClr>
                <a:srgbClr val="434343"/>
              </a:buClr>
              <a:buSzPts val="1400"/>
              <a:buNone/>
              <a:defRPr>
                <a:solidFill>
                  <a:srgbClr val="434343"/>
                </a:solidFill>
              </a:defRPr>
            </a:lvl5pPr>
            <a:lvl6pPr lvl="5" rtl="0" algn="ctr">
              <a:spcBef>
                <a:spcPts val="1600"/>
              </a:spcBef>
              <a:spcAft>
                <a:spcPts val="0"/>
              </a:spcAft>
              <a:buClr>
                <a:srgbClr val="434343"/>
              </a:buClr>
              <a:buSzPts val="1400"/>
              <a:buNone/>
              <a:defRPr>
                <a:solidFill>
                  <a:srgbClr val="434343"/>
                </a:solidFill>
              </a:defRPr>
            </a:lvl6pPr>
            <a:lvl7pPr lvl="6" rtl="0" algn="ctr">
              <a:spcBef>
                <a:spcPts val="1600"/>
              </a:spcBef>
              <a:spcAft>
                <a:spcPts val="0"/>
              </a:spcAft>
              <a:buClr>
                <a:srgbClr val="434343"/>
              </a:buClr>
              <a:buSzPts val="1400"/>
              <a:buNone/>
              <a:defRPr>
                <a:solidFill>
                  <a:srgbClr val="434343"/>
                </a:solidFill>
              </a:defRPr>
            </a:lvl7pPr>
            <a:lvl8pPr lvl="7" rtl="0" algn="ctr">
              <a:spcBef>
                <a:spcPts val="1600"/>
              </a:spcBef>
              <a:spcAft>
                <a:spcPts val="0"/>
              </a:spcAft>
              <a:buClr>
                <a:srgbClr val="434343"/>
              </a:buClr>
              <a:buSzPts val="1400"/>
              <a:buNone/>
              <a:defRPr>
                <a:solidFill>
                  <a:srgbClr val="434343"/>
                </a:solidFill>
              </a:defRPr>
            </a:lvl8pPr>
            <a:lvl9pPr lvl="8" rtl="0" algn="ctr">
              <a:spcBef>
                <a:spcPts val="1600"/>
              </a:spcBef>
              <a:spcAft>
                <a:spcPts val="1600"/>
              </a:spcAft>
              <a:buClr>
                <a:srgbClr val="434343"/>
              </a:buClr>
              <a:buSzPts val="1400"/>
              <a:buNone/>
              <a:defRPr>
                <a:solidFill>
                  <a:srgbClr val="434343"/>
                </a:solidFill>
              </a:defRPr>
            </a:lvl9pPr>
          </a:lstStyle>
          <a:p/>
        </p:txBody>
      </p:sp>
      <p:sp>
        <p:nvSpPr>
          <p:cNvPr id="99" name="Google Shape;99;p14"/>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101" name="Shape 101"/>
        <p:cNvGrpSpPr/>
        <p:nvPr/>
      </p:nvGrpSpPr>
      <p:grpSpPr>
        <a:xfrm>
          <a:off x="0" y="0"/>
          <a:ext cx="0" cy="0"/>
          <a:chOff x="0" y="0"/>
          <a:chExt cx="0" cy="0"/>
        </a:xfrm>
      </p:grpSpPr>
      <p:sp>
        <p:nvSpPr>
          <p:cNvPr id="102" name="Google Shape;102;p15"/>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rtl="0" algn="ctr">
              <a:spcBef>
                <a:spcPts val="0"/>
              </a:spcBef>
              <a:spcAft>
                <a:spcPts val="0"/>
              </a:spcAft>
              <a:buSzPts val="2400"/>
              <a:buChar char="●"/>
              <a:defRPr i="1" sz="2400"/>
            </a:lvl1pPr>
            <a:lvl2pPr indent="-317500" lvl="1" marL="914400" rtl="0" algn="ctr">
              <a:spcBef>
                <a:spcPts val="1600"/>
              </a:spcBef>
              <a:spcAft>
                <a:spcPts val="0"/>
              </a:spcAft>
              <a:buSzPts val="1400"/>
              <a:buChar char="○"/>
              <a:defRPr i="1"/>
            </a:lvl2pPr>
            <a:lvl3pPr indent="-317500" lvl="2" marL="1371600" rtl="0" algn="ctr">
              <a:spcBef>
                <a:spcPts val="1600"/>
              </a:spcBef>
              <a:spcAft>
                <a:spcPts val="0"/>
              </a:spcAft>
              <a:buSzPts val="1400"/>
              <a:buChar char="■"/>
              <a:defRPr i="1"/>
            </a:lvl3pPr>
            <a:lvl4pPr indent="-381000" lvl="3" marL="1828800" rtl="0" algn="ctr">
              <a:spcBef>
                <a:spcPts val="1600"/>
              </a:spcBef>
              <a:spcAft>
                <a:spcPts val="0"/>
              </a:spcAft>
              <a:buSzPts val="2400"/>
              <a:buChar char="●"/>
              <a:defRPr i="1" sz="2400"/>
            </a:lvl4pPr>
            <a:lvl5pPr indent="-381000" lvl="4" marL="2286000" rtl="0" algn="ctr">
              <a:spcBef>
                <a:spcPts val="1600"/>
              </a:spcBef>
              <a:spcAft>
                <a:spcPts val="0"/>
              </a:spcAft>
              <a:buSzPts val="2400"/>
              <a:buChar char="○"/>
              <a:defRPr i="1" sz="2400"/>
            </a:lvl5pPr>
            <a:lvl6pPr indent="-381000" lvl="5" marL="2743200" rtl="0" algn="ctr">
              <a:spcBef>
                <a:spcPts val="1600"/>
              </a:spcBef>
              <a:spcAft>
                <a:spcPts val="0"/>
              </a:spcAft>
              <a:buSzPts val="2400"/>
              <a:buChar char="■"/>
              <a:defRPr i="1" sz="2400"/>
            </a:lvl6pPr>
            <a:lvl7pPr indent="-381000" lvl="6" marL="3200400" rtl="0" algn="ctr">
              <a:spcBef>
                <a:spcPts val="1600"/>
              </a:spcBef>
              <a:spcAft>
                <a:spcPts val="0"/>
              </a:spcAft>
              <a:buSzPts val="2400"/>
              <a:buChar char="●"/>
              <a:defRPr i="1" sz="2400"/>
            </a:lvl7pPr>
            <a:lvl8pPr indent="-381000" lvl="7" marL="3657600" rtl="0" algn="ctr">
              <a:spcBef>
                <a:spcPts val="1600"/>
              </a:spcBef>
              <a:spcAft>
                <a:spcPts val="0"/>
              </a:spcAft>
              <a:buSzPts val="2400"/>
              <a:buChar char="○"/>
              <a:defRPr i="1" sz="2400"/>
            </a:lvl8pPr>
            <a:lvl9pPr indent="-381000" lvl="8" marL="4114800" rtl="0" algn="ctr">
              <a:spcBef>
                <a:spcPts val="1600"/>
              </a:spcBef>
              <a:spcAft>
                <a:spcPts val="1600"/>
              </a:spcAft>
              <a:buSzPts val="2400"/>
              <a:buChar char="■"/>
              <a:defRPr i="1" sz="2400"/>
            </a:lvl9pPr>
          </a:lstStyle>
          <a:p/>
        </p:txBody>
      </p:sp>
      <p:sp>
        <p:nvSpPr>
          <p:cNvPr id="103" name="Google Shape;103;p15"/>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104" name="Google Shape;104;p15"/>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26" name="Shape 126"/>
        <p:cNvGrpSpPr/>
        <p:nvPr/>
      </p:nvGrpSpPr>
      <p:grpSpPr>
        <a:xfrm>
          <a:off x="0" y="0"/>
          <a:ext cx="0" cy="0"/>
          <a:chOff x="0" y="0"/>
          <a:chExt cx="0" cy="0"/>
        </a:xfrm>
      </p:grpSpPr>
      <p:sp>
        <p:nvSpPr>
          <p:cNvPr id="127" name="Google Shape;127;p16"/>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8" name="Google Shape;128;p16"/>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6"/>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43" name="Google Shape;143;p16"/>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44" name="Google Shape;144;p16"/>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45" name="Google Shape;145;p1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146" name="Shape 146"/>
        <p:cNvGrpSpPr/>
        <p:nvPr/>
      </p:nvGrpSpPr>
      <p:grpSpPr>
        <a:xfrm>
          <a:off x="0" y="0"/>
          <a:ext cx="0" cy="0"/>
          <a:chOff x="0" y="0"/>
          <a:chExt cx="0" cy="0"/>
        </a:xfrm>
      </p:grpSpPr>
      <p:sp>
        <p:nvSpPr>
          <p:cNvPr id="147" name="Google Shape;147;p17"/>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8" name="Google Shape;148;p1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3" name="Shape 153"/>
        <p:cNvGrpSpPr/>
        <p:nvPr/>
      </p:nvGrpSpPr>
      <p:grpSpPr>
        <a:xfrm>
          <a:off x="0" y="0"/>
          <a:ext cx="0" cy="0"/>
          <a:chOff x="0" y="0"/>
          <a:chExt cx="0" cy="0"/>
        </a:xfrm>
      </p:grpSpPr>
      <p:sp>
        <p:nvSpPr>
          <p:cNvPr id="154" name="Google Shape;15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5" name="Google Shape;155;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56" name="Google Shape;15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57" name="Shape 157"/>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1_2">
    <p:spTree>
      <p:nvGrpSpPr>
        <p:cNvPr id="158" name="Shape 158"/>
        <p:cNvGrpSpPr/>
        <p:nvPr/>
      </p:nvGrpSpPr>
      <p:grpSpPr>
        <a:xfrm>
          <a:off x="0" y="0"/>
          <a:ext cx="0" cy="0"/>
          <a:chOff x="0" y="0"/>
          <a:chExt cx="0" cy="0"/>
        </a:xfrm>
      </p:grpSpPr>
      <p:sp>
        <p:nvSpPr>
          <p:cNvPr id="159" name="Google Shape;159;p21"/>
          <p:cNvSpPr/>
          <p:nvPr/>
        </p:nvSpPr>
        <p:spPr>
          <a:xfrm>
            <a:off x="4575850" y="0"/>
            <a:ext cx="4568100" cy="5143500"/>
          </a:xfrm>
          <a:prstGeom prst="rect">
            <a:avLst/>
          </a:prstGeom>
          <a:gradFill>
            <a:gsLst>
              <a:gs pos="0">
                <a:srgbClr val="000000">
                  <a:alpha val="0"/>
                </a:srgbClr>
              </a:gs>
              <a:gs pos="50000">
                <a:schemeClr val="dk1"/>
              </a:gs>
              <a:gs pos="100000">
                <a:srgbClr val="000000">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1">
  <p:cSld name="TITLE_AND_BODY_1_2_1">
    <p:spTree>
      <p:nvGrpSpPr>
        <p:cNvPr id="161" name="Shape 161"/>
        <p:cNvGrpSpPr/>
        <p:nvPr/>
      </p:nvGrpSpPr>
      <p:grpSpPr>
        <a:xfrm>
          <a:off x="0" y="0"/>
          <a:ext cx="0" cy="0"/>
          <a:chOff x="0" y="0"/>
          <a:chExt cx="0" cy="0"/>
        </a:xfrm>
      </p:grpSpPr>
      <p:sp>
        <p:nvSpPr>
          <p:cNvPr id="162" name="Google Shape;162;p22"/>
          <p:cNvSpPr/>
          <p:nvPr/>
        </p:nvSpPr>
        <p:spPr>
          <a:xfrm>
            <a:off x="4023300" y="0"/>
            <a:ext cx="51207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4" name="Google Shape;164;p22"/>
          <p:cNvPicPr preferRelativeResize="0"/>
          <p:nvPr/>
        </p:nvPicPr>
        <p:blipFill>
          <a:blip r:embed="rId2">
            <a:alphaModFix/>
          </a:blip>
          <a:stretch>
            <a:fillRect/>
          </a:stretch>
        </p:blipFill>
        <p:spPr>
          <a:xfrm>
            <a:off x="8190227" y="4869025"/>
            <a:ext cx="687950" cy="140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xx">
  <p:cSld name="CUSTOM">
    <p:bg>
      <p:bgPr>
        <a:gradFill>
          <a:gsLst>
            <a:gs pos="0">
              <a:srgbClr val="494949"/>
            </a:gs>
            <a:gs pos="25000">
              <a:schemeClr val="dk1"/>
            </a:gs>
            <a:gs pos="50000">
              <a:schemeClr val="dk1"/>
            </a:gs>
            <a:gs pos="75000">
              <a:schemeClr val="dk1"/>
            </a:gs>
            <a:gs pos="100000">
              <a:srgbClr val="494949"/>
            </a:gs>
          </a:gsLst>
          <a:lin ang="5400012" scaled="0"/>
        </a:gradFill>
      </p:bgPr>
    </p:bg>
    <p:spTree>
      <p:nvGrpSpPr>
        <p:cNvPr id="165" name="Shape 165"/>
        <p:cNvGrpSpPr/>
        <p:nvPr/>
      </p:nvGrpSpPr>
      <p:grpSpPr>
        <a:xfrm>
          <a:off x="0" y="0"/>
          <a:ext cx="0" cy="0"/>
          <a:chOff x="0" y="0"/>
          <a:chExt cx="0" cy="0"/>
        </a:xfrm>
      </p:grpSpPr>
      <p:pic>
        <p:nvPicPr>
          <p:cNvPr id="166" name="Google Shape;166;p23"/>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167" name="Google Shape;167;p23"/>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grpSp>
        <p:nvGrpSpPr>
          <p:cNvPr id="168" name="Google Shape;168;p23"/>
          <p:cNvGrpSpPr/>
          <p:nvPr/>
        </p:nvGrpSpPr>
        <p:grpSpPr>
          <a:xfrm>
            <a:off x="-1785312" y="0"/>
            <a:ext cx="12185613" cy="4810124"/>
            <a:chOff x="-1499562" y="0"/>
            <a:chExt cx="12185613" cy="4810124"/>
          </a:xfrm>
        </p:grpSpPr>
        <p:pic>
          <p:nvPicPr>
            <p:cNvPr id="169" name="Google Shape;169;p23"/>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170" name="Google Shape;170;p23"/>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grpSp>
        <p:nvGrpSpPr>
          <p:cNvPr id="171" name="Google Shape;171;p23"/>
          <p:cNvGrpSpPr/>
          <p:nvPr/>
        </p:nvGrpSpPr>
        <p:grpSpPr>
          <a:xfrm>
            <a:off x="-2837829" y="0"/>
            <a:ext cx="15162558" cy="5985237"/>
            <a:chOff x="-1499562" y="0"/>
            <a:chExt cx="12185613" cy="4810124"/>
          </a:xfrm>
        </p:grpSpPr>
        <p:pic>
          <p:nvPicPr>
            <p:cNvPr id="172" name="Google Shape;172;p23"/>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173" name="Google Shape;173;p23"/>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xx">
  <p:cSld name="CUSTOM_2">
    <p:bg>
      <p:bgPr>
        <a:gradFill>
          <a:gsLst>
            <a:gs pos="0">
              <a:srgbClr val="353535"/>
            </a:gs>
            <a:gs pos="21000">
              <a:schemeClr val="dk1"/>
            </a:gs>
            <a:gs pos="50000">
              <a:schemeClr val="dk1"/>
            </a:gs>
            <a:gs pos="81000">
              <a:schemeClr val="dk1"/>
            </a:gs>
            <a:gs pos="100000">
              <a:srgbClr val="353535"/>
            </a:gs>
          </a:gsLst>
          <a:lin ang="5400700" scaled="0"/>
        </a:gradFill>
      </p:bgPr>
    </p:bg>
    <p:spTree>
      <p:nvGrpSpPr>
        <p:cNvPr id="174" name="Shape 174"/>
        <p:cNvGrpSpPr/>
        <p:nvPr/>
      </p:nvGrpSpPr>
      <p:grpSpPr>
        <a:xfrm>
          <a:off x="0" y="0"/>
          <a:ext cx="0" cy="0"/>
          <a:chOff x="0" y="0"/>
          <a:chExt cx="0" cy="0"/>
        </a:xfrm>
      </p:grpSpPr>
      <p:pic>
        <p:nvPicPr>
          <p:cNvPr id="175" name="Google Shape;175;p24"/>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176" name="Google Shape;176;p24"/>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grpSp>
        <p:nvGrpSpPr>
          <p:cNvPr id="177" name="Google Shape;177;p24"/>
          <p:cNvGrpSpPr/>
          <p:nvPr/>
        </p:nvGrpSpPr>
        <p:grpSpPr>
          <a:xfrm>
            <a:off x="-1785312" y="0"/>
            <a:ext cx="12185613" cy="4810124"/>
            <a:chOff x="-1499562" y="0"/>
            <a:chExt cx="12185613" cy="4810124"/>
          </a:xfrm>
        </p:grpSpPr>
        <p:pic>
          <p:nvPicPr>
            <p:cNvPr id="178" name="Google Shape;178;p24"/>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179" name="Google Shape;179;p24"/>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grpSp>
        <p:nvGrpSpPr>
          <p:cNvPr id="180" name="Google Shape;180;p24"/>
          <p:cNvGrpSpPr/>
          <p:nvPr/>
        </p:nvGrpSpPr>
        <p:grpSpPr>
          <a:xfrm>
            <a:off x="-2837829" y="0"/>
            <a:ext cx="15162558" cy="5985237"/>
            <a:chOff x="-1499562" y="0"/>
            <a:chExt cx="12185613" cy="4810124"/>
          </a:xfrm>
        </p:grpSpPr>
        <p:pic>
          <p:nvPicPr>
            <p:cNvPr id="181" name="Google Shape;181;p24"/>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182" name="Google Shape;182;p24"/>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xx">
  <p:cSld name="CUSTOM_2_1">
    <p:bg>
      <p:bgPr>
        <a:gradFill>
          <a:gsLst>
            <a:gs pos="0">
              <a:schemeClr val="dk1"/>
            </a:gs>
            <a:gs pos="100000">
              <a:srgbClr val="353535"/>
            </a:gs>
          </a:gsLst>
          <a:path path="circle">
            <a:fillToRect b="50%" l="50%" r="50%" t="50%"/>
          </a:path>
          <a:tileRect/>
        </a:gradFill>
      </p:bgPr>
    </p:bg>
    <p:spTree>
      <p:nvGrpSpPr>
        <p:cNvPr id="183" name="Shape 183"/>
        <p:cNvGrpSpPr/>
        <p:nvPr/>
      </p:nvGrpSpPr>
      <p:grpSpPr>
        <a:xfrm>
          <a:off x="0" y="0"/>
          <a:ext cx="0" cy="0"/>
          <a:chOff x="0" y="0"/>
          <a:chExt cx="0" cy="0"/>
        </a:xfrm>
      </p:grpSpPr>
      <p:pic>
        <p:nvPicPr>
          <p:cNvPr id="184" name="Google Shape;184;p25"/>
          <p:cNvPicPr preferRelativeResize="0"/>
          <p:nvPr/>
        </p:nvPicPr>
        <p:blipFill rotWithShape="1">
          <a:blip r:embed="rId2">
            <a:alphaModFix amt="60000"/>
          </a:blip>
          <a:srcRect b="382" l="4267" r="42663" t="38949"/>
          <a:stretch/>
        </p:blipFill>
        <p:spPr>
          <a:xfrm flipH="1" rot="-5400000">
            <a:off x="-342585" y="-2095188"/>
            <a:ext cx="7581274" cy="6896100"/>
          </a:xfrm>
          <a:prstGeom prst="rect">
            <a:avLst/>
          </a:prstGeom>
          <a:noFill/>
          <a:ln>
            <a:noFill/>
          </a:ln>
        </p:spPr>
      </p:pic>
      <p:pic>
        <p:nvPicPr>
          <p:cNvPr id="185" name="Google Shape;185;p25"/>
          <p:cNvPicPr preferRelativeResize="0"/>
          <p:nvPr/>
        </p:nvPicPr>
        <p:blipFill rotWithShape="1">
          <a:blip r:embed="rId2">
            <a:alphaModFix amt="60000"/>
          </a:blip>
          <a:srcRect b="382" l="4267" r="42663" t="38949"/>
          <a:stretch/>
        </p:blipFill>
        <p:spPr>
          <a:xfrm rot="5400000">
            <a:off x="1905315" y="-2095188"/>
            <a:ext cx="7581274" cy="68961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
    <p:bg>
      <p:bgPr>
        <a:gradFill>
          <a:gsLst>
            <a:gs pos="0">
              <a:srgbClr val="494949"/>
            </a:gs>
            <a:gs pos="25000">
              <a:schemeClr val="dk1"/>
            </a:gs>
            <a:gs pos="50000">
              <a:schemeClr val="dk1"/>
            </a:gs>
            <a:gs pos="75000">
              <a:schemeClr val="dk1"/>
            </a:gs>
            <a:gs pos="100000">
              <a:srgbClr val="494949"/>
            </a:gs>
          </a:gsLst>
          <a:lin ang="5400012" scaled="0"/>
        </a:gradFill>
      </p:bgPr>
    </p:bg>
    <p:spTree>
      <p:nvGrpSpPr>
        <p:cNvPr id="186" name="Shape 186"/>
        <p:cNvGrpSpPr/>
        <p:nvPr/>
      </p:nvGrpSpPr>
      <p:grpSpPr>
        <a:xfrm>
          <a:off x="0" y="0"/>
          <a:ext cx="0" cy="0"/>
          <a:chOff x="0" y="0"/>
          <a:chExt cx="0" cy="0"/>
        </a:xfrm>
      </p:grpSpPr>
      <p:pic>
        <p:nvPicPr>
          <p:cNvPr id="187" name="Google Shape;187;p26"/>
          <p:cNvPicPr preferRelativeResize="0"/>
          <p:nvPr/>
        </p:nvPicPr>
        <p:blipFill rotWithShape="1">
          <a:blip r:embed="rId2">
            <a:alphaModFix amt="60000"/>
          </a:blip>
          <a:srcRect b="0" l="45510" r="0" t="46553"/>
          <a:stretch/>
        </p:blipFill>
        <p:spPr>
          <a:xfrm>
            <a:off x="0" y="0"/>
            <a:ext cx="6255976" cy="4577376"/>
          </a:xfrm>
          <a:prstGeom prst="rect">
            <a:avLst/>
          </a:prstGeom>
          <a:noFill/>
          <a:ln>
            <a:noFill/>
          </a:ln>
        </p:spPr>
      </p:pic>
      <p:pic>
        <p:nvPicPr>
          <p:cNvPr id="188" name="Google Shape;188;p26"/>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189" name="Google Shape;189;p26"/>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190" name="Shape 190"/>
        <p:cNvGrpSpPr/>
        <p:nvPr/>
      </p:nvGrpSpPr>
      <p:grpSpPr>
        <a:xfrm>
          <a:off x="0" y="0"/>
          <a:ext cx="0" cy="0"/>
          <a:chOff x="0" y="0"/>
          <a:chExt cx="0" cy="0"/>
        </a:xfrm>
      </p:grpSpPr>
      <p:sp>
        <p:nvSpPr>
          <p:cNvPr id="191" name="Google Shape;19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2" name="Shape 192"/>
        <p:cNvGrpSpPr/>
        <p:nvPr/>
      </p:nvGrpSpPr>
      <p:grpSpPr>
        <a:xfrm>
          <a:off x="0" y="0"/>
          <a:ext cx="0" cy="0"/>
          <a:chOff x="0" y="0"/>
          <a:chExt cx="0" cy="0"/>
        </a:xfrm>
      </p:grpSpPr>
      <p:sp>
        <p:nvSpPr>
          <p:cNvPr id="193" name="Google Shape;193;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94" name="Google Shape;194;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5" name="Google Shape;195;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type="obj">
  <p:cSld name="OBJECT">
    <p:bg>
      <p:bgPr>
        <a:solidFill>
          <a:srgbClr val="191D28"/>
        </a:solidFill>
      </p:bgPr>
    </p:bg>
    <p:spTree>
      <p:nvGrpSpPr>
        <p:cNvPr id="196" name="Shape 196"/>
        <p:cNvGrpSpPr/>
        <p:nvPr/>
      </p:nvGrpSpPr>
      <p:grpSpPr>
        <a:xfrm>
          <a:off x="0" y="0"/>
          <a:ext cx="0" cy="0"/>
          <a:chOff x="0" y="0"/>
          <a:chExt cx="0" cy="0"/>
        </a:xfrm>
      </p:grpSpPr>
      <p:sp>
        <p:nvSpPr>
          <p:cNvPr id="197" name="Google Shape;197;p29"/>
          <p:cNvSpPr txBox="1"/>
          <p:nvPr>
            <p:ph type="title"/>
          </p:nvPr>
        </p:nvSpPr>
        <p:spPr>
          <a:xfrm>
            <a:off x="628650" y="336190"/>
            <a:ext cx="7886700" cy="612900"/>
          </a:xfrm>
          <a:prstGeom prst="rect">
            <a:avLst/>
          </a:prstGeom>
          <a:noFill/>
          <a:ln>
            <a:noFill/>
          </a:ln>
        </p:spPr>
        <p:txBody>
          <a:bodyPr anchorCtr="0" anchor="t" bIns="34275" lIns="0" spcFirstLastPara="1" rIns="0" wrap="square" tIns="34275">
            <a:noAutofit/>
          </a:bodyPr>
          <a:lstStyle>
            <a:lvl1pPr lvl="0" algn="l">
              <a:lnSpc>
                <a:spcPct val="100000"/>
              </a:lnSpc>
              <a:spcBef>
                <a:spcPts val="0"/>
              </a:spcBef>
              <a:spcAft>
                <a:spcPts val="0"/>
              </a:spcAft>
              <a:buClr>
                <a:schemeClr val="lt1"/>
              </a:buClr>
              <a:buSzPts val="2400"/>
              <a:buFont typeface="Montserrat"/>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8" name="Google Shape;198;p29"/>
          <p:cNvSpPr txBox="1"/>
          <p:nvPr>
            <p:ph idx="1" type="body"/>
          </p:nvPr>
        </p:nvSpPr>
        <p:spPr>
          <a:xfrm>
            <a:off x="628650" y="1285226"/>
            <a:ext cx="7886700" cy="3428700"/>
          </a:xfrm>
          <a:prstGeom prst="rect">
            <a:avLst/>
          </a:prstGeom>
          <a:noFill/>
          <a:ln>
            <a:noFill/>
          </a:ln>
        </p:spPr>
        <p:txBody>
          <a:bodyPr anchorCtr="0" anchor="t" bIns="34275" lIns="0" spcFirstLastPara="1" rIns="0" wrap="square" tIns="34275">
            <a:noAutofit/>
          </a:bodyPr>
          <a:lstStyle>
            <a:lvl1pPr indent="-298450" lvl="0" marL="457200" algn="l">
              <a:lnSpc>
                <a:spcPct val="110000"/>
              </a:lnSpc>
              <a:spcBef>
                <a:spcPts val="300"/>
              </a:spcBef>
              <a:spcAft>
                <a:spcPts val="0"/>
              </a:spcAft>
              <a:buClr>
                <a:schemeClr val="accent6"/>
              </a:buClr>
              <a:buSzPts val="1100"/>
              <a:buChar char="●"/>
              <a:defRPr>
                <a:solidFill>
                  <a:schemeClr val="lt1"/>
                </a:solidFill>
              </a:defRPr>
            </a:lvl1pPr>
            <a:lvl2pPr indent="-285750" lvl="1" marL="914400" algn="l">
              <a:lnSpc>
                <a:spcPct val="110000"/>
              </a:lnSpc>
              <a:spcBef>
                <a:spcPts val="300"/>
              </a:spcBef>
              <a:spcAft>
                <a:spcPts val="0"/>
              </a:spcAft>
              <a:buClr>
                <a:schemeClr val="accent6"/>
              </a:buClr>
              <a:buSzPts val="900"/>
              <a:buChar char="○"/>
              <a:defRPr>
                <a:solidFill>
                  <a:schemeClr val="lt1"/>
                </a:solidFill>
              </a:defRPr>
            </a:lvl2pPr>
            <a:lvl3pPr indent="-279400" lvl="2" marL="1371600" algn="l">
              <a:lnSpc>
                <a:spcPct val="110000"/>
              </a:lnSpc>
              <a:spcBef>
                <a:spcPts val="300"/>
              </a:spcBef>
              <a:spcAft>
                <a:spcPts val="0"/>
              </a:spcAft>
              <a:buClr>
                <a:schemeClr val="accent6"/>
              </a:buClr>
              <a:buSzPts val="800"/>
              <a:buChar char="■"/>
              <a:defRPr>
                <a:solidFill>
                  <a:schemeClr val="lt1"/>
                </a:solidFill>
              </a:defRPr>
            </a:lvl3pPr>
            <a:lvl4pPr indent="-279400" lvl="3" marL="1828800" algn="l">
              <a:lnSpc>
                <a:spcPct val="110000"/>
              </a:lnSpc>
              <a:spcBef>
                <a:spcPts val="300"/>
              </a:spcBef>
              <a:spcAft>
                <a:spcPts val="0"/>
              </a:spcAft>
              <a:buClr>
                <a:schemeClr val="accent6"/>
              </a:buClr>
              <a:buSzPts val="800"/>
              <a:buChar char="●"/>
              <a:defRPr>
                <a:solidFill>
                  <a:schemeClr val="lt1"/>
                </a:solidFill>
              </a:defRPr>
            </a:lvl4pPr>
            <a:lvl5pPr indent="-279400" lvl="4" marL="2286000" algn="l">
              <a:lnSpc>
                <a:spcPct val="110000"/>
              </a:lnSpc>
              <a:spcBef>
                <a:spcPts val="300"/>
              </a:spcBef>
              <a:spcAft>
                <a:spcPts val="0"/>
              </a:spcAft>
              <a:buClr>
                <a:schemeClr val="accent6"/>
              </a:buClr>
              <a:buSzPts val="8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9" name="Shape 199"/>
        <p:cNvGrpSpPr/>
        <p:nvPr/>
      </p:nvGrpSpPr>
      <p:grpSpPr>
        <a:xfrm>
          <a:off x="0" y="0"/>
          <a:ext cx="0" cy="0"/>
          <a:chOff x="0" y="0"/>
          <a:chExt cx="0" cy="0"/>
        </a:xfrm>
      </p:grpSpPr>
      <p:sp>
        <p:nvSpPr>
          <p:cNvPr id="200" name="Google Shape;200;p30"/>
          <p:cNvSpPr txBox="1"/>
          <p:nvPr>
            <p:ph type="title"/>
          </p:nvPr>
        </p:nvSpPr>
        <p:spPr>
          <a:xfrm>
            <a:off x="628650" y="336190"/>
            <a:ext cx="7886700" cy="612900"/>
          </a:xfrm>
          <a:prstGeom prst="rect">
            <a:avLst/>
          </a:prstGeom>
          <a:noFill/>
          <a:ln>
            <a:noFill/>
          </a:ln>
        </p:spPr>
        <p:txBody>
          <a:bodyPr anchorCtr="0" anchor="t" bIns="34275" lIns="0" spcFirstLastPara="1" rIns="0" wrap="square" tIns="34275">
            <a:noAutofit/>
          </a:bodyPr>
          <a:lstStyle>
            <a:lvl1pPr lvl="0" algn="l">
              <a:lnSpc>
                <a:spcPct val="10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1" name="Google Shape;201;p30"/>
          <p:cNvSpPr txBox="1"/>
          <p:nvPr>
            <p:ph idx="1" type="body"/>
          </p:nvPr>
        </p:nvSpPr>
        <p:spPr>
          <a:xfrm>
            <a:off x="628650" y="1285226"/>
            <a:ext cx="7886700" cy="3428700"/>
          </a:xfrm>
          <a:prstGeom prst="rect">
            <a:avLst/>
          </a:prstGeom>
          <a:noFill/>
          <a:ln>
            <a:noFill/>
          </a:ln>
        </p:spPr>
        <p:txBody>
          <a:bodyPr anchorCtr="0" anchor="t" bIns="34275" lIns="0" spcFirstLastPara="1" rIns="0" wrap="square" tIns="34275">
            <a:noAutofit/>
          </a:bodyPr>
          <a:lstStyle>
            <a:lvl1pPr indent="-317500" lvl="0" marL="457200" algn="l">
              <a:lnSpc>
                <a:spcPct val="110000"/>
              </a:lnSpc>
              <a:spcBef>
                <a:spcPts val="300"/>
              </a:spcBef>
              <a:spcAft>
                <a:spcPts val="0"/>
              </a:spcAft>
              <a:buSzPts val="1400"/>
              <a:buChar char="●"/>
              <a:defRPr/>
            </a:lvl1pPr>
            <a:lvl2pPr indent="-317500" lvl="1" marL="914400" algn="l">
              <a:lnSpc>
                <a:spcPct val="110000"/>
              </a:lnSpc>
              <a:spcBef>
                <a:spcPts val="300"/>
              </a:spcBef>
              <a:spcAft>
                <a:spcPts val="0"/>
              </a:spcAft>
              <a:buSzPts val="1400"/>
              <a:buChar char="○"/>
              <a:defRPr/>
            </a:lvl2pPr>
            <a:lvl3pPr indent="-317500" lvl="2" marL="1371600" algn="l">
              <a:lnSpc>
                <a:spcPct val="110000"/>
              </a:lnSpc>
              <a:spcBef>
                <a:spcPts val="300"/>
              </a:spcBef>
              <a:spcAft>
                <a:spcPts val="0"/>
              </a:spcAft>
              <a:buSzPts val="1400"/>
              <a:buChar char="■"/>
              <a:defRPr/>
            </a:lvl3pPr>
            <a:lvl4pPr indent="-317500" lvl="3" marL="1828800" algn="l">
              <a:lnSpc>
                <a:spcPct val="110000"/>
              </a:lnSpc>
              <a:spcBef>
                <a:spcPts val="300"/>
              </a:spcBef>
              <a:spcAft>
                <a:spcPts val="0"/>
              </a:spcAft>
              <a:buSzPts val="1400"/>
              <a:buChar char="●"/>
              <a:defRPr/>
            </a:lvl4pPr>
            <a:lvl5pPr indent="-317500" lvl="4" marL="2286000" algn="l">
              <a:lnSpc>
                <a:spcPct val="110000"/>
              </a:lnSpc>
              <a:spcBef>
                <a:spcPts val="3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pic>
        <p:nvPicPr>
          <p:cNvPr id="202" name="Google Shape;202;p30"/>
          <p:cNvPicPr preferRelativeResize="0"/>
          <p:nvPr/>
        </p:nvPicPr>
        <p:blipFill>
          <a:blip r:embed="rId2">
            <a:alphaModFix/>
          </a:blip>
          <a:stretch>
            <a:fillRect/>
          </a:stretch>
        </p:blipFill>
        <p:spPr>
          <a:xfrm>
            <a:off x="8190227" y="4869025"/>
            <a:ext cx="687950" cy="1409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1 1">
  <p:cSld name="TITLE_AND_BODY_1_2_1_1">
    <p:spTree>
      <p:nvGrpSpPr>
        <p:cNvPr id="203" name="Shape 203"/>
        <p:cNvGrpSpPr/>
        <p:nvPr/>
      </p:nvGrpSpPr>
      <p:grpSpPr>
        <a:xfrm>
          <a:off x="0" y="0"/>
          <a:ext cx="0" cy="0"/>
          <a:chOff x="0" y="0"/>
          <a:chExt cx="0" cy="0"/>
        </a:xfrm>
      </p:grpSpPr>
      <p:sp>
        <p:nvSpPr>
          <p:cNvPr id="204" name="Google Shape;20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05" name="Google Shape;205;p31"/>
          <p:cNvGrpSpPr/>
          <p:nvPr/>
        </p:nvGrpSpPr>
        <p:grpSpPr>
          <a:xfrm>
            <a:off x="8410681" y="4781828"/>
            <a:ext cx="419797" cy="246836"/>
            <a:chOff x="4772025" y="2638425"/>
            <a:chExt cx="2650234" cy="1579245"/>
          </a:xfrm>
        </p:grpSpPr>
        <p:sp>
          <p:nvSpPr>
            <p:cNvPr id="206" name="Google Shape;206;p31"/>
            <p:cNvSpPr/>
            <p:nvPr/>
          </p:nvSpPr>
          <p:spPr>
            <a:xfrm>
              <a:off x="4772025" y="2638425"/>
              <a:ext cx="1895094" cy="1579245"/>
            </a:xfrm>
            <a:custGeom>
              <a:rect b="b" l="l" r="r" t="t"/>
              <a:pathLst>
                <a:path extrusionOk="0" h="1579245" w="1895094">
                  <a:moveTo>
                    <a:pt x="1711071" y="38100"/>
                  </a:moveTo>
                  <a:lnTo>
                    <a:pt x="1711071" y="38100"/>
                  </a:lnTo>
                  <a:cubicBezTo>
                    <a:pt x="1791462" y="38100"/>
                    <a:pt x="1856994" y="103727"/>
                    <a:pt x="1857089" y="184023"/>
                  </a:cubicBezTo>
                  <a:lnTo>
                    <a:pt x="1857089" y="1395127"/>
                  </a:lnTo>
                  <a:cubicBezTo>
                    <a:pt x="1857089" y="1475518"/>
                    <a:pt x="1791462" y="1541050"/>
                    <a:pt x="1711166" y="1541145"/>
                  </a:cubicBezTo>
                  <a:lnTo>
                    <a:pt x="184118" y="1541145"/>
                  </a:lnTo>
                  <a:cubicBezTo>
                    <a:pt x="103727" y="1541145"/>
                    <a:pt x="38195" y="1475518"/>
                    <a:pt x="38100" y="1395222"/>
                  </a:cubicBezTo>
                  <a:lnTo>
                    <a:pt x="38100" y="184118"/>
                  </a:lnTo>
                  <a:cubicBezTo>
                    <a:pt x="38195" y="103727"/>
                    <a:pt x="103727" y="38195"/>
                    <a:pt x="184023" y="38100"/>
                  </a:cubicBezTo>
                  <a:lnTo>
                    <a:pt x="1711071" y="38100"/>
                  </a:lnTo>
                  <a:moveTo>
                    <a:pt x="1711071" y="0"/>
                  </a:moveTo>
                  <a:lnTo>
                    <a:pt x="184023" y="0"/>
                  </a:lnTo>
                  <a:cubicBezTo>
                    <a:pt x="82391" y="95"/>
                    <a:pt x="95" y="82391"/>
                    <a:pt x="0" y="184023"/>
                  </a:cubicBezTo>
                  <a:lnTo>
                    <a:pt x="0" y="1395222"/>
                  </a:lnTo>
                  <a:cubicBezTo>
                    <a:pt x="95" y="1496854"/>
                    <a:pt x="82391" y="1579150"/>
                    <a:pt x="184023" y="1579245"/>
                  </a:cubicBezTo>
                  <a:lnTo>
                    <a:pt x="1711071" y="1579245"/>
                  </a:lnTo>
                  <a:cubicBezTo>
                    <a:pt x="1812703" y="1579150"/>
                    <a:pt x="1894999" y="1496854"/>
                    <a:pt x="1895094" y="1395222"/>
                  </a:cubicBezTo>
                  <a:lnTo>
                    <a:pt x="1895094" y="184023"/>
                  </a:lnTo>
                  <a:cubicBezTo>
                    <a:pt x="1894999" y="82391"/>
                    <a:pt x="1812608" y="95"/>
                    <a:pt x="1711071" y="0"/>
                  </a:cubicBezTo>
                  <a:lnTo>
                    <a:pt x="1711071" y="0"/>
                  </a:lnTo>
                  <a:close/>
                </a:path>
              </a:pathLst>
            </a:custGeom>
            <a:solidFill>
              <a:srgbClr val="E1523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31"/>
            <p:cNvSpPr/>
            <p:nvPr/>
          </p:nvSpPr>
          <p:spPr>
            <a:xfrm>
              <a:off x="6789800" y="2834640"/>
              <a:ext cx="632459" cy="1190815"/>
            </a:xfrm>
            <a:custGeom>
              <a:rect b="b" l="l" r="r" t="t"/>
              <a:pathLst>
                <a:path extrusionOk="0" h="1190815" w="632459">
                  <a:moveTo>
                    <a:pt x="594360" y="64198"/>
                  </a:moveTo>
                  <a:lnTo>
                    <a:pt x="594360" y="1126617"/>
                  </a:lnTo>
                  <a:lnTo>
                    <a:pt x="38100" y="822960"/>
                  </a:lnTo>
                  <a:lnTo>
                    <a:pt x="38100" y="367856"/>
                  </a:lnTo>
                  <a:lnTo>
                    <a:pt x="594360" y="64198"/>
                  </a:lnTo>
                  <a:moveTo>
                    <a:pt x="632460" y="0"/>
                  </a:moveTo>
                  <a:lnTo>
                    <a:pt x="0" y="345281"/>
                  </a:lnTo>
                  <a:lnTo>
                    <a:pt x="0" y="845534"/>
                  </a:lnTo>
                  <a:lnTo>
                    <a:pt x="632460" y="1190816"/>
                  </a:lnTo>
                  <a:lnTo>
                    <a:pt x="632460" y="0"/>
                  </a:lnTo>
                  <a:lnTo>
                    <a:pt x="632460" y="0"/>
                  </a:lnTo>
                  <a:close/>
                </a:path>
              </a:pathLst>
            </a:custGeom>
            <a:solidFill>
              <a:srgbClr val="E1523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08" name="Google Shape;208;p31"/>
            <p:cNvGrpSpPr/>
            <p:nvPr/>
          </p:nvGrpSpPr>
          <p:grpSpPr>
            <a:xfrm>
              <a:off x="5322951" y="2923222"/>
              <a:ext cx="837151" cy="1038129"/>
              <a:chOff x="5322951" y="2923222"/>
              <a:chExt cx="837151" cy="1038129"/>
            </a:xfrm>
          </p:grpSpPr>
          <p:sp>
            <p:nvSpPr>
              <p:cNvPr id="209" name="Google Shape;209;p31"/>
              <p:cNvSpPr/>
              <p:nvPr/>
            </p:nvSpPr>
            <p:spPr>
              <a:xfrm>
                <a:off x="5322951" y="2923222"/>
                <a:ext cx="756872" cy="787050"/>
              </a:xfrm>
              <a:custGeom>
                <a:rect b="b" l="l" r="r" t="t"/>
                <a:pathLst>
                  <a:path extrusionOk="0" h="787050" w="756872">
                    <a:moveTo>
                      <a:pt x="415481" y="713423"/>
                    </a:moveTo>
                    <a:cubicBezTo>
                      <a:pt x="369856" y="732377"/>
                      <a:pt x="320802" y="741807"/>
                      <a:pt x="271462" y="741236"/>
                    </a:cubicBezTo>
                    <a:lnTo>
                      <a:pt x="271462" y="741236"/>
                    </a:lnTo>
                    <a:lnTo>
                      <a:pt x="271462" y="45815"/>
                    </a:lnTo>
                    <a:lnTo>
                      <a:pt x="271462" y="45815"/>
                    </a:lnTo>
                    <a:cubicBezTo>
                      <a:pt x="271462" y="45815"/>
                      <a:pt x="430720" y="38767"/>
                      <a:pt x="507397" y="144971"/>
                    </a:cubicBezTo>
                    <a:cubicBezTo>
                      <a:pt x="573405" y="236315"/>
                      <a:pt x="570167" y="322993"/>
                      <a:pt x="570167" y="385667"/>
                    </a:cubicBezTo>
                    <a:cubicBezTo>
                      <a:pt x="571024" y="421767"/>
                      <a:pt x="569309" y="457867"/>
                      <a:pt x="564928" y="493681"/>
                    </a:cubicBezTo>
                    <a:lnTo>
                      <a:pt x="715423" y="594646"/>
                    </a:lnTo>
                    <a:cubicBezTo>
                      <a:pt x="744093" y="536734"/>
                      <a:pt x="758285" y="472726"/>
                      <a:pt x="756761" y="408051"/>
                    </a:cubicBezTo>
                    <a:lnTo>
                      <a:pt x="756761" y="379000"/>
                    </a:lnTo>
                    <a:cubicBezTo>
                      <a:pt x="756761" y="111252"/>
                      <a:pt x="553498" y="0"/>
                      <a:pt x="323850" y="0"/>
                    </a:cubicBezTo>
                    <a:lnTo>
                      <a:pt x="0" y="0"/>
                    </a:lnTo>
                    <a:lnTo>
                      <a:pt x="89535" y="89916"/>
                    </a:lnTo>
                    <a:lnTo>
                      <a:pt x="89535" y="697040"/>
                    </a:lnTo>
                    <a:lnTo>
                      <a:pt x="0" y="787051"/>
                    </a:lnTo>
                    <a:lnTo>
                      <a:pt x="323660" y="787051"/>
                    </a:lnTo>
                    <a:cubicBezTo>
                      <a:pt x="359664" y="787051"/>
                      <a:pt x="395573" y="784384"/>
                      <a:pt x="431101" y="778669"/>
                    </a:cubicBezTo>
                    <a:lnTo>
                      <a:pt x="415481" y="7134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31"/>
              <p:cNvSpPr/>
              <p:nvPr/>
            </p:nvSpPr>
            <p:spPr>
              <a:xfrm>
                <a:off x="5825013" y="3511581"/>
                <a:ext cx="335089" cy="449770"/>
              </a:xfrm>
              <a:custGeom>
                <a:rect b="b" l="l" r="r" t="t"/>
                <a:pathLst>
                  <a:path extrusionOk="0" h="449770" w="335089">
                    <a:moveTo>
                      <a:pt x="335089" y="224885"/>
                    </a:moveTo>
                    <a:lnTo>
                      <a:pt x="0" y="0"/>
                    </a:lnTo>
                    <a:lnTo>
                      <a:pt x="54102" y="224885"/>
                    </a:lnTo>
                    <a:lnTo>
                      <a:pt x="0" y="449771"/>
                    </a:lnTo>
                    <a:lnTo>
                      <a:pt x="335089" y="22488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1" name="Shape 211"/>
        <p:cNvGrpSpPr/>
        <p:nvPr/>
      </p:nvGrpSpPr>
      <p:grpSpPr>
        <a:xfrm>
          <a:off x="0" y="0"/>
          <a:ext cx="0" cy="0"/>
          <a:chOff x="0" y="0"/>
          <a:chExt cx="0" cy="0"/>
        </a:xfrm>
      </p:grpSpPr>
      <p:sp>
        <p:nvSpPr>
          <p:cNvPr id="212" name="Google Shape;212;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3" name="Google Shape;213;p3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14" name="Google Shape;214;p3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15" name="Google Shape;215;p32"/>
          <p:cNvSpPr txBox="1"/>
          <p:nvPr>
            <p:ph idx="12" type="sldNum"/>
          </p:nvPr>
        </p:nvSpPr>
        <p:spPr>
          <a:xfrm>
            <a:off x="8424808" y="457757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 name="Google Shape;222;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23" name="Google Shape;22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24" name="Shape 224"/>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1_2">
    <p:spTree>
      <p:nvGrpSpPr>
        <p:cNvPr id="225" name="Shape 225"/>
        <p:cNvGrpSpPr/>
        <p:nvPr/>
      </p:nvGrpSpPr>
      <p:grpSpPr>
        <a:xfrm>
          <a:off x="0" y="0"/>
          <a:ext cx="0" cy="0"/>
          <a:chOff x="0" y="0"/>
          <a:chExt cx="0" cy="0"/>
        </a:xfrm>
      </p:grpSpPr>
      <p:sp>
        <p:nvSpPr>
          <p:cNvPr id="226" name="Google Shape;226;p36"/>
          <p:cNvSpPr/>
          <p:nvPr/>
        </p:nvSpPr>
        <p:spPr>
          <a:xfrm>
            <a:off x="4575850" y="0"/>
            <a:ext cx="4568100" cy="5143500"/>
          </a:xfrm>
          <a:prstGeom prst="rect">
            <a:avLst/>
          </a:prstGeom>
          <a:gradFill>
            <a:gsLst>
              <a:gs pos="0">
                <a:srgbClr val="000000">
                  <a:alpha val="0"/>
                </a:srgbClr>
              </a:gs>
              <a:gs pos="50000">
                <a:schemeClr val="dk1"/>
              </a:gs>
              <a:gs pos="100000">
                <a:srgbClr val="000000">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1">
  <p:cSld name="TITLE_AND_BODY_1_2_1">
    <p:spTree>
      <p:nvGrpSpPr>
        <p:cNvPr id="228" name="Shape 228"/>
        <p:cNvGrpSpPr/>
        <p:nvPr/>
      </p:nvGrpSpPr>
      <p:grpSpPr>
        <a:xfrm>
          <a:off x="0" y="0"/>
          <a:ext cx="0" cy="0"/>
          <a:chOff x="0" y="0"/>
          <a:chExt cx="0" cy="0"/>
        </a:xfrm>
      </p:grpSpPr>
      <p:sp>
        <p:nvSpPr>
          <p:cNvPr id="229" name="Google Shape;229;p37"/>
          <p:cNvSpPr/>
          <p:nvPr/>
        </p:nvSpPr>
        <p:spPr>
          <a:xfrm>
            <a:off x="4023300" y="0"/>
            <a:ext cx="51207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31" name="Google Shape;231;p37"/>
          <p:cNvPicPr preferRelativeResize="0"/>
          <p:nvPr/>
        </p:nvPicPr>
        <p:blipFill>
          <a:blip r:embed="rId2">
            <a:alphaModFix/>
          </a:blip>
          <a:stretch>
            <a:fillRect/>
          </a:stretch>
        </p:blipFill>
        <p:spPr>
          <a:xfrm>
            <a:off x="8190227" y="4869025"/>
            <a:ext cx="687950" cy="1409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xx">
  <p:cSld name="CUSTOM">
    <p:bg>
      <p:bgPr>
        <a:gradFill>
          <a:gsLst>
            <a:gs pos="0">
              <a:srgbClr val="494949"/>
            </a:gs>
            <a:gs pos="25000">
              <a:schemeClr val="dk1"/>
            </a:gs>
            <a:gs pos="50000">
              <a:schemeClr val="dk1"/>
            </a:gs>
            <a:gs pos="75000">
              <a:schemeClr val="dk1"/>
            </a:gs>
            <a:gs pos="100000">
              <a:srgbClr val="494949"/>
            </a:gs>
          </a:gsLst>
          <a:lin ang="5400012" scaled="0"/>
        </a:gradFill>
      </p:bgPr>
    </p:bg>
    <p:spTree>
      <p:nvGrpSpPr>
        <p:cNvPr id="232" name="Shape 232"/>
        <p:cNvGrpSpPr/>
        <p:nvPr/>
      </p:nvGrpSpPr>
      <p:grpSpPr>
        <a:xfrm>
          <a:off x="0" y="0"/>
          <a:ext cx="0" cy="0"/>
          <a:chOff x="0" y="0"/>
          <a:chExt cx="0" cy="0"/>
        </a:xfrm>
      </p:grpSpPr>
      <p:pic>
        <p:nvPicPr>
          <p:cNvPr id="233" name="Google Shape;233;p38"/>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234" name="Google Shape;234;p38"/>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grpSp>
        <p:nvGrpSpPr>
          <p:cNvPr id="235" name="Google Shape;235;p38"/>
          <p:cNvGrpSpPr/>
          <p:nvPr/>
        </p:nvGrpSpPr>
        <p:grpSpPr>
          <a:xfrm>
            <a:off x="-1785312" y="0"/>
            <a:ext cx="12185613" cy="4810124"/>
            <a:chOff x="-1499562" y="0"/>
            <a:chExt cx="12185613" cy="4810124"/>
          </a:xfrm>
        </p:grpSpPr>
        <p:pic>
          <p:nvPicPr>
            <p:cNvPr id="236" name="Google Shape;236;p38"/>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237" name="Google Shape;237;p38"/>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grpSp>
        <p:nvGrpSpPr>
          <p:cNvPr id="238" name="Google Shape;238;p38"/>
          <p:cNvGrpSpPr/>
          <p:nvPr/>
        </p:nvGrpSpPr>
        <p:grpSpPr>
          <a:xfrm>
            <a:off x="-2837829" y="0"/>
            <a:ext cx="15162558" cy="5985237"/>
            <a:chOff x="-1499562" y="0"/>
            <a:chExt cx="12185613" cy="4810124"/>
          </a:xfrm>
        </p:grpSpPr>
        <p:pic>
          <p:nvPicPr>
            <p:cNvPr id="239" name="Google Shape;239;p38"/>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240" name="Google Shape;240;p38"/>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xx">
  <p:cSld name="CUSTOM_2">
    <p:bg>
      <p:bgPr>
        <a:gradFill>
          <a:gsLst>
            <a:gs pos="0">
              <a:srgbClr val="353535"/>
            </a:gs>
            <a:gs pos="21000">
              <a:schemeClr val="dk1"/>
            </a:gs>
            <a:gs pos="50000">
              <a:schemeClr val="dk1"/>
            </a:gs>
            <a:gs pos="81000">
              <a:schemeClr val="dk1"/>
            </a:gs>
            <a:gs pos="100000">
              <a:srgbClr val="353535"/>
            </a:gs>
          </a:gsLst>
          <a:lin ang="5400700" scaled="0"/>
        </a:gradFill>
      </p:bgPr>
    </p:bg>
    <p:spTree>
      <p:nvGrpSpPr>
        <p:cNvPr id="241" name="Shape 241"/>
        <p:cNvGrpSpPr/>
        <p:nvPr/>
      </p:nvGrpSpPr>
      <p:grpSpPr>
        <a:xfrm>
          <a:off x="0" y="0"/>
          <a:ext cx="0" cy="0"/>
          <a:chOff x="0" y="0"/>
          <a:chExt cx="0" cy="0"/>
        </a:xfrm>
      </p:grpSpPr>
      <p:pic>
        <p:nvPicPr>
          <p:cNvPr id="242" name="Google Shape;242;p39"/>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243" name="Google Shape;243;p39"/>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grpSp>
        <p:nvGrpSpPr>
          <p:cNvPr id="244" name="Google Shape;244;p39"/>
          <p:cNvGrpSpPr/>
          <p:nvPr/>
        </p:nvGrpSpPr>
        <p:grpSpPr>
          <a:xfrm>
            <a:off x="-1785312" y="0"/>
            <a:ext cx="12185613" cy="4810124"/>
            <a:chOff x="-1499562" y="0"/>
            <a:chExt cx="12185613" cy="4810124"/>
          </a:xfrm>
        </p:grpSpPr>
        <p:pic>
          <p:nvPicPr>
            <p:cNvPr id="245" name="Google Shape;245;p39"/>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246" name="Google Shape;246;p39"/>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grpSp>
        <p:nvGrpSpPr>
          <p:cNvPr id="247" name="Google Shape;247;p39"/>
          <p:cNvGrpSpPr/>
          <p:nvPr/>
        </p:nvGrpSpPr>
        <p:grpSpPr>
          <a:xfrm>
            <a:off x="-2837829" y="0"/>
            <a:ext cx="15162558" cy="5985237"/>
            <a:chOff x="-1499562" y="0"/>
            <a:chExt cx="12185613" cy="4810124"/>
          </a:xfrm>
        </p:grpSpPr>
        <p:pic>
          <p:nvPicPr>
            <p:cNvPr id="248" name="Google Shape;248;p39"/>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249" name="Google Shape;249;p39"/>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xx">
  <p:cSld name="CUSTOM_2_1">
    <p:bg>
      <p:bgPr>
        <a:gradFill>
          <a:gsLst>
            <a:gs pos="0">
              <a:schemeClr val="dk1"/>
            </a:gs>
            <a:gs pos="100000">
              <a:srgbClr val="353535"/>
            </a:gs>
          </a:gsLst>
          <a:path path="circle">
            <a:fillToRect b="50%" l="50%" r="50%" t="50%"/>
          </a:path>
          <a:tileRect/>
        </a:gradFill>
      </p:bgPr>
    </p:bg>
    <p:spTree>
      <p:nvGrpSpPr>
        <p:cNvPr id="250" name="Shape 250"/>
        <p:cNvGrpSpPr/>
        <p:nvPr/>
      </p:nvGrpSpPr>
      <p:grpSpPr>
        <a:xfrm>
          <a:off x="0" y="0"/>
          <a:ext cx="0" cy="0"/>
          <a:chOff x="0" y="0"/>
          <a:chExt cx="0" cy="0"/>
        </a:xfrm>
      </p:grpSpPr>
      <p:pic>
        <p:nvPicPr>
          <p:cNvPr id="251" name="Google Shape;251;p40"/>
          <p:cNvPicPr preferRelativeResize="0"/>
          <p:nvPr/>
        </p:nvPicPr>
        <p:blipFill rotWithShape="1">
          <a:blip r:embed="rId2">
            <a:alphaModFix amt="60000"/>
          </a:blip>
          <a:srcRect b="382" l="4267" r="42663" t="38949"/>
          <a:stretch/>
        </p:blipFill>
        <p:spPr>
          <a:xfrm flipH="1" rot="-5400000">
            <a:off x="-342585" y="-2095188"/>
            <a:ext cx="7581274" cy="6896100"/>
          </a:xfrm>
          <a:prstGeom prst="rect">
            <a:avLst/>
          </a:prstGeom>
          <a:noFill/>
          <a:ln>
            <a:noFill/>
          </a:ln>
        </p:spPr>
      </p:pic>
      <p:pic>
        <p:nvPicPr>
          <p:cNvPr id="252" name="Google Shape;252;p40"/>
          <p:cNvPicPr preferRelativeResize="0"/>
          <p:nvPr/>
        </p:nvPicPr>
        <p:blipFill rotWithShape="1">
          <a:blip r:embed="rId2">
            <a:alphaModFix amt="60000"/>
          </a:blip>
          <a:srcRect b="382" l="4267" r="42663" t="38949"/>
          <a:stretch/>
        </p:blipFill>
        <p:spPr>
          <a:xfrm rot="5400000">
            <a:off x="1905315" y="-2095188"/>
            <a:ext cx="7581274" cy="68961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
    <p:bg>
      <p:bgPr>
        <a:gradFill>
          <a:gsLst>
            <a:gs pos="0">
              <a:srgbClr val="494949"/>
            </a:gs>
            <a:gs pos="25000">
              <a:schemeClr val="dk1"/>
            </a:gs>
            <a:gs pos="50000">
              <a:schemeClr val="dk1"/>
            </a:gs>
            <a:gs pos="75000">
              <a:schemeClr val="dk1"/>
            </a:gs>
            <a:gs pos="100000">
              <a:srgbClr val="494949"/>
            </a:gs>
          </a:gsLst>
          <a:lin ang="5400012" scaled="0"/>
        </a:gradFill>
      </p:bgPr>
    </p:bg>
    <p:spTree>
      <p:nvGrpSpPr>
        <p:cNvPr id="253" name="Shape 253"/>
        <p:cNvGrpSpPr/>
        <p:nvPr/>
      </p:nvGrpSpPr>
      <p:grpSpPr>
        <a:xfrm>
          <a:off x="0" y="0"/>
          <a:ext cx="0" cy="0"/>
          <a:chOff x="0" y="0"/>
          <a:chExt cx="0" cy="0"/>
        </a:xfrm>
      </p:grpSpPr>
      <p:pic>
        <p:nvPicPr>
          <p:cNvPr id="254" name="Google Shape;254;p41"/>
          <p:cNvPicPr preferRelativeResize="0"/>
          <p:nvPr/>
        </p:nvPicPr>
        <p:blipFill rotWithShape="1">
          <a:blip r:embed="rId2">
            <a:alphaModFix amt="60000"/>
          </a:blip>
          <a:srcRect b="0" l="45510" r="0" t="46553"/>
          <a:stretch/>
        </p:blipFill>
        <p:spPr>
          <a:xfrm>
            <a:off x="0" y="0"/>
            <a:ext cx="6255976" cy="4577376"/>
          </a:xfrm>
          <a:prstGeom prst="rect">
            <a:avLst/>
          </a:prstGeom>
          <a:noFill/>
          <a:ln>
            <a:noFill/>
          </a:ln>
        </p:spPr>
      </p:pic>
      <p:pic>
        <p:nvPicPr>
          <p:cNvPr id="255" name="Google Shape;255;p41"/>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256" name="Google Shape;256;p41"/>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257" name="Shape 257"/>
        <p:cNvGrpSpPr/>
        <p:nvPr/>
      </p:nvGrpSpPr>
      <p:grpSpPr>
        <a:xfrm>
          <a:off x="0" y="0"/>
          <a:ext cx="0" cy="0"/>
          <a:chOff x="0" y="0"/>
          <a:chExt cx="0" cy="0"/>
        </a:xfrm>
      </p:grpSpPr>
      <p:sp>
        <p:nvSpPr>
          <p:cNvPr id="258" name="Google Shape;258;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9" name="Shape 259"/>
        <p:cNvGrpSpPr/>
        <p:nvPr/>
      </p:nvGrpSpPr>
      <p:grpSpPr>
        <a:xfrm>
          <a:off x="0" y="0"/>
          <a:ext cx="0" cy="0"/>
          <a:chOff x="0" y="0"/>
          <a:chExt cx="0" cy="0"/>
        </a:xfrm>
      </p:grpSpPr>
      <p:sp>
        <p:nvSpPr>
          <p:cNvPr id="260" name="Google Shape;260;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61" name="Google Shape;261;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2" name="Google Shape;262;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type="obj">
  <p:cSld name="OBJECT">
    <p:bg>
      <p:bgPr>
        <a:solidFill>
          <a:srgbClr val="191D28"/>
        </a:solidFill>
      </p:bgPr>
    </p:bg>
    <p:spTree>
      <p:nvGrpSpPr>
        <p:cNvPr id="263" name="Shape 263"/>
        <p:cNvGrpSpPr/>
        <p:nvPr/>
      </p:nvGrpSpPr>
      <p:grpSpPr>
        <a:xfrm>
          <a:off x="0" y="0"/>
          <a:ext cx="0" cy="0"/>
          <a:chOff x="0" y="0"/>
          <a:chExt cx="0" cy="0"/>
        </a:xfrm>
      </p:grpSpPr>
      <p:sp>
        <p:nvSpPr>
          <p:cNvPr id="264" name="Google Shape;264;p44"/>
          <p:cNvSpPr txBox="1"/>
          <p:nvPr>
            <p:ph type="title"/>
          </p:nvPr>
        </p:nvSpPr>
        <p:spPr>
          <a:xfrm>
            <a:off x="628650" y="336190"/>
            <a:ext cx="7886700" cy="612900"/>
          </a:xfrm>
          <a:prstGeom prst="rect">
            <a:avLst/>
          </a:prstGeom>
          <a:noFill/>
          <a:ln>
            <a:noFill/>
          </a:ln>
        </p:spPr>
        <p:txBody>
          <a:bodyPr anchorCtr="0" anchor="t" bIns="34275" lIns="0" spcFirstLastPara="1" rIns="0" wrap="square" tIns="34275">
            <a:noAutofit/>
          </a:bodyPr>
          <a:lstStyle>
            <a:lvl1pPr lvl="0" algn="l">
              <a:lnSpc>
                <a:spcPct val="100000"/>
              </a:lnSpc>
              <a:spcBef>
                <a:spcPts val="0"/>
              </a:spcBef>
              <a:spcAft>
                <a:spcPts val="0"/>
              </a:spcAft>
              <a:buClr>
                <a:schemeClr val="lt1"/>
              </a:buClr>
              <a:buSzPts val="2400"/>
              <a:buFont typeface="Montserrat"/>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5" name="Google Shape;265;p44"/>
          <p:cNvSpPr txBox="1"/>
          <p:nvPr>
            <p:ph idx="1" type="body"/>
          </p:nvPr>
        </p:nvSpPr>
        <p:spPr>
          <a:xfrm>
            <a:off x="628650" y="1285226"/>
            <a:ext cx="7886700" cy="3428700"/>
          </a:xfrm>
          <a:prstGeom prst="rect">
            <a:avLst/>
          </a:prstGeom>
          <a:noFill/>
          <a:ln>
            <a:noFill/>
          </a:ln>
        </p:spPr>
        <p:txBody>
          <a:bodyPr anchorCtr="0" anchor="t" bIns="34275" lIns="0" spcFirstLastPara="1" rIns="0" wrap="square" tIns="34275">
            <a:noAutofit/>
          </a:bodyPr>
          <a:lstStyle>
            <a:lvl1pPr indent="-298450" lvl="0" marL="457200" algn="l">
              <a:lnSpc>
                <a:spcPct val="110000"/>
              </a:lnSpc>
              <a:spcBef>
                <a:spcPts val="300"/>
              </a:spcBef>
              <a:spcAft>
                <a:spcPts val="0"/>
              </a:spcAft>
              <a:buClr>
                <a:schemeClr val="accent6"/>
              </a:buClr>
              <a:buSzPts val="1100"/>
              <a:buChar char="●"/>
              <a:defRPr>
                <a:solidFill>
                  <a:schemeClr val="lt1"/>
                </a:solidFill>
              </a:defRPr>
            </a:lvl1pPr>
            <a:lvl2pPr indent="-285750" lvl="1" marL="914400" algn="l">
              <a:lnSpc>
                <a:spcPct val="110000"/>
              </a:lnSpc>
              <a:spcBef>
                <a:spcPts val="300"/>
              </a:spcBef>
              <a:spcAft>
                <a:spcPts val="0"/>
              </a:spcAft>
              <a:buClr>
                <a:schemeClr val="accent6"/>
              </a:buClr>
              <a:buSzPts val="900"/>
              <a:buChar char="○"/>
              <a:defRPr>
                <a:solidFill>
                  <a:schemeClr val="lt1"/>
                </a:solidFill>
              </a:defRPr>
            </a:lvl2pPr>
            <a:lvl3pPr indent="-279400" lvl="2" marL="1371600" algn="l">
              <a:lnSpc>
                <a:spcPct val="110000"/>
              </a:lnSpc>
              <a:spcBef>
                <a:spcPts val="300"/>
              </a:spcBef>
              <a:spcAft>
                <a:spcPts val="0"/>
              </a:spcAft>
              <a:buClr>
                <a:schemeClr val="accent6"/>
              </a:buClr>
              <a:buSzPts val="800"/>
              <a:buChar char="■"/>
              <a:defRPr>
                <a:solidFill>
                  <a:schemeClr val="lt1"/>
                </a:solidFill>
              </a:defRPr>
            </a:lvl3pPr>
            <a:lvl4pPr indent="-279400" lvl="3" marL="1828800" algn="l">
              <a:lnSpc>
                <a:spcPct val="110000"/>
              </a:lnSpc>
              <a:spcBef>
                <a:spcPts val="300"/>
              </a:spcBef>
              <a:spcAft>
                <a:spcPts val="0"/>
              </a:spcAft>
              <a:buClr>
                <a:schemeClr val="accent6"/>
              </a:buClr>
              <a:buSzPts val="800"/>
              <a:buChar char="●"/>
              <a:defRPr>
                <a:solidFill>
                  <a:schemeClr val="lt1"/>
                </a:solidFill>
              </a:defRPr>
            </a:lvl4pPr>
            <a:lvl5pPr indent="-279400" lvl="4" marL="2286000" algn="l">
              <a:lnSpc>
                <a:spcPct val="110000"/>
              </a:lnSpc>
              <a:spcBef>
                <a:spcPts val="300"/>
              </a:spcBef>
              <a:spcAft>
                <a:spcPts val="0"/>
              </a:spcAft>
              <a:buClr>
                <a:schemeClr val="accent6"/>
              </a:buClr>
              <a:buSzPts val="8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6" name="Shape 266"/>
        <p:cNvGrpSpPr/>
        <p:nvPr/>
      </p:nvGrpSpPr>
      <p:grpSpPr>
        <a:xfrm>
          <a:off x="0" y="0"/>
          <a:ext cx="0" cy="0"/>
          <a:chOff x="0" y="0"/>
          <a:chExt cx="0" cy="0"/>
        </a:xfrm>
      </p:grpSpPr>
      <p:sp>
        <p:nvSpPr>
          <p:cNvPr id="267" name="Google Shape;267;p45"/>
          <p:cNvSpPr txBox="1"/>
          <p:nvPr>
            <p:ph type="title"/>
          </p:nvPr>
        </p:nvSpPr>
        <p:spPr>
          <a:xfrm>
            <a:off x="628650" y="336190"/>
            <a:ext cx="7886700" cy="612900"/>
          </a:xfrm>
          <a:prstGeom prst="rect">
            <a:avLst/>
          </a:prstGeom>
          <a:noFill/>
          <a:ln>
            <a:noFill/>
          </a:ln>
        </p:spPr>
        <p:txBody>
          <a:bodyPr anchorCtr="0" anchor="t" bIns="34275" lIns="0" spcFirstLastPara="1" rIns="0" wrap="square" tIns="34275">
            <a:noAutofit/>
          </a:bodyPr>
          <a:lstStyle>
            <a:lvl1pPr lvl="0" algn="l">
              <a:lnSpc>
                <a:spcPct val="10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8" name="Google Shape;268;p45"/>
          <p:cNvSpPr txBox="1"/>
          <p:nvPr>
            <p:ph idx="1" type="body"/>
          </p:nvPr>
        </p:nvSpPr>
        <p:spPr>
          <a:xfrm>
            <a:off x="628650" y="1285226"/>
            <a:ext cx="7886700" cy="3428700"/>
          </a:xfrm>
          <a:prstGeom prst="rect">
            <a:avLst/>
          </a:prstGeom>
          <a:noFill/>
          <a:ln>
            <a:noFill/>
          </a:ln>
        </p:spPr>
        <p:txBody>
          <a:bodyPr anchorCtr="0" anchor="t" bIns="34275" lIns="0" spcFirstLastPara="1" rIns="0" wrap="square" tIns="34275">
            <a:noAutofit/>
          </a:bodyPr>
          <a:lstStyle>
            <a:lvl1pPr indent="-317500" lvl="0" marL="457200" algn="l">
              <a:lnSpc>
                <a:spcPct val="110000"/>
              </a:lnSpc>
              <a:spcBef>
                <a:spcPts val="300"/>
              </a:spcBef>
              <a:spcAft>
                <a:spcPts val="0"/>
              </a:spcAft>
              <a:buSzPts val="1400"/>
              <a:buChar char="●"/>
              <a:defRPr/>
            </a:lvl1pPr>
            <a:lvl2pPr indent="-317500" lvl="1" marL="914400" algn="l">
              <a:lnSpc>
                <a:spcPct val="110000"/>
              </a:lnSpc>
              <a:spcBef>
                <a:spcPts val="300"/>
              </a:spcBef>
              <a:spcAft>
                <a:spcPts val="0"/>
              </a:spcAft>
              <a:buSzPts val="1400"/>
              <a:buChar char="○"/>
              <a:defRPr/>
            </a:lvl2pPr>
            <a:lvl3pPr indent="-317500" lvl="2" marL="1371600" algn="l">
              <a:lnSpc>
                <a:spcPct val="110000"/>
              </a:lnSpc>
              <a:spcBef>
                <a:spcPts val="300"/>
              </a:spcBef>
              <a:spcAft>
                <a:spcPts val="0"/>
              </a:spcAft>
              <a:buSzPts val="1400"/>
              <a:buChar char="■"/>
              <a:defRPr/>
            </a:lvl3pPr>
            <a:lvl4pPr indent="-317500" lvl="3" marL="1828800" algn="l">
              <a:lnSpc>
                <a:spcPct val="110000"/>
              </a:lnSpc>
              <a:spcBef>
                <a:spcPts val="300"/>
              </a:spcBef>
              <a:spcAft>
                <a:spcPts val="0"/>
              </a:spcAft>
              <a:buSzPts val="1400"/>
              <a:buChar char="●"/>
              <a:defRPr/>
            </a:lvl4pPr>
            <a:lvl5pPr indent="-317500" lvl="4" marL="2286000" algn="l">
              <a:lnSpc>
                <a:spcPct val="110000"/>
              </a:lnSpc>
              <a:spcBef>
                <a:spcPts val="3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pic>
        <p:nvPicPr>
          <p:cNvPr id="269" name="Google Shape;269;p45"/>
          <p:cNvPicPr preferRelativeResize="0"/>
          <p:nvPr/>
        </p:nvPicPr>
        <p:blipFill>
          <a:blip r:embed="rId2">
            <a:alphaModFix/>
          </a:blip>
          <a:stretch>
            <a:fillRect/>
          </a:stretch>
        </p:blipFill>
        <p:spPr>
          <a:xfrm>
            <a:off x="8190227" y="4869025"/>
            <a:ext cx="687950" cy="140900"/>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1 1">
  <p:cSld name="TITLE_AND_BODY_1_2_1_1">
    <p:spTree>
      <p:nvGrpSpPr>
        <p:cNvPr id="270" name="Shape 270"/>
        <p:cNvGrpSpPr/>
        <p:nvPr/>
      </p:nvGrpSpPr>
      <p:grpSpPr>
        <a:xfrm>
          <a:off x="0" y="0"/>
          <a:ext cx="0" cy="0"/>
          <a:chOff x="0" y="0"/>
          <a:chExt cx="0" cy="0"/>
        </a:xfrm>
      </p:grpSpPr>
      <p:sp>
        <p:nvSpPr>
          <p:cNvPr id="271" name="Google Shape;271;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72" name="Google Shape;272;p46"/>
          <p:cNvGrpSpPr/>
          <p:nvPr/>
        </p:nvGrpSpPr>
        <p:grpSpPr>
          <a:xfrm>
            <a:off x="8410681" y="4781828"/>
            <a:ext cx="419797" cy="246836"/>
            <a:chOff x="4772025" y="2638425"/>
            <a:chExt cx="2650234" cy="1579245"/>
          </a:xfrm>
        </p:grpSpPr>
        <p:sp>
          <p:nvSpPr>
            <p:cNvPr id="273" name="Google Shape;273;p46"/>
            <p:cNvSpPr/>
            <p:nvPr/>
          </p:nvSpPr>
          <p:spPr>
            <a:xfrm>
              <a:off x="4772025" y="2638425"/>
              <a:ext cx="1895094" cy="1579245"/>
            </a:xfrm>
            <a:custGeom>
              <a:rect b="b" l="l" r="r" t="t"/>
              <a:pathLst>
                <a:path extrusionOk="0" h="1579245" w="1895094">
                  <a:moveTo>
                    <a:pt x="1711071" y="38100"/>
                  </a:moveTo>
                  <a:lnTo>
                    <a:pt x="1711071" y="38100"/>
                  </a:lnTo>
                  <a:cubicBezTo>
                    <a:pt x="1791462" y="38100"/>
                    <a:pt x="1856994" y="103727"/>
                    <a:pt x="1857089" y="184023"/>
                  </a:cubicBezTo>
                  <a:lnTo>
                    <a:pt x="1857089" y="1395127"/>
                  </a:lnTo>
                  <a:cubicBezTo>
                    <a:pt x="1857089" y="1475518"/>
                    <a:pt x="1791462" y="1541050"/>
                    <a:pt x="1711166" y="1541145"/>
                  </a:cubicBezTo>
                  <a:lnTo>
                    <a:pt x="184118" y="1541145"/>
                  </a:lnTo>
                  <a:cubicBezTo>
                    <a:pt x="103727" y="1541145"/>
                    <a:pt x="38195" y="1475518"/>
                    <a:pt x="38100" y="1395222"/>
                  </a:cubicBezTo>
                  <a:lnTo>
                    <a:pt x="38100" y="184118"/>
                  </a:lnTo>
                  <a:cubicBezTo>
                    <a:pt x="38195" y="103727"/>
                    <a:pt x="103727" y="38195"/>
                    <a:pt x="184023" y="38100"/>
                  </a:cubicBezTo>
                  <a:lnTo>
                    <a:pt x="1711071" y="38100"/>
                  </a:lnTo>
                  <a:moveTo>
                    <a:pt x="1711071" y="0"/>
                  </a:moveTo>
                  <a:lnTo>
                    <a:pt x="184023" y="0"/>
                  </a:lnTo>
                  <a:cubicBezTo>
                    <a:pt x="82391" y="95"/>
                    <a:pt x="95" y="82391"/>
                    <a:pt x="0" y="184023"/>
                  </a:cubicBezTo>
                  <a:lnTo>
                    <a:pt x="0" y="1395222"/>
                  </a:lnTo>
                  <a:cubicBezTo>
                    <a:pt x="95" y="1496854"/>
                    <a:pt x="82391" y="1579150"/>
                    <a:pt x="184023" y="1579245"/>
                  </a:cubicBezTo>
                  <a:lnTo>
                    <a:pt x="1711071" y="1579245"/>
                  </a:lnTo>
                  <a:cubicBezTo>
                    <a:pt x="1812703" y="1579150"/>
                    <a:pt x="1894999" y="1496854"/>
                    <a:pt x="1895094" y="1395222"/>
                  </a:cubicBezTo>
                  <a:lnTo>
                    <a:pt x="1895094" y="184023"/>
                  </a:lnTo>
                  <a:cubicBezTo>
                    <a:pt x="1894999" y="82391"/>
                    <a:pt x="1812608" y="95"/>
                    <a:pt x="1711071" y="0"/>
                  </a:cubicBezTo>
                  <a:lnTo>
                    <a:pt x="1711071" y="0"/>
                  </a:lnTo>
                  <a:close/>
                </a:path>
              </a:pathLst>
            </a:custGeom>
            <a:solidFill>
              <a:srgbClr val="E1523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46"/>
            <p:cNvSpPr/>
            <p:nvPr/>
          </p:nvSpPr>
          <p:spPr>
            <a:xfrm>
              <a:off x="6789800" y="2834640"/>
              <a:ext cx="632459" cy="1190815"/>
            </a:xfrm>
            <a:custGeom>
              <a:rect b="b" l="l" r="r" t="t"/>
              <a:pathLst>
                <a:path extrusionOk="0" h="1190815" w="632459">
                  <a:moveTo>
                    <a:pt x="594360" y="64198"/>
                  </a:moveTo>
                  <a:lnTo>
                    <a:pt x="594360" y="1126617"/>
                  </a:lnTo>
                  <a:lnTo>
                    <a:pt x="38100" y="822960"/>
                  </a:lnTo>
                  <a:lnTo>
                    <a:pt x="38100" y="367856"/>
                  </a:lnTo>
                  <a:lnTo>
                    <a:pt x="594360" y="64198"/>
                  </a:lnTo>
                  <a:moveTo>
                    <a:pt x="632460" y="0"/>
                  </a:moveTo>
                  <a:lnTo>
                    <a:pt x="0" y="345281"/>
                  </a:lnTo>
                  <a:lnTo>
                    <a:pt x="0" y="845534"/>
                  </a:lnTo>
                  <a:lnTo>
                    <a:pt x="632460" y="1190816"/>
                  </a:lnTo>
                  <a:lnTo>
                    <a:pt x="632460" y="0"/>
                  </a:lnTo>
                  <a:lnTo>
                    <a:pt x="632460" y="0"/>
                  </a:lnTo>
                  <a:close/>
                </a:path>
              </a:pathLst>
            </a:custGeom>
            <a:solidFill>
              <a:srgbClr val="E1523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5" name="Google Shape;275;p46"/>
            <p:cNvGrpSpPr/>
            <p:nvPr/>
          </p:nvGrpSpPr>
          <p:grpSpPr>
            <a:xfrm>
              <a:off x="5322951" y="2923222"/>
              <a:ext cx="837151" cy="1038129"/>
              <a:chOff x="5322951" y="2923222"/>
              <a:chExt cx="837151" cy="1038129"/>
            </a:xfrm>
          </p:grpSpPr>
          <p:sp>
            <p:nvSpPr>
              <p:cNvPr id="276" name="Google Shape;276;p46"/>
              <p:cNvSpPr/>
              <p:nvPr/>
            </p:nvSpPr>
            <p:spPr>
              <a:xfrm>
                <a:off x="5322951" y="2923222"/>
                <a:ext cx="756872" cy="787050"/>
              </a:xfrm>
              <a:custGeom>
                <a:rect b="b" l="l" r="r" t="t"/>
                <a:pathLst>
                  <a:path extrusionOk="0" h="787050" w="756872">
                    <a:moveTo>
                      <a:pt x="415481" y="713423"/>
                    </a:moveTo>
                    <a:cubicBezTo>
                      <a:pt x="369856" y="732377"/>
                      <a:pt x="320802" y="741807"/>
                      <a:pt x="271462" y="741236"/>
                    </a:cubicBezTo>
                    <a:lnTo>
                      <a:pt x="271462" y="741236"/>
                    </a:lnTo>
                    <a:lnTo>
                      <a:pt x="271462" y="45815"/>
                    </a:lnTo>
                    <a:lnTo>
                      <a:pt x="271462" y="45815"/>
                    </a:lnTo>
                    <a:cubicBezTo>
                      <a:pt x="271462" y="45815"/>
                      <a:pt x="430720" y="38767"/>
                      <a:pt x="507397" y="144971"/>
                    </a:cubicBezTo>
                    <a:cubicBezTo>
                      <a:pt x="573405" y="236315"/>
                      <a:pt x="570167" y="322993"/>
                      <a:pt x="570167" y="385667"/>
                    </a:cubicBezTo>
                    <a:cubicBezTo>
                      <a:pt x="571024" y="421767"/>
                      <a:pt x="569309" y="457867"/>
                      <a:pt x="564928" y="493681"/>
                    </a:cubicBezTo>
                    <a:lnTo>
                      <a:pt x="715423" y="594646"/>
                    </a:lnTo>
                    <a:cubicBezTo>
                      <a:pt x="744093" y="536734"/>
                      <a:pt x="758285" y="472726"/>
                      <a:pt x="756761" y="408051"/>
                    </a:cubicBezTo>
                    <a:lnTo>
                      <a:pt x="756761" y="379000"/>
                    </a:lnTo>
                    <a:cubicBezTo>
                      <a:pt x="756761" y="111252"/>
                      <a:pt x="553498" y="0"/>
                      <a:pt x="323850" y="0"/>
                    </a:cubicBezTo>
                    <a:lnTo>
                      <a:pt x="0" y="0"/>
                    </a:lnTo>
                    <a:lnTo>
                      <a:pt x="89535" y="89916"/>
                    </a:lnTo>
                    <a:lnTo>
                      <a:pt x="89535" y="697040"/>
                    </a:lnTo>
                    <a:lnTo>
                      <a:pt x="0" y="787051"/>
                    </a:lnTo>
                    <a:lnTo>
                      <a:pt x="323660" y="787051"/>
                    </a:lnTo>
                    <a:cubicBezTo>
                      <a:pt x="359664" y="787051"/>
                      <a:pt x="395573" y="784384"/>
                      <a:pt x="431101" y="778669"/>
                    </a:cubicBezTo>
                    <a:lnTo>
                      <a:pt x="415481" y="7134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46"/>
              <p:cNvSpPr/>
              <p:nvPr/>
            </p:nvSpPr>
            <p:spPr>
              <a:xfrm>
                <a:off x="5825013" y="3511581"/>
                <a:ext cx="335089" cy="449770"/>
              </a:xfrm>
              <a:custGeom>
                <a:rect b="b" l="l" r="r" t="t"/>
                <a:pathLst>
                  <a:path extrusionOk="0" h="449770" w="335089">
                    <a:moveTo>
                      <a:pt x="335089" y="224885"/>
                    </a:moveTo>
                    <a:lnTo>
                      <a:pt x="0" y="0"/>
                    </a:lnTo>
                    <a:lnTo>
                      <a:pt x="54102" y="224885"/>
                    </a:lnTo>
                    <a:lnTo>
                      <a:pt x="0" y="449771"/>
                    </a:lnTo>
                    <a:lnTo>
                      <a:pt x="335089" y="22488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 name="Shape 278"/>
        <p:cNvGrpSpPr/>
        <p:nvPr/>
      </p:nvGrpSpPr>
      <p:grpSpPr>
        <a:xfrm>
          <a:off x="0" y="0"/>
          <a:ext cx="0" cy="0"/>
          <a:chOff x="0" y="0"/>
          <a:chExt cx="0" cy="0"/>
        </a:xfrm>
      </p:grpSpPr>
      <p:sp>
        <p:nvSpPr>
          <p:cNvPr id="279" name="Google Shape;279;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0" name="Google Shape;280;p4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1" name="Google Shape;281;p4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2" name="Google Shape;282;p47"/>
          <p:cNvSpPr txBox="1"/>
          <p:nvPr>
            <p:ph idx="12" type="sldNum"/>
          </p:nvPr>
        </p:nvSpPr>
        <p:spPr>
          <a:xfrm>
            <a:off x="8424808" y="457757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TITLE_1">
    <p:spTree>
      <p:nvGrpSpPr>
        <p:cNvPr id="283" name="Shape 283"/>
        <p:cNvGrpSpPr/>
        <p:nvPr/>
      </p:nvGrpSpPr>
      <p:grpSpPr>
        <a:xfrm>
          <a:off x="0" y="0"/>
          <a:ext cx="0" cy="0"/>
          <a:chOff x="0" y="0"/>
          <a:chExt cx="0" cy="0"/>
        </a:xfrm>
      </p:grpSpPr>
      <p:pic>
        <p:nvPicPr>
          <p:cNvPr id="284" name="Google Shape;284;p48"/>
          <p:cNvPicPr preferRelativeResize="0"/>
          <p:nvPr/>
        </p:nvPicPr>
        <p:blipFill rotWithShape="1">
          <a:blip r:embed="rId2">
            <a:alphaModFix/>
          </a:blip>
          <a:srcRect b="0" l="0" r="85258" t="0"/>
          <a:stretch/>
        </p:blipFill>
        <p:spPr>
          <a:xfrm>
            <a:off x="168275" y="4842900"/>
            <a:ext cx="144451" cy="1298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1">
  <p:cSld name="TITLE_2">
    <p:spTree>
      <p:nvGrpSpPr>
        <p:cNvPr id="285" name="Shape 285"/>
        <p:cNvGrpSpPr/>
        <p:nvPr/>
      </p:nvGrpSpPr>
      <p:grpSpPr>
        <a:xfrm>
          <a:off x="0" y="0"/>
          <a:ext cx="0" cy="0"/>
          <a:chOff x="0" y="0"/>
          <a:chExt cx="0" cy="0"/>
        </a:xfrm>
      </p:grpSpPr>
      <p:pic>
        <p:nvPicPr>
          <p:cNvPr id="286" name="Google Shape;286;p49"/>
          <p:cNvPicPr preferRelativeResize="0"/>
          <p:nvPr/>
        </p:nvPicPr>
        <p:blipFill rotWithShape="1">
          <a:blip r:embed="rId2">
            <a:alphaModFix/>
          </a:blip>
          <a:srcRect b="0" l="0" r="85258" t="0"/>
          <a:stretch/>
        </p:blipFill>
        <p:spPr>
          <a:xfrm>
            <a:off x="168275" y="4842900"/>
            <a:ext cx="144451" cy="12980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1">
  <p:cSld name="TITLE_AND_BODY_1_1_1">
    <p:spTree>
      <p:nvGrpSpPr>
        <p:cNvPr id="287" name="Shape 287"/>
        <p:cNvGrpSpPr/>
        <p:nvPr/>
      </p:nvGrpSpPr>
      <p:grpSpPr>
        <a:xfrm>
          <a:off x="0" y="0"/>
          <a:ext cx="0" cy="0"/>
          <a:chOff x="0" y="0"/>
          <a:chExt cx="0" cy="0"/>
        </a:xfrm>
      </p:grpSpPr>
      <p:sp>
        <p:nvSpPr>
          <p:cNvPr id="288" name="Google Shape;288;p50"/>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9" name="Google Shape;289;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Century Gothic"/>
              <a:buChar char="●"/>
              <a:defRPr sz="1200">
                <a:latin typeface="Century Gothic"/>
                <a:ea typeface="Century Gothic"/>
                <a:cs typeface="Century Gothic"/>
                <a:sym typeface="Century Gothic"/>
              </a:defRPr>
            </a:lvl1pPr>
            <a:lvl2pPr indent="-304800" lvl="1" marL="914400">
              <a:spcBef>
                <a:spcPts val="1600"/>
              </a:spcBef>
              <a:spcAft>
                <a:spcPts val="0"/>
              </a:spcAft>
              <a:buSzPts val="1200"/>
              <a:buFont typeface="Century Gothic"/>
              <a:buChar char="○"/>
              <a:defRPr sz="1200">
                <a:latin typeface="Century Gothic"/>
                <a:ea typeface="Century Gothic"/>
                <a:cs typeface="Century Gothic"/>
                <a:sym typeface="Century Gothic"/>
              </a:defRPr>
            </a:lvl2pPr>
            <a:lvl3pPr indent="-304800" lvl="2" marL="1371600">
              <a:spcBef>
                <a:spcPts val="1600"/>
              </a:spcBef>
              <a:spcAft>
                <a:spcPts val="0"/>
              </a:spcAft>
              <a:buSzPts val="1200"/>
              <a:buFont typeface="Century Gothic"/>
              <a:buChar char="■"/>
              <a:defRPr sz="1200">
                <a:latin typeface="Century Gothic"/>
                <a:ea typeface="Century Gothic"/>
                <a:cs typeface="Century Gothic"/>
                <a:sym typeface="Century Gothic"/>
              </a:defRPr>
            </a:lvl3pPr>
            <a:lvl4pPr indent="-304800" lvl="3" marL="1828800">
              <a:spcBef>
                <a:spcPts val="1600"/>
              </a:spcBef>
              <a:spcAft>
                <a:spcPts val="0"/>
              </a:spcAft>
              <a:buSzPts val="1200"/>
              <a:buFont typeface="Century Gothic"/>
              <a:buChar char="●"/>
              <a:defRPr sz="1200">
                <a:latin typeface="Century Gothic"/>
                <a:ea typeface="Century Gothic"/>
                <a:cs typeface="Century Gothic"/>
                <a:sym typeface="Century Gothic"/>
              </a:defRPr>
            </a:lvl4pPr>
            <a:lvl5pPr indent="-304800" lvl="4" marL="2286000">
              <a:spcBef>
                <a:spcPts val="1600"/>
              </a:spcBef>
              <a:spcAft>
                <a:spcPts val="0"/>
              </a:spcAft>
              <a:buSzPts val="1200"/>
              <a:buFont typeface="Century Gothic"/>
              <a:buChar char="○"/>
              <a:defRPr sz="1200">
                <a:latin typeface="Century Gothic"/>
                <a:ea typeface="Century Gothic"/>
                <a:cs typeface="Century Gothic"/>
                <a:sym typeface="Century Gothic"/>
              </a:defRPr>
            </a:lvl5pPr>
            <a:lvl6pPr indent="-304800" lvl="5" marL="2743200">
              <a:spcBef>
                <a:spcPts val="1600"/>
              </a:spcBef>
              <a:spcAft>
                <a:spcPts val="0"/>
              </a:spcAft>
              <a:buSzPts val="1200"/>
              <a:buFont typeface="Century Gothic"/>
              <a:buChar char="■"/>
              <a:defRPr sz="1200">
                <a:latin typeface="Century Gothic"/>
                <a:ea typeface="Century Gothic"/>
                <a:cs typeface="Century Gothic"/>
                <a:sym typeface="Century Gothic"/>
              </a:defRPr>
            </a:lvl6pPr>
            <a:lvl7pPr indent="-304800" lvl="6" marL="3200400">
              <a:spcBef>
                <a:spcPts val="1600"/>
              </a:spcBef>
              <a:spcAft>
                <a:spcPts val="0"/>
              </a:spcAft>
              <a:buSzPts val="1200"/>
              <a:buFont typeface="Century Gothic"/>
              <a:buChar char="●"/>
              <a:defRPr sz="1200">
                <a:latin typeface="Century Gothic"/>
                <a:ea typeface="Century Gothic"/>
                <a:cs typeface="Century Gothic"/>
                <a:sym typeface="Century Gothic"/>
              </a:defRPr>
            </a:lvl7pPr>
            <a:lvl8pPr indent="-304800" lvl="7" marL="3657600">
              <a:spcBef>
                <a:spcPts val="1600"/>
              </a:spcBef>
              <a:spcAft>
                <a:spcPts val="0"/>
              </a:spcAft>
              <a:buSzPts val="1200"/>
              <a:buFont typeface="Century Gothic"/>
              <a:buChar char="○"/>
              <a:defRPr sz="1200">
                <a:latin typeface="Century Gothic"/>
                <a:ea typeface="Century Gothic"/>
                <a:cs typeface="Century Gothic"/>
                <a:sym typeface="Century Gothic"/>
              </a:defRPr>
            </a:lvl8pPr>
            <a:lvl9pPr indent="-304800" lvl="8" marL="4114800">
              <a:spcBef>
                <a:spcPts val="1600"/>
              </a:spcBef>
              <a:spcAft>
                <a:spcPts val="1600"/>
              </a:spcAft>
              <a:buSzPts val="1200"/>
              <a:buFont typeface="Century Gothic"/>
              <a:buChar char="■"/>
              <a:defRPr sz="1200">
                <a:latin typeface="Century Gothic"/>
                <a:ea typeface="Century Gothic"/>
                <a:cs typeface="Century Gothic"/>
                <a:sym typeface="Century Gothic"/>
              </a:defRPr>
            </a:lvl9pPr>
          </a:lstStyle>
          <a:p/>
        </p:txBody>
      </p:sp>
      <p:pic>
        <p:nvPicPr>
          <p:cNvPr descr="slants-01.png" id="290" name="Google Shape;290;p50"/>
          <p:cNvPicPr preferRelativeResize="0"/>
          <p:nvPr/>
        </p:nvPicPr>
        <p:blipFill rotWithShape="1">
          <a:blip r:embed="rId2">
            <a:alphaModFix/>
          </a:blip>
          <a:srcRect b="0" l="0" r="0" t="0"/>
          <a:stretch/>
        </p:blipFill>
        <p:spPr>
          <a:xfrm>
            <a:off x="1507597" y="-10756"/>
            <a:ext cx="3099821" cy="67845"/>
          </a:xfrm>
          <a:prstGeom prst="rect">
            <a:avLst/>
          </a:prstGeom>
          <a:noFill/>
          <a:ln>
            <a:noFill/>
          </a:ln>
        </p:spPr>
      </p:pic>
      <p:pic>
        <p:nvPicPr>
          <p:cNvPr descr="slants-01.png" id="291" name="Google Shape;291;p50"/>
          <p:cNvPicPr preferRelativeResize="0"/>
          <p:nvPr/>
        </p:nvPicPr>
        <p:blipFill rotWithShape="1">
          <a:blip r:embed="rId2">
            <a:alphaModFix/>
          </a:blip>
          <a:srcRect b="0" l="0" r="0" t="0"/>
          <a:stretch/>
        </p:blipFill>
        <p:spPr>
          <a:xfrm>
            <a:off x="4605477" y="-8125"/>
            <a:ext cx="3099821" cy="67845"/>
          </a:xfrm>
          <a:prstGeom prst="rect">
            <a:avLst/>
          </a:prstGeom>
          <a:noFill/>
          <a:ln>
            <a:noFill/>
          </a:ln>
        </p:spPr>
      </p:pic>
      <p:pic>
        <p:nvPicPr>
          <p:cNvPr descr="slants-01.png" id="292" name="Google Shape;292;p50"/>
          <p:cNvPicPr preferRelativeResize="0"/>
          <p:nvPr/>
        </p:nvPicPr>
        <p:blipFill rotWithShape="1">
          <a:blip r:embed="rId2">
            <a:alphaModFix/>
          </a:blip>
          <a:srcRect b="3874" l="0" r="53588" t="0"/>
          <a:stretch/>
        </p:blipFill>
        <p:spPr>
          <a:xfrm>
            <a:off x="7705300" y="-8125"/>
            <a:ext cx="1438698" cy="65215"/>
          </a:xfrm>
          <a:prstGeom prst="rect">
            <a:avLst/>
          </a:prstGeom>
          <a:noFill/>
          <a:ln>
            <a:noFill/>
          </a:ln>
        </p:spPr>
      </p:pic>
      <p:pic>
        <p:nvPicPr>
          <p:cNvPr id="293" name="Google Shape;293;p50"/>
          <p:cNvPicPr preferRelativeResize="0"/>
          <p:nvPr/>
        </p:nvPicPr>
        <p:blipFill rotWithShape="1">
          <a:blip r:embed="rId3">
            <a:alphaModFix/>
          </a:blip>
          <a:srcRect b="-14778" l="0" r="0" t="43901"/>
          <a:stretch/>
        </p:blipFill>
        <p:spPr>
          <a:xfrm>
            <a:off x="473550" y="-10750"/>
            <a:ext cx="993000" cy="142450"/>
          </a:xfrm>
          <a:prstGeom prst="rect">
            <a:avLst/>
          </a:prstGeom>
          <a:noFill/>
          <a:ln>
            <a:noFill/>
          </a:ln>
        </p:spPr>
      </p:pic>
      <p:sp>
        <p:nvSpPr>
          <p:cNvPr id="294" name="Google Shape;294;p50"/>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295" name="Google Shape;295;p50"/>
          <p:cNvSpPr/>
          <p:nvPr/>
        </p:nvSpPr>
        <p:spPr>
          <a:xfrm>
            <a:off x="-9150" y="5098499"/>
            <a:ext cx="9162300" cy="54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descr="GG_CSM_Logos-01.png" id="296" name="Google Shape;296;p50"/>
          <p:cNvPicPr preferRelativeResize="0"/>
          <p:nvPr/>
        </p:nvPicPr>
        <p:blipFill rotWithShape="1">
          <a:blip r:embed="rId4">
            <a:alphaModFix/>
          </a:blip>
          <a:srcRect b="0" l="0" r="0" t="0"/>
          <a:stretch/>
        </p:blipFill>
        <p:spPr>
          <a:xfrm>
            <a:off x="308400" y="4780669"/>
            <a:ext cx="638872" cy="200869"/>
          </a:xfrm>
          <a:prstGeom prst="rect">
            <a:avLst/>
          </a:prstGeom>
          <a:noFill/>
          <a:ln>
            <a:noFill/>
          </a:ln>
        </p:spPr>
      </p:pic>
      <p:pic>
        <p:nvPicPr>
          <p:cNvPr id="297" name="Google Shape;297;p50"/>
          <p:cNvPicPr preferRelativeResize="0"/>
          <p:nvPr/>
        </p:nvPicPr>
        <p:blipFill rotWithShape="1">
          <a:blip r:embed="rId5">
            <a:alphaModFix/>
          </a:blip>
          <a:srcRect b="29083" l="0" r="0" t="0"/>
          <a:stretch/>
        </p:blipFill>
        <p:spPr>
          <a:xfrm>
            <a:off x="7415775" y="5015174"/>
            <a:ext cx="1750600" cy="142450"/>
          </a:xfrm>
          <a:prstGeom prst="rect">
            <a:avLst/>
          </a:prstGeom>
          <a:noFill/>
          <a:ln>
            <a:noFill/>
          </a:ln>
        </p:spPr>
      </p:pic>
      <p:sp>
        <p:nvSpPr>
          <p:cNvPr id="298" name="Google Shape;298;p50"/>
          <p:cNvSpPr txBox="1"/>
          <p:nvPr>
            <p:ph idx="2" type="title"/>
          </p:nvPr>
        </p:nvSpPr>
        <p:spPr>
          <a:xfrm>
            <a:off x="310896" y="512064"/>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Century Gothic"/>
              <a:buNone/>
              <a:defRPr i="1" sz="10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99" name="Shape 299"/>
        <p:cNvGrpSpPr/>
        <p:nvPr/>
      </p:nvGrpSpPr>
      <p:grpSpPr>
        <a:xfrm>
          <a:off x="0" y="0"/>
          <a:ext cx="0" cy="0"/>
          <a:chOff x="0" y="0"/>
          <a:chExt cx="0" cy="0"/>
        </a:xfrm>
      </p:grpSpPr>
      <p:sp>
        <p:nvSpPr>
          <p:cNvPr id="300" name="Google Shape;300;p51"/>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Century Gothic"/>
              <a:buChar char="●"/>
              <a:defRPr sz="1200">
                <a:latin typeface="Century Gothic"/>
                <a:ea typeface="Century Gothic"/>
                <a:cs typeface="Century Gothic"/>
                <a:sym typeface="Century Gothic"/>
              </a:defRPr>
            </a:lvl1pPr>
            <a:lvl2pPr indent="-304800" lvl="1" marL="914400">
              <a:spcBef>
                <a:spcPts val="1600"/>
              </a:spcBef>
              <a:spcAft>
                <a:spcPts val="0"/>
              </a:spcAft>
              <a:buSzPts val="1200"/>
              <a:buFont typeface="Century Gothic"/>
              <a:buChar char="○"/>
              <a:defRPr sz="1200">
                <a:latin typeface="Century Gothic"/>
                <a:ea typeface="Century Gothic"/>
                <a:cs typeface="Century Gothic"/>
                <a:sym typeface="Century Gothic"/>
              </a:defRPr>
            </a:lvl2pPr>
            <a:lvl3pPr indent="-304800" lvl="2" marL="1371600">
              <a:spcBef>
                <a:spcPts val="1600"/>
              </a:spcBef>
              <a:spcAft>
                <a:spcPts val="0"/>
              </a:spcAft>
              <a:buSzPts val="1200"/>
              <a:buFont typeface="Century Gothic"/>
              <a:buChar char="■"/>
              <a:defRPr sz="1200">
                <a:latin typeface="Century Gothic"/>
                <a:ea typeface="Century Gothic"/>
                <a:cs typeface="Century Gothic"/>
                <a:sym typeface="Century Gothic"/>
              </a:defRPr>
            </a:lvl3pPr>
            <a:lvl4pPr indent="-304800" lvl="3" marL="1828800">
              <a:spcBef>
                <a:spcPts val="1600"/>
              </a:spcBef>
              <a:spcAft>
                <a:spcPts val="0"/>
              </a:spcAft>
              <a:buSzPts val="1200"/>
              <a:buFont typeface="Century Gothic"/>
              <a:buChar char="●"/>
              <a:defRPr sz="1200">
                <a:latin typeface="Century Gothic"/>
                <a:ea typeface="Century Gothic"/>
                <a:cs typeface="Century Gothic"/>
                <a:sym typeface="Century Gothic"/>
              </a:defRPr>
            </a:lvl4pPr>
            <a:lvl5pPr indent="-304800" lvl="4" marL="2286000">
              <a:spcBef>
                <a:spcPts val="1600"/>
              </a:spcBef>
              <a:spcAft>
                <a:spcPts val="0"/>
              </a:spcAft>
              <a:buSzPts val="1200"/>
              <a:buFont typeface="Century Gothic"/>
              <a:buChar char="○"/>
              <a:defRPr sz="1200">
                <a:latin typeface="Century Gothic"/>
                <a:ea typeface="Century Gothic"/>
                <a:cs typeface="Century Gothic"/>
                <a:sym typeface="Century Gothic"/>
              </a:defRPr>
            </a:lvl5pPr>
            <a:lvl6pPr indent="-304800" lvl="5" marL="2743200">
              <a:spcBef>
                <a:spcPts val="1600"/>
              </a:spcBef>
              <a:spcAft>
                <a:spcPts val="0"/>
              </a:spcAft>
              <a:buSzPts val="1200"/>
              <a:buFont typeface="Century Gothic"/>
              <a:buChar char="■"/>
              <a:defRPr sz="1200">
                <a:latin typeface="Century Gothic"/>
                <a:ea typeface="Century Gothic"/>
                <a:cs typeface="Century Gothic"/>
                <a:sym typeface="Century Gothic"/>
              </a:defRPr>
            </a:lvl6pPr>
            <a:lvl7pPr indent="-304800" lvl="6" marL="3200400">
              <a:spcBef>
                <a:spcPts val="1600"/>
              </a:spcBef>
              <a:spcAft>
                <a:spcPts val="0"/>
              </a:spcAft>
              <a:buSzPts val="1200"/>
              <a:buFont typeface="Century Gothic"/>
              <a:buChar char="●"/>
              <a:defRPr sz="1200">
                <a:latin typeface="Century Gothic"/>
                <a:ea typeface="Century Gothic"/>
                <a:cs typeface="Century Gothic"/>
                <a:sym typeface="Century Gothic"/>
              </a:defRPr>
            </a:lvl7pPr>
            <a:lvl8pPr indent="-304800" lvl="7" marL="3657600">
              <a:spcBef>
                <a:spcPts val="1600"/>
              </a:spcBef>
              <a:spcAft>
                <a:spcPts val="0"/>
              </a:spcAft>
              <a:buSzPts val="1200"/>
              <a:buFont typeface="Century Gothic"/>
              <a:buChar char="○"/>
              <a:defRPr sz="1200">
                <a:latin typeface="Century Gothic"/>
                <a:ea typeface="Century Gothic"/>
                <a:cs typeface="Century Gothic"/>
                <a:sym typeface="Century Gothic"/>
              </a:defRPr>
            </a:lvl8pPr>
            <a:lvl9pPr indent="-304800" lvl="8" marL="4114800">
              <a:spcBef>
                <a:spcPts val="1600"/>
              </a:spcBef>
              <a:spcAft>
                <a:spcPts val="1600"/>
              </a:spcAft>
              <a:buSzPts val="1200"/>
              <a:buFont typeface="Century Gothic"/>
              <a:buChar char="■"/>
              <a:defRPr sz="1200">
                <a:latin typeface="Century Gothic"/>
                <a:ea typeface="Century Gothic"/>
                <a:cs typeface="Century Gothic"/>
                <a:sym typeface="Century Gothic"/>
              </a:defRPr>
            </a:lvl9pPr>
          </a:lstStyle>
          <a:p/>
        </p:txBody>
      </p:sp>
      <p:sp>
        <p:nvSpPr>
          <p:cNvPr descr="slants-01.png" id="302" name="Google Shape;302;p51"/>
          <p:cNvSpPr/>
          <p:nvPr/>
        </p:nvSpPr>
        <p:spPr>
          <a:xfrm>
            <a:off x="1507597" y="-10756"/>
            <a:ext cx="3099821" cy="67845"/>
          </a:xfrm>
          <a:prstGeom prst="rect">
            <a:avLst/>
          </a:prstGeom>
          <a:noFill/>
          <a:ln>
            <a:noFill/>
          </a:ln>
        </p:spPr>
      </p:sp>
      <p:sp>
        <p:nvSpPr>
          <p:cNvPr descr="slants-01.png" id="303" name="Google Shape;303;p51"/>
          <p:cNvSpPr/>
          <p:nvPr/>
        </p:nvSpPr>
        <p:spPr>
          <a:xfrm>
            <a:off x="4605477" y="-8125"/>
            <a:ext cx="3099821" cy="67845"/>
          </a:xfrm>
          <a:prstGeom prst="rect">
            <a:avLst/>
          </a:prstGeom>
          <a:noFill/>
          <a:ln>
            <a:noFill/>
          </a:ln>
        </p:spPr>
      </p:sp>
      <p:sp>
        <p:nvSpPr>
          <p:cNvPr descr="slants-01.png" id="304" name="Google Shape;304;p51"/>
          <p:cNvSpPr/>
          <p:nvPr/>
        </p:nvSpPr>
        <p:spPr>
          <a:xfrm>
            <a:off x="7705300" y="-8125"/>
            <a:ext cx="1438698" cy="65215"/>
          </a:xfrm>
          <a:prstGeom prst="rect">
            <a:avLst/>
          </a:prstGeom>
          <a:noFill/>
          <a:ln>
            <a:noFill/>
          </a:ln>
        </p:spPr>
      </p:sp>
      <p:sp>
        <p:nvSpPr>
          <p:cNvPr id="305" name="Google Shape;305;p51"/>
          <p:cNvSpPr/>
          <p:nvPr/>
        </p:nvSpPr>
        <p:spPr>
          <a:xfrm>
            <a:off x="473550" y="-10750"/>
            <a:ext cx="993000" cy="142450"/>
          </a:xfrm>
          <a:prstGeom prst="rect">
            <a:avLst/>
          </a:prstGeom>
          <a:noFill/>
          <a:ln>
            <a:noFill/>
          </a:ln>
        </p:spPr>
      </p:sp>
      <p:sp>
        <p:nvSpPr>
          <p:cNvPr id="306" name="Google Shape;306;p51"/>
          <p:cNvSpPr txBox="1"/>
          <p:nvPr>
            <p:ph idx="2" type="title"/>
          </p:nvPr>
        </p:nvSpPr>
        <p:spPr>
          <a:xfrm>
            <a:off x="311700" y="5797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Century Gothic"/>
              <a:buNone/>
              <a:defRPr sz="12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307" name="Google Shape;307;p51"/>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308" name="Google Shape;308;p51"/>
          <p:cNvSpPr/>
          <p:nvPr/>
        </p:nvSpPr>
        <p:spPr>
          <a:xfrm>
            <a:off x="-9150" y="5098499"/>
            <a:ext cx="9162300" cy="54900"/>
          </a:xfrm>
          <a:prstGeom prst="rect">
            <a:avLst/>
          </a:prstGeom>
          <a:solidFill>
            <a:srgbClr val="1D4F5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descr="Element_01-02.png" id="309" name="Google Shape;309;p51"/>
          <p:cNvSpPr/>
          <p:nvPr/>
        </p:nvSpPr>
        <p:spPr>
          <a:xfrm>
            <a:off x="1770225" y="4837824"/>
            <a:ext cx="2015876" cy="325900"/>
          </a:xfrm>
          <a:prstGeom prst="rect">
            <a:avLst/>
          </a:prstGeom>
          <a:noFill/>
          <a:ln>
            <a:noFill/>
          </a:ln>
        </p:spPr>
      </p:sp>
      <p:sp>
        <p:nvSpPr>
          <p:cNvPr descr="GG_CSM_Logos-01.png" id="310" name="Google Shape;310;p51"/>
          <p:cNvSpPr/>
          <p:nvPr/>
        </p:nvSpPr>
        <p:spPr>
          <a:xfrm>
            <a:off x="308400" y="4780669"/>
            <a:ext cx="638872" cy="200869"/>
          </a:xfrm>
          <a:prstGeom prst="rect">
            <a:avLst/>
          </a:prstGeom>
          <a:noFill/>
          <a:ln>
            <a:noFill/>
          </a:ln>
        </p:spPr>
      </p:sp>
      <p:sp>
        <p:nvSpPr>
          <p:cNvPr id="311" name="Google Shape;311;p51"/>
          <p:cNvSpPr/>
          <p:nvPr/>
        </p:nvSpPr>
        <p:spPr>
          <a:xfrm>
            <a:off x="7415775" y="5015174"/>
            <a:ext cx="1750600" cy="14245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Option 1">
  <p:cSld name="TITLE_1_1_1">
    <p:bg>
      <p:bgPr>
        <a:gradFill>
          <a:gsLst>
            <a:gs pos="0">
              <a:srgbClr val="00CE7C"/>
            </a:gs>
            <a:gs pos="100000">
              <a:srgbClr val="4AC1E0"/>
            </a:gs>
          </a:gsLst>
          <a:lin ang="0" scaled="0"/>
        </a:gradFill>
      </p:bgPr>
    </p:bg>
    <p:spTree>
      <p:nvGrpSpPr>
        <p:cNvPr id="312" name="Shape 312"/>
        <p:cNvGrpSpPr/>
        <p:nvPr/>
      </p:nvGrpSpPr>
      <p:grpSpPr>
        <a:xfrm>
          <a:off x="0" y="0"/>
          <a:ext cx="0" cy="0"/>
          <a:chOff x="0" y="0"/>
          <a:chExt cx="0" cy="0"/>
        </a:xfrm>
      </p:grpSpPr>
      <p:sp>
        <p:nvSpPr>
          <p:cNvPr id="313" name="Google Shape;313;p52"/>
          <p:cNvSpPr/>
          <p:nvPr/>
        </p:nvSpPr>
        <p:spPr>
          <a:xfrm rot="10800000">
            <a:off x="415199" y="0"/>
            <a:ext cx="8728800" cy="4731900"/>
          </a:xfrm>
          <a:prstGeom prst="round1Rect">
            <a:avLst>
              <a:gd fmla="val 4196"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2"/>
          <p:cNvSpPr txBox="1"/>
          <p:nvPr>
            <p:ph type="ctrTitle"/>
          </p:nvPr>
        </p:nvSpPr>
        <p:spPr>
          <a:xfrm>
            <a:off x="948400" y="1394925"/>
            <a:ext cx="4439100" cy="1621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3800"/>
              <a:buNone/>
              <a:defRPr b="1" sz="3800">
                <a:solidFill>
                  <a:schemeClr val="lt1"/>
                </a:solidFill>
              </a:defRPr>
            </a:lvl1pPr>
            <a:lvl2pPr lvl="1">
              <a:spcBef>
                <a:spcPts val="0"/>
              </a:spcBef>
              <a:spcAft>
                <a:spcPts val="0"/>
              </a:spcAft>
              <a:buClr>
                <a:schemeClr val="lt1"/>
              </a:buClr>
              <a:buSzPts val="4300"/>
              <a:buNone/>
              <a:defRPr sz="4300">
                <a:solidFill>
                  <a:schemeClr val="lt1"/>
                </a:solidFill>
              </a:defRPr>
            </a:lvl2pPr>
            <a:lvl3pPr lvl="2">
              <a:spcBef>
                <a:spcPts val="0"/>
              </a:spcBef>
              <a:spcAft>
                <a:spcPts val="0"/>
              </a:spcAft>
              <a:buClr>
                <a:schemeClr val="lt1"/>
              </a:buClr>
              <a:buSzPts val="4300"/>
              <a:buNone/>
              <a:defRPr sz="4300">
                <a:solidFill>
                  <a:schemeClr val="lt1"/>
                </a:solidFill>
              </a:defRPr>
            </a:lvl3pPr>
            <a:lvl4pPr lvl="3">
              <a:spcBef>
                <a:spcPts val="0"/>
              </a:spcBef>
              <a:spcAft>
                <a:spcPts val="0"/>
              </a:spcAft>
              <a:buClr>
                <a:schemeClr val="lt1"/>
              </a:buClr>
              <a:buSzPts val="4300"/>
              <a:buNone/>
              <a:defRPr sz="4300">
                <a:solidFill>
                  <a:schemeClr val="lt1"/>
                </a:solidFill>
              </a:defRPr>
            </a:lvl4pPr>
            <a:lvl5pPr lvl="4">
              <a:spcBef>
                <a:spcPts val="0"/>
              </a:spcBef>
              <a:spcAft>
                <a:spcPts val="0"/>
              </a:spcAft>
              <a:buClr>
                <a:schemeClr val="lt1"/>
              </a:buClr>
              <a:buSzPts val="4300"/>
              <a:buNone/>
              <a:defRPr sz="4300">
                <a:solidFill>
                  <a:schemeClr val="lt1"/>
                </a:solidFill>
              </a:defRPr>
            </a:lvl5pPr>
            <a:lvl6pPr lvl="5">
              <a:spcBef>
                <a:spcPts val="0"/>
              </a:spcBef>
              <a:spcAft>
                <a:spcPts val="0"/>
              </a:spcAft>
              <a:buClr>
                <a:schemeClr val="lt1"/>
              </a:buClr>
              <a:buSzPts val="4300"/>
              <a:buNone/>
              <a:defRPr sz="4300">
                <a:solidFill>
                  <a:schemeClr val="lt1"/>
                </a:solidFill>
              </a:defRPr>
            </a:lvl6pPr>
            <a:lvl7pPr lvl="6">
              <a:spcBef>
                <a:spcPts val="0"/>
              </a:spcBef>
              <a:spcAft>
                <a:spcPts val="0"/>
              </a:spcAft>
              <a:buClr>
                <a:schemeClr val="lt1"/>
              </a:buClr>
              <a:buSzPts val="4300"/>
              <a:buNone/>
              <a:defRPr sz="4300">
                <a:solidFill>
                  <a:schemeClr val="lt1"/>
                </a:solidFill>
              </a:defRPr>
            </a:lvl7pPr>
            <a:lvl8pPr lvl="7">
              <a:spcBef>
                <a:spcPts val="0"/>
              </a:spcBef>
              <a:spcAft>
                <a:spcPts val="0"/>
              </a:spcAft>
              <a:buClr>
                <a:schemeClr val="lt1"/>
              </a:buClr>
              <a:buSzPts val="4300"/>
              <a:buNone/>
              <a:defRPr sz="4300">
                <a:solidFill>
                  <a:schemeClr val="lt1"/>
                </a:solidFill>
              </a:defRPr>
            </a:lvl8pPr>
            <a:lvl9pPr lvl="8">
              <a:spcBef>
                <a:spcPts val="0"/>
              </a:spcBef>
              <a:spcAft>
                <a:spcPts val="0"/>
              </a:spcAft>
              <a:buClr>
                <a:schemeClr val="lt1"/>
              </a:buClr>
              <a:buSzPts val="4300"/>
              <a:buNone/>
              <a:defRPr sz="4300">
                <a:solidFill>
                  <a:schemeClr val="lt1"/>
                </a:solidFill>
              </a:defRPr>
            </a:lvl9pPr>
          </a:lstStyle>
          <a:p/>
        </p:txBody>
      </p:sp>
      <p:sp>
        <p:nvSpPr>
          <p:cNvPr id="315" name="Google Shape;315;p52"/>
          <p:cNvSpPr txBox="1"/>
          <p:nvPr>
            <p:ph idx="1" type="subTitle"/>
          </p:nvPr>
        </p:nvSpPr>
        <p:spPr>
          <a:xfrm>
            <a:off x="948400" y="2963050"/>
            <a:ext cx="4439100" cy="792600"/>
          </a:xfrm>
          <a:prstGeom prst="rect">
            <a:avLst/>
          </a:prstGeom>
        </p:spPr>
        <p:txBody>
          <a:bodyPr anchorCtr="0" anchor="t" bIns="91425" lIns="0" spcFirstLastPara="1" rIns="91425" wrap="square" tIns="91425">
            <a:noAutofit/>
          </a:bodyPr>
          <a:lstStyle>
            <a:lvl1pPr lvl="0">
              <a:lnSpc>
                <a:spcPct val="100000"/>
              </a:lnSpc>
              <a:spcBef>
                <a:spcPts val="0"/>
              </a:spcBef>
              <a:spcAft>
                <a:spcPts val="0"/>
              </a:spcAft>
              <a:buClr>
                <a:schemeClr val="accent2"/>
              </a:buClr>
              <a:buSzPts val="1800"/>
              <a:buFont typeface="Century Gothic"/>
              <a:buNone/>
              <a:defRPr>
                <a:solidFill>
                  <a:schemeClr val="accent2"/>
                </a:solidFill>
                <a:latin typeface="Century Gothic"/>
                <a:ea typeface="Century Gothic"/>
                <a:cs typeface="Century Gothic"/>
                <a:sym typeface="Century Gothic"/>
              </a:defRPr>
            </a:lvl1pPr>
            <a:lvl2pPr lvl="1">
              <a:lnSpc>
                <a:spcPct val="100000"/>
              </a:lnSpc>
              <a:spcBef>
                <a:spcPts val="0"/>
              </a:spcBef>
              <a:spcAft>
                <a:spcPts val="0"/>
              </a:spcAft>
              <a:buClr>
                <a:schemeClr val="accent2"/>
              </a:buClr>
              <a:buSzPts val="1900"/>
              <a:buNone/>
              <a:defRPr sz="1900">
                <a:solidFill>
                  <a:schemeClr val="accent2"/>
                </a:solidFill>
              </a:defRPr>
            </a:lvl2pPr>
            <a:lvl3pPr lvl="2">
              <a:lnSpc>
                <a:spcPct val="100000"/>
              </a:lnSpc>
              <a:spcBef>
                <a:spcPts val="0"/>
              </a:spcBef>
              <a:spcAft>
                <a:spcPts val="0"/>
              </a:spcAft>
              <a:buClr>
                <a:schemeClr val="accent2"/>
              </a:buClr>
              <a:buSzPts val="1900"/>
              <a:buNone/>
              <a:defRPr sz="1900">
                <a:solidFill>
                  <a:schemeClr val="accent2"/>
                </a:solidFill>
              </a:defRPr>
            </a:lvl3pPr>
            <a:lvl4pPr lvl="3">
              <a:lnSpc>
                <a:spcPct val="100000"/>
              </a:lnSpc>
              <a:spcBef>
                <a:spcPts val="0"/>
              </a:spcBef>
              <a:spcAft>
                <a:spcPts val="0"/>
              </a:spcAft>
              <a:buClr>
                <a:schemeClr val="accent2"/>
              </a:buClr>
              <a:buSzPts val="1900"/>
              <a:buNone/>
              <a:defRPr sz="1900">
                <a:solidFill>
                  <a:schemeClr val="accent2"/>
                </a:solidFill>
              </a:defRPr>
            </a:lvl4pPr>
            <a:lvl5pPr lvl="4">
              <a:lnSpc>
                <a:spcPct val="100000"/>
              </a:lnSpc>
              <a:spcBef>
                <a:spcPts val="0"/>
              </a:spcBef>
              <a:spcAft>
                <a:spcPts val="0"/>
              </a:spcAft>
              <a:buClr>
                <a:schemeClr val="accent2"/>
              </a:buClr>
              <a:buSzPts val="1900"/>
              <a:buNone/>
              <a:defRPr sz="1900">
                <a:solidFill>
                  <a:schemeClr val="accent2"/>
                </a:solidFill>
              </a:defRPr>
            </a:lvl5pPr>
            <a:lvl6pPr lvl="5">
              <a:lnSpc>
                <a:spcPct val="100000"/>
              </a:lnSpc>
              <a:spcBef>
                <a:spcPts val="0"/>
              </a:spcBef>
              <a:spcAft>
                <a:spcPts val="0"/>
              </a:spcAft>
              <a:buClr>
                <a:schemeClr val="accent2"/>
              </a:buClr>
              <a:buSzPts val="1900"/>
              <a:buNone/>
              <a:defRPr sz="1900">
                <a:solidFill>
                  <a:schemeClr val="accent2"/>
                </a:solidFill>
              </a:defRPr>
            </a:lvl6pPr>
            <a:lvl7pPr lvl="6">
              <a:lnSpc>
                <a:spcPct val="100000"/>
              </a:lnSpc>
              <a:spcBef>
                <a:spcPts val="0"/>
              </a:spcBef>
              <a:spcAft>
                <a:spcPts val="0"/>
              </a:spcAft>
              <a:buClr>
                <a:schemeClr val="accent2"/>
              </a:buClr>
              <a:buSzPts val="1900"/>
              <a:buNone/>
              <a:defRPr sz="1900">
                <a:solidFill>
                  <a:schemeClr val="accent2"/>
                </a:solidFill>
              </a:defRPr>
            </a:lvl7pPr>
            <a:lvl8pPr lvl="7">
              <a:lnSpc>
                <a:spcPct val="100000"/>
              </a:lnSpc>
              <a:spcBef>
                <a:spcPts val="0"/>
              </a:spcBef>
              <a:spcAft>
                <a:spcPts val="0"/>
              </a:spcAft>
              <a:buClr>
                <a:schemeClr val="accent2"/>
              </a:buClr>
              <a:buSzPts val="1900"/>
              <a:buNone/>
              <a:defRPr sz="1900">
                <a:solidFill>
                  <a:schemeClr val="accent2"/>
                </a:solidFill>
              </a:defRPr>
            </a:lvl8pPr>
            <a:lvl9pPr lvl="8">
              <a:lnSpc>
                <a:spcPct val="100000"/>
              </a:lnSpc>
              <a:spcBef>
                <a:spcPts val="0"/>
              </a:spcBef>
              <a:spcAft>
                <a:spcPts val="0"/>
              </a:spcAft>
              <a:buClr>
                <a:schemeClr val="accent2"/>
              </a:buClr>
              <a:buSzPts val="1900"/>
              <a:buNone/>
              <a:defRPr sz="1900">
                <a:solidFill>
                  <a:schemeClr val="accent2"/>
                </a:solidFill>
              </a:defRPr>
            </a:lvl9pPr>
          </a:lstStyle>
          <a:p/>
        </p:txBody>
      </p:sp>
      <p:pic>
        <p:nvPicPr>
          <p:cNvPr id="316" name="Google Shape;316;p52"/>
          <p:cNvPicPr preferRelativeResize="0"/>
          <p:nvPr/>
        </p:nvPicPr>
        <p:blipFill>
          <a:blip r:embed="rId2">
            <a:alphaModFix/>
          </a:blip>
          <a:stretch>
            <a:fillRect/>
          </a:stretch>
        </p:blipFill>
        <p:spPr>
          <a:xfrm>
            <a:off x="997125" y="920450"/>
            <a:ext cx="1137509" cy="396809"/>
          </a:xfrm>
          <a:prstGeom prst="rect">
            <a:avLst/>
          </a:prstGeom>
          <a:noFill/>
          <a:ln>
            <a:noFill/>
          </a:ln>
        </p:spPr>
      </p:pic>
      <p:pic>
        <p:nvPicPr>
          <p:cNvPr id="317" name="Google Shape;317;p52"/>
          <p:cNvPicPr preferRelativeResize="0"/>
          <p:nvPr/>
        </p:nvPicPr>
        <p:blipFill rotWithShape="1">
          <a:blip r:embed="rId3">
            <a:alphaModFix/>
          </a:blip>
          <a:srcRect b="0" l="0" r="0" t="0"/>
          <a:stretch/>
        </p:blipFill>
        <p:spPr>
          <a:xfrm>
            <a:off x="4741850" y="417950"/>
            <a:ext cx="4359050" cy="435905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Dark Background 1 1">
  <p:cSld name="TITLE_1_1_1_1_1_1">
    <p:bg>
      <p:bgPr>
        <a:solidFill>
          <a:schemeClr val="dk1"/>
        </a:solidFill>
      </p:bgPr>
    </p:bg>
    <p:spTree>
      <p:nvGrpSpPr>
        <p:cNvPr id="318" name="Shape 318"/>
        <p:cNvGrpSpPr/>
        <p:nvPr/>
      </p:nvGrpSpPr>
      <p:grpSpPr>
        <a:xfrm>
          <a:off x="0" y="0"/>
          <a:ext cx="0" cy="0"/>
          <a:chOff x="0" y="0"/>
          <a:chExt cx="0" cy="0"/>
        </a:xfrm>
      </p:grpSpPr>
      <p:sp>
        <p:nvSpPr>
          <p:cNvPr id="319" name="Google Shape;319;p53"/>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320" name="Google Shape;320;p53"/>
          <p:cNvSpPr/>
          <p:nvPr/>
        </p:nvSpPr>
        <p:spPr>
          <a:xfrm>
            <a:off x="-9150" y="5098499"/>
            <a:ext cx="9162300" cy="54900"/>
          </a:xfrm>
          <a:prstGeom prst="rect">
            <a:avLst/>
          </a:prstGeom>
          <a:solidFill>
            <a:srgbClr val="35899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id="321" name="Google Shape;321;p53"/>
          <p:cNvPicPr preferRelativeResize="0"/>
          <p:nvPr/>
        </p:nvPicPr>
        <p:blipFill rotWithShape="1">
          <a:blip r:embed="rId2">
            <a:alphaModFix/>
          </a:blip>
          <a:srcRect b="29083" l="0" r="0" t="0"/>
          <a:stretch/>
        </p:blipFill>
        <p:spPr>
          <a:xfrm>
            <a:off x="7415775" y="5015174"/>
            <a:ext cx="1750600" cy="142450"/>
          </a:xfrm>
          <a:prstGeom prst="rect">
            <a:avLst/>
          </a:prstGeom>
          <a:noFill/>
          <a:ln>
            <a:noFill/>
          </a:ln>
        </p:spPr>
      </p:pic>
      <p:pic>
        <p:nvPicPr>
          <p:cNvPr descr="slants-01.png" id="322" name="Google Shape;322;p53"/>
          <p:cNvPicPr preferRelativeResize="0"/>
          <p:nvPr/>
        </p:nvPicPr>
        <p:blipFill rotWithShape="1">
          <a:blip r:embed="rId3">
            <a:alphaModFix amt="34000"/>
          </a:blip>
          <a:srcRect b="0" l="0" r="0" t="0"/>
          <a:stretch/>
        </p:blipFill>
        <p:spPr>
          <a:xfrm>
            <a:off x="1507597" y="-10756"/>
            <a:ext cx="3099821" cy="67845"/>
          </a:xfrm>
          <a:prstGeom prst="rect">
            <a:avLst/>
          </a:prstGeom>
          <a:noFill/>
          <a:ln>
            <a:noFill/>
          </a:ln>
        </p:spPr>
      </p:pic>
      <p:pic>
        <p:nvPicPr>
          <p:cNvPr descr="slants-01.png" id="323" name="Google Shape;323;p53"/>
          <p:cNvPicPr preferRelativeResize="0"/>
          <p:nvPr/>
        </p:nvPicPr>
        <p:blipFill rotWithShape="1">
          <a:blip r:embed="rId3">
            <a:alphaModFix amt="34000"/>
          </a:blip>
          <a:srcRect b="0" l="0" r="0" t="0"/>
          <a:stretch/>
        </p:blipFill>
        <p:spPr>
          <a:xfrm>
            <a:off x="4605477" y="-8125"/>
            <a:ext cx="3099821" cy="67845"/>
          </a:xfrm>
          <a:prstGeom prst="rect">
            <a:avLst/>
          </a:prstGeom>
          <a:noFill/>
          <a:ln>
            <a:noFill/>
          </a:ln>
        </p:spPr>
      </p:pic>
      <p:pic>
        <p:nvPicPr>
          <p:cNvPr descr="slants-01.png" id="324" name="Google Shape;324;p53"/>
          <p:cNvPicPr preferRelativeResize="0"/>
          <p:nvPr/>
        </p:nvPicPr>
        <p:blipFill rotWithShape="1">
          <a:blip r:embed="rId3">
            <a:alphaModFix amt="34000"/>
          </a:blip>
          <a:srcRect b="3874" l="0" r="53588" t="0"/>
          <a:stretch/>
        </p:blipFill>
        <p:spPr>
          <a:xfrm>
            <a:off x="7705300" y="-8125"/>
            <a:ext cx="1438698" cy="65215"/>
          </a:xfrm>
          <a:prstGeom prst="rect">
            <a:avLst/>
          </a:prstGeom>
          <a:noFill/>
          <a:ln>
            <a:noFill/>
          </a:ln>
        </p:spPr>
      </p:pic>
      <p:pic>
        <p:nvPicPr>
          <p:cNvPr id="325" name="Google Shape;325;p53"/>
          <p:cNvPicPr preferRelativeResize="0"/>
          <p:nvPr/>
        </p:nvPicPr>
        <p:blipFill rotWithShape="1">
          <a:blip r:embed="rId4">
            <a:alphaModFix amt="34000"/>
          </a:blip>
          <a:srcRect b="-14778" l="0" r="0" t="43901"/>
          <a:stretch/>
        </p:blipFill>
        <p:spPr>
          <a:xfrm>
            <a:off x="473550" y="-10750"/>
            <a:ext cx="993000" cy="142450"/>
          </a:xfrm>
          <a:prstGeom prst="rect">
            <a:avLst/>
          </a:prstGeom>
          <a:noFill/>
          <a:ln>
            <a:noFill/>
          </a:ln>
        </p:spPr>
      </p:pic>
      <p:sp>
        <p:nvSpPr>
          <p:cNvPr id="326" name="Google Shape;326;p53"/>
          <p:cNvSpPr txBox="1"/>
          <p:nvPr>
            <p:ph type="title"/>
          </p:nvPr>
        </p:nvSpPr>
        <p:spPr>
          <a:xfrm>
            <a:off x="310896" y="10"/>
            <a:ext cx="8520600" cy="841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100"/>
              <a:buNone/>
              <a:defRPr b="1" sz="2100">
                <a:solidFill>
                  <a:schemeClr val="lt1"/>
                </a:solidFill>
              </a:defRPr>
            </a:lvl1pPr>
            <a:lvl2pPr lvl="1">
              <a:spcBef>
                <a:spcPts val="0"/>
              </a:spcBef>
              <a:spcAft>
                <a:spcPts val="0"/>
              </a:spcAft>
              <a:buClr>
                <a:schemeClr val="dk2"/>
              </a:buClr>
              <a:buSzPts val="2700"/>
              <a:buNone/>
              <a:defRPr b="1" sz="2700">
                <a:solidFill>
                  <a:schemeClr val="dk2"/>
                </a:solidFill>
              </a:defRPr>
            </a:lvl2pPr>
            <a:lvl3pPr lvl="2">
              <a:spcBef>
                <a:spcPts val="0"/>
              </a:spcBef>
              <a:spcAft>
                <a:spcPts val="0"/>
              </a:spcAft>
              <a:buClr>
                <a:schemeClr val="dk2"/>
              </a:buClr>
              <a:buSzPts val="2700"/>
              <a:buNone/>
              <a:defRPr b="1" sz="2700">
                <a:solidFill>
                  <a:schemeClr val="dk2"/>
                </a:solidFill>
              </a:defRPr>
            </a:lvl3pPr>
            <a:lvl4pPr lvl="3">
              <a:spcBef>
                <a:spcPts val="0"/>
              </a:spcBef>
              <a:spcAft>
                <a:spcPts val="0"/>
              </a:spcAft>
              <a:buClr>
                <a:schemeClr val="dk2"/>
              </a:buClr>
              <a:buSzPts val="2700"/>
              <a:buNone/>
              <a:defRPr b="1" sz="2700">
                <a:solidFill>
                  <a:schemeClr val="dk2"/>
                </a:solidFill>
              </a:defRPr>
            </a:lvl4pPr>
            <a:lvl5pPr lvl="4">
              <a:spcBef>
                <a:spcPts val="0"/>
              </a:spcBef>
              <a:spcAft>
                <a:spcPts val="0"/>
              </a:spcAft>
              <a:buClr>
                <a:schemeClr val="dk2"/>
              </a:buClr>
              <a:buSzPts val="2700"/>
              <a:buNone/>
              <a:defRPr b="1" sz="2700">
                <a:solidFill>
                  <a:schemeClr val="dk2"/>
                </a:solidFill>
              </a:defRPr>
            </a:lvl5pPr>
            <a:lvl6pPr lvl="5">
              <a:spcBef>
                <a:spcPts val="0"/>
              </a:spcBef>
              <a:spcAft>
                <a:spcPts val="0"/>
              </a:spcAft>
              <a:buClr>
                <a:schemeClr val="dk2"/>
              </a:buClr>
              <a:buSzPts val="2700"/>
              <a:buNone/>
              <a:defRPr b="1" sz="2700">
                <a:solidFill>
                  <a:schemeClr val="dk2"/>
                </a:solidFill>
              </a:defRPr>
            </a:lvl6pPr>
            <a:lvl7pPr lvl="6">
              <a:spcBef>
                <a:spcPts val="0"/>
              </a:spcBef>
              <a:spcAft>
                <a:spcPts val="0"/>
              </a:spcAft>
              <a:buClr>
                <a:schemeClr val="dk2"/>
              </a:buClr>
              <a:buSzPts val="2700"/>
              <a:buNone/>
              <a:defRPr b="1" sz="2700">
                <a:solidFill>
                  <a:schemeClr val="dk2"/>
                </a:solidFill>
              </a:defRPr>
            </a:lvl7pPr>
            <a:lvl8pPr lvl="7">
              <a:spcBef>
                <a:spcPts val="0"/>
              </a:spcBef>
              <a:spcAft>
                <a:spcPts val="0"/>
              </a:spcAft>
              <a:buClr>
                <a:schemeClr val="dk2"/>
              </a:buClr>
              <a:buSzPts val="2700"/>
              <a:buNone/>
              <a:defRPr b="1" sz="2700">
                <a:solidFill>
                  <a:schemeClr val="dk2"/>
                </a:solidFill>
              </a:defRPr>
            </a:lvl8pPr>
            <a:lvl9pPr lvl="8">
              <a:spcBef>
                <a:spcPts val="0"/>
              </a:spcBef>
              <a:spcAft>
                <a:spcPts val="0"/>
              </a:spcAft>
              <a:buClr>
                <a:schemeClr val="dk2"/>
              </a:buClr>
              <a:buSzPts val="2700"/>
              <a:buNone/>
              <a:defRPr b="1" sz="2700">
                <a:solidFill>
                  <a:schemeClr val="dk2"/>
                </a:solidFill>
              </a:defRPr>
            </a:lvl9pPr>
          </a:lstStyle>
          <a:p/>
        </p:txBody>
      </p:sp>
      <p:sp>
        <p:nvSpPr>
          <p:cNvPr id="327" name="Google Shape;327;p53"/>
          <p:cNvSpPr txBox="1"/>
          <p:nvPr>
            <p:ph idx="2" type="title"/>
          </p:nvPr>
        </p:nvSpPr>
        <p:spPr>
          <a:xfrm>
            <a:off x="310900" y="544148"/>
            <a:ext cx="8520600" cy="31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000"/>
              <a:buNone/>
              <a:defRPr i="1" sz="1000">
                <a:solidFill>
                  <a:schemeClr val="lt1"/>
                </a:solidFill>
              </a:defRPr>
            </a:lvl1pPr>
            <a:lvl2pPr lvl="1">
              <a:spcBef>
                <a:spcPts val="0"/>
              </a:spcBef>
              <a:spcAft>
                <a:spcPts val="0"/>
              </a:spcAft>
              <a:buClr>
                <a:schemeClr val="dk2"/>
              </a:buClr>
              <a:buSzPts val="1000"/>
              <a:buNone/>
              <a:defRPr i="1" sz="1000">
                <a:solidFill>
                  <a:schemeClr val="dk2"/>
                </a:solidFill>
              </a:defRPr>
            </a:lvl2pPr>
            <a:lvl3pPr lvl="2">
              <a:spcBef>
                <a:spcPts val="0"/>
              </a:spcBef>
              <a:spcAft>
                <a:spcPts val="0"/>
              </a:spcAft>
              <a:buClr>
                <a:schemeClr val="dk2"/>
              </a:buClr>
              <a:buSzPts val="1000"/>
              <a:buNone/>
              <a:defRPr i="1" sz="1000">
                <a:solidFill>
                  <a:schemeClr val="dk2"/>
                </a:solidFill>
              </a:defRPr>
            </a:lvl3pPr>
            <a:lvl4pPr lvl="3">
              <a:spcBef>
                <a:spcPts val="0"/>
              </a:spcBef>
              <a:spcAft>
                <a:spcPts val="0"/>
              </a:spcAft>
              <a:buClr>
                <a:schemeClr val="dk2"/>
              </a:buClr>
              <a:buSzPts val="1000"/>
              <a:buNone/>
              <a:defRPr i="1" sz="1000">
                <a:solidFill>
                  <a:schemeClr val="dk2"/>
                </a:solidFill>
              </a:defRPr>
            </a:lvl4pPr>
            <a:lvl5pPr lvl="4">
              <a:spcBef>
                <a:spcPts val="0"/>
              </a:spcBef>
              <a:spcAft>
                <a:spcPts val="0"/>
              </a:spcAft>
              <a:buClr>
                <a:schemeClr val="dk2"/>
              </a:buClr>
              <a:buSzPts val="1000"/>
              <a:buNone/>
              <a:defRPr i="1" sz="1000">
                <a:solidFill>
                  <a:schemeClr val="dk2"/>
                </a:solidFill>
              </a:defRPr>
            </a:lvl5pPr>
            <a:lvl6pPr lvl="5">
              <a:spcBef>
                <a:spcPts val="0"/>
              </a:spcBef>
              <a:spcAft>
                <a:spcPts val="0"/>
              </a:spcAft>
              <a:buClr>
                <a:schemeClr val="dk2"/>
              </a:buClr>
              <a:buSzPts val="1000"/>
              <a:buNone/>
              <a:defRPr i="1" sz="1000">
                <a:solidFill>
                  <a:schemeClr val="dk2"/>
                </a:solidFill>
              </a:defRPr>
            </a:lvl6pPr>
            <a:lvl7pPr lvl="6">
              <a:spcBef>
                <a:spcPts val="0"/>
              </a:spcBef>
              <a:spcAft>
                <a:spcPts val="0"/>
              </a:spcAft>
              <a:buClr>
                <a:schemeClr val="dk2"/>
              </a:buClr>
              <a:buSzPts val="1000"/>
              <a:buNone/>
              <a:defRPr i="1" sz="1000">
                <a:solidFill>
                  <a:schemeClr val="dk2"/>
                </a:solidFill>
              </a:defRPr>
            </a:lvl7pPr>
            <a:lvl8pPr lvl="7">
              <a:spcBef>
                <a:spcPts val="0"/>
              </a:spcBef>
              <a:spcAft>
                <a:spcPts val="0"/>
              </a:spcAft>
              <a:buClr>
                <a:schemeClr val="dk2"/>
              </a:buClr>
              <a:buSzPts val="1000"/>
              <a:buNone/>
              <a:defRPr i="1" sz="1000">
                <a:solidFill>
                  <a:schemeClr val="dk2"/>
                </a:solidFill>
              </a:defRPr>
            </a:lvl8pPr>
            <a:lvl9pPr lvl="8">
              <a:spcBef>
                <a:spcPts val="0"/>
              </a:spcBef>
              <a:spcAft>
                <a:spcPts val="0"/>
              </a:spcAft>
              <a:buClr>
                <a:schemeClr val="dk2"/>
              </a:buClr>
              <a:buSzPts val="1000"/>
              <a:buNone/>
              <a:defRPr i="1" sz="1000">
                <a:solidFill>
                  <a:schemeClr val="dk2"/>
                </a:solidFill>
              </a:defRPr>
            </a:lvl9pPr>
          </a:lstStyle>
          <a:p/>
        </p:txBody>
      </p:sp>
      <p:pic>
        <p:nvPicPr>
          <p:cNvPr id="328" name="Google Shape;328;p53"/>
          <p:cNvPicPr preferRelativeResize="0"/>
          <p:nvPr/>
        </p:nvPicPr>
        <p:blipFill>
          <a:blip r:embed="rId5">
            <a:alphaModFix/>
          </a:blip>
          <a:stretch>
            <a:fillRect/>
          </a:stretch>
        </p:blipFill>
        <p:spPr>
          <a:xfrm>
            <a:off x="308400" y="4758671"/>
            <a:ext cx="638876" cy="222867"/>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329" name="Shape 329"/>
        <p:cNvGrpSpPr/>
        <p:nvPr/>
      </p:nvGrpSpPr>
      <p:grpSpPr>
        <a:xfrm>
          <a:off x="0" y="0"/>
          <a:ext cx="0" cy="0"/>
          <a:chOff x="0" y="0"/>
          <a:chExt cx="0" cy="0"/>
        </a:xfrm>
      </p:grpSpPr>
      <p:sp>
        <p:nvSpPr>
          <p:cNvPr id="330" name="Google Shape;330;p54"/>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331" name="Google Shape;331;p54"/>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2" name="Google Shape;332;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Century Gothic"/>
              <a:buChar char="●"/>
              <a:defRPr>
                <a:latin typeface="Century Gothic"/>
                <a:ea typeface="Century Gothic"/>
                <a:cs typeface="Century Gothic"/>
                <a:sym typeface="Century Gothic"/>
              </a:defRPr>
            </a:lvl1pPr>
            <a:lvl2pPr indent="-317500" lvl="1" marL="914400">
              <a:spcBef>
                <a:spcPts val="1600"/>
              </a:spcBef>
              <a:spcAft>
                <a:spcPts val="0"/>
              </a:spcAft>
              <a:buSzPts val="1400"/>
              <a:buFont typeface="Century Gothic"/>
              <a:buChar char="○"/>
              <a:defRPr>
                <a:latin typeface="Century Gothic"/>
                <a:ea typeface="Century Gothic"/>
                <a:cs typeface="Century Gothic"/>
                <a:sym typeface="Century Gothic"/>
              </a:defRPr>
            </a:lvl2pPr>
            <a:lvl3pPr indent="-317500" lvl="2" marL="1371600">
              <a:spcBef>
                <a:spcPts val="1600"/>
              </a:spcBef>
              <a:spcAft>
                <a:spcPts val="0"/>
              </a:spcAft>
              <a:buSzPts val="1400"/>
              <a:buFont typeface="Century Gothic"/>
              <a:buChar char="■"/>
              <a:defRPr>
                <a:latin typeface="Century Gothic"/>
                <a:ea typeface="Century Gothic"/>
                <a:cs typeface="Century Gothic"/>
                <a:sym typeface="Century Gothic"/>
              </a:defRPr>
            </a:lvl3pPr>
            <a:lvl4pPr indent="-317500" lvl="3" marL="1828800">
              <a:spcBef>
                <a:spcPts val="1600"/>
              </a:spcBef>
              <a:spcAft>
                <a:spcPts val="0"/>
              </a:spcAft>
              <a:buSzPts val="1400"/>
              <a:buFont typeface="Century Gothic"/>
              <a:buChar char="●"/>
              <a:defRPr>
                <a:latin typeface="Century Gothic"/>
                <a:ea typeface="Century Gothic"/>
                <a:cs typeface="Century Gothic"/>
                <a:sym typeface="Century Gothic"/>
              </a:defRPr>
            </a:lvl4pPr>
            <a:lvl5pPr indent="-317500" lvl="4" marL="2286000">
              <a:spcBef>
                <a:spcPts val="1600"/>
              </a:spcBef>
              <a:spcAft>
                <a:spcPts val="0"/>
              </a:spcAft>
              <a:buSzPts val="1400"/>
              <a:buFont typeface="Century Gothic"/>
              <a:buChar char="○"/>
              <a:defRPr>
                <a:latin typeface="Century Gothic"/>
                <a:ea typeface="Century Gothic"/>
                <a:cs typeface="Century Gothic"/>
                <a:sym typeface="Century Gothic"/>
              </a:defRPr>
            </a:lvl5pPr>
            <a:lvl6pPr indent="-317500" lvl="5" marL="2743200">
              <a:spcBef>
                <a:spcPts val="1600"/>
              </a:spcBef>
              <a:spcAft>
                <a:spcPts val="0"/>
              </a:spcAft>
              <a:buSzPts val="1400"/>
              <a:buFont typeface="Century Gothic"/>
              <a:buChar char="■"/>
              <a:defRPr>
                <a:latin typeface="Century Gothic"/>
                <a:ea typeface="Century Gothic"/>
                <a:cs typeface="Century Gothic"/>
                <a:sym typeface="Century Gothic"/>
              </a:defRPr>
            </a:lvl6pPr>
            <a:lvl7pPr indent="-317500" lvl="6" marL="3200400">
              <a:spcBef>
                <a:spcPts val="1600"/>
              </a:spcBef>
              <a:spcAft>
                <a:spcPts val="0"/>
              </a:spcAft>
              <a:buSzPts val="1400"/>
              <a:buFont typeface="Century Gothic"/>
              <a:buChar char="●"/>
              <a:defRPr>
                <a:latin typeface="Century Gothic"/>
                <a:ea typeface="Century Gothic"/>
                <a:cs typeface="Century Gothic"/>
                <a:sym typeface="Century Gothic"/>
              </a:defRPr>
            </a:lvl7pPr>
            <a:lvl8pPr indent="-317500" lvl="7" marL="3657600">
              <a:spcBef>
                <a:spcPts val="1600"/>
              </a:spcBef>
              <a:spcAft>
                <a:spcPts val="0"/>
              </a:spcAft>
              <a:buSzPts val="1400"/>
              <a:buFont typeface="Century Gothic"/>
              <a:buChar char="○"/>
              <a:defRPr>
                <a:latin typeface="Century Gothic"/>
                <a:ea typeface="Century Gothic"/>
                <a:cs typeface="Century Gothic"/>
                <a:sym typeface="Century Gothic"/>
              </a:defRPr>
            </a:lvl8pPr>
            <a:lvl9pPr indent="-317500" lvl="8" marL="4114800">
              <a:spcBef>
                <a:spcPts val="1600"/>
              </a:spcBef>
              <a:spcAft>
                <a:spcPts val="1600"/>
              </a:spcAft>
              <a:buSzPts val="1400"/>
              <a:buFont typeface="Century Gothic"/>
              <a:buChar char="■"/>
              <a:defRPr>
                <a:latin typeface="Century Gothic"/>
                <a:ea typeface="Century Gothic"/>
                <a:cs typeface="Century Gothic"/>
                <a:sym typeface="Century Gothic"/>
              </a:defRPr>
            </a:lvl9pPr>
          </a:lstStyle>
          <a:p/>
        </p:txBody>
      </p:sp>
      <p:pic>
        <p:nvPicPr>
          <p:cNvPr descr="slants-01.png" id="333" name="Google Shape;333;p54"/>
          <p:cNvPicPr preferRelativeResize="0"/>
          <p:nvPr/>
        </p:nvPicPr>
        <p:blipFill rotWithShape="1">
          <a:blip r:embed="rId2">
            <a:alphaModFix/>
          </a:blip>
          <a:srcRect b="0" l="0" r="0" t="0"/>
          <a:stretch/>
        </p:blipFill>
        <p:spPr>
          <a:xfrm>
            <a:off x="1507597" y="-10756"/>
            <a:ext cx="3099821" cy="67845"/>
          </a:xfrm>
          <a:prstGeom prst="rect">
            <a:avLst/>
          </a:prstGeom>
          <a:noFill/>
          <a:ln>
            <a:noFill/>
          </a:ln>
        </p:spPr>
      </p:pic>
      <p:pic>
        <p:nvPicPr>
          <p:cNvPr descr="slants-01.png" id="334" name="Google Shape;334;p54"/>
          <p:cNvPicPr preferRelativeResize="0"/>
          <p:nvPr/>
        </p:nvPicPr>
        <p:blipFill rotWithShape="1">
          <a:blip r:embed="rId2">
            <a:alphaModFix/>
          </a:blip>
          <a:srcRect b="0" l="0" r="0" t="0"/>
          <a:stretch/>
        </p:blipFill>
        <p:spPr>
          <a:xfrm>
            <a:off x="4605477" y="-8125"/>
            <a:ext cx="3099821" cy="67845"/>
          </a:xfrm>
          <a:prstGeom prst="rect">
            <a:avLst/>
          </a:prstGeom>
          <a:noFill/>
          <a:ln>
            <a:noFill/>
          </a:ln>
        </p:spPr>
      </p:pic>
      <p:pic>
        <p:nvPicPr>
          <p:cNvPr descr="slants-01.png" id="335" name="Google Shape;335;p54"/>
          <p:cNvPicPr preferRelativeResize="0"/>
          <p:nvPr/>
        </p:nvPicPr>
        <p:blipFill rotWithShape="1">
          <a:blip r:embed="rId2">
            <a:alphaModFix/>
          </a:blip>
          <a:srcRect b="3874" l="0" r="53588" t="0"/>
          <a:stretch/>
        </p:blipFill>
        <p:spPr>
          <a:xfrm>
            <a:off x="7705300" y="-8125"/>
            <a:ext cx="1438698" cy="65215"/>
          </a:xfrm>
          <a:prstGeom prst="rect">
            <a:avLst/>
          </a:prstGeom>
          <a:noFill/>
          <a:ln>
            <a:noFill/>
          </a:ln>
        </p:spPr>
      </p:pic>
      <p:pic>
        <p:nvPicPr>
          <p:cNvPr id="336" name="Google Shape;336;p54"/>
          <p:cNvPicPr preferRelativeResize="0"/>
          <p:nvPr/>
        </p:nvPicPr>
        <p:blipFill rotWithShape="1">
          <a:blip r:embed="rId3">
            <a:alphaModFix/>
          </a:blip>
          <a:srcRect b="-14778" l="0" r="0" t="43901"/>
          <a:stretch/>
        </p:blipFill>
        <p:spPr>
          <a:xfrm>
            <a:off x="473550" y="-10750"/>
            <a:ext cx="993000" cy="142450"/>
          </a:xfrm>
          <a:prstGeom prst="rect">
            <a:avLst/>
          </a:prstGeom>
          <a:noFill/>
          <a:ln>
            <a:noFill/>
          </a:ln>
        </p:spPr>
      </p:pic>
      <p:sp>
        <p:nvSpPr>
          <p:cNvPr id="337" name="Google Shape;337;p54"/>
          <p:cNvSpPr/>
          <p:nvPr/>
        </p:nvSpPr>
        <p:spPr>
          <a:xfrm>
            <a:off x="-9150" y="5098499"/>
            <a:ext cx="9162300" cy="54900"/>
          </a:xfrm>
          <a:prstGeom prst="rect">
            <a:avLst/>
          </a:prstGeom>
          <a:solidFill>
            <a:srgbClr val="1D4F5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descr="GG_CSM_Logos-01.png" id="338" name="Google Shape;338;p54"/>
          <p:cNvPicPr preferRelativeResize="0"/>
          <p:nvPr/>
        </p:nvPicPr>
        <p:blipFill rotWithShape="1">
          <a:blip r:embed="rId4">
            <a:alphaModFix/>
          </a:blip>
          <a:srcRect b="0" l="0" r="0" t="0"/>
          <a:stretch/>
        </p:blipFill>
        <p:spPr>
          <a:xfrm>
            <a:off x="308400" y="4780669"/>
            <a:ext cx="638872" cy="200869"/>
          </a:xfrm>
          <a:prstGeom prst="rect">
            <a:avLst/>
          </a:prstGeom>
          <a:noFill/>
          <a:ln>
            <a:noFill/>
          </a:ln>
        </p:spPr>
      </p:pic>
      <p:pic>
        <p:nvPicPr>
          <p:cNvPr id="339" name="Google Shape;339;p54"/>
          <p:cNvPicPr preferRelativeResize="0"/>
          <p:nvPr/>
        </p:nvPicPr>
        <p:blipFill rotWithShape="1">
          <a:blip r:embed="rId5">
            <a:alphaModFix/>
          </a:blip>
          <a:srcRect b="29083" l="0" r="0" t="0"/>
          <a:stretch/>
        </p:blipFill>
        <p:spPr>
          <a:xfrm>
            <a:off x="7415775" y="5015174"/>
            <a:ext cx="1750600" cy="142450"/>
          </a:xfrm>
          <a:prstGeom prst="rect">
            <a:avLst/>
          </a:prstGeom>
          <a:noFill/>
          <a:ln>
            <a:noFill/>
          </a:ln>
        </p:spPr>
      </p:pic>
      <p:sp>
        <p:nvSpPr>
          <p:cNvPr id="340" name="Google Shape;340;p54"/>
          <p:cNvSpPr txBox="1"/>
          <p:nvPr>
            <p:ph idx="2" type="title"/>
          </p:nvPr>
        </p:nvSpPr>
        <p:spPr>
          <a:xfrm>
            <a:off x="400175" y="5797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Century Gothic"/>
              <a:buNone/>
              <a:defRPr sz="12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7">
    <p:spTree>
      <p:nvGrpSpPr>
        <p:cNvPr id="341" name="Shape 341"/>
        <p:cNvGrpSpPr/>
        <p:nvPr/>
      </p:nvGrpSpPr>
      <p:grpSpPr>
        <a:xfrm>
          <a:off x="0" y="0"/>
          <a:ext cx="0" cy="0"/>
          <a:chOff x="0" y="0"/>
          <a:chExt cx="0" cy="0"/>
        </a:xfrm>
      </p:grpSpPr>
      <p:sp>
        <p:nvSpPr>
          <p:cNvPr id="342" name="Google Shape;342;p55"/>
          <p:cNvSpPr txBox="1"/>
          <p:nvPr/>
        </p:nvSpPr>
        <p:spPr>
          <a:xfrm>
            <a:off x="6978517" y="478067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343" name="Google Shape;343;p55"/>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4" name="Google Shape;344;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Century Gothic"/>
              <a:buChar char="●"/>
              <a:defRPr sz="1200">
                <a:latin typeface="Century Gothic"/>
                <a:ea typeface="Century Gothic"/>
                <a:cs typeface="Century Gothic"/>
                <a:sym typeface="Century Gothic"/>
              </a:defRPr>
            </a:lvl1pPr>
            <a:lvl2pPr indent="-304800" lvl="1" marL="914400">
              <a:spcBef>
                <a:spcPts val="1600"/>
              </a:spcBef>
              <a:spcAft>
                <a:spcPts val="0"/>
              </a:spcAft>
              <a:buSzPts val="1200"/>
              <a:buFont typeface="Century Gothic"/>
              <a:buChar char="○"/>
              <a:defRPr sz="1200">
                <a:latin typeface="Century Gothic"/>
                <a:ea typeface="Century Gothic"/>
                <a:cs typeface="Century Gothic"/>
                <a:sym typeface="Century Gothic"/>
              </a:defRPr>
            </a:lvl2pPr>
            <a:lvl3pPr indent="-304800" lvl="2" marL="1371600">
              <a:spcBef>
                <a:spcPts val="1600"/>
              </a:spcBef>
              <a:spcAft>
                <a:spcPts val="0"/>
              </a:spcAft>
              <a:buSzPts val="1200"/>
              <a:buFont typeface="Century Gothic"/>
              <a:buChar char="■"/>
              <a:defRPr sz="1200">
                <a:latin typeface="Century Gothic"/>
                <a:ea typeface="Century Gothic"/>
                <a:cs typeface="Century Gothic"/>
                <a:sym typeface="Century Gothic"/>
              </a:defRPr>
            </a:lvl3pPr>
            <a:lvl4pPr indent="-304800" lvl="3" marL="1828800">
              <a:spcBef>
                <a:spcPts val="1600"/>
              </a:spcBef>
              <a:spcAft>
                <a:spcPts val="0"/>
              </a:spcAft>
              <a:buSzPts val="1200"/>
              <a:buFont typeface="Century Gothic"/>
              <a:buChar char="●"/>
              <a:defRPr sz="1200">
                <a:latin typeface="Century Gothic"/>
                <a:ea typeface="Century Gothic"/>
                <a:cs typeface="Century Gothic"/>
                <a:sym typeface="Century Gothic"/>
              </a:defRPr>
            </a:lvl4pPr>
            <a:lvl5pPr indent="-304800" lvl="4" marL="2286000">
              <a:spcBef>
                <a:spcPts val="1600"/>
              </a:spcBef>
              <a:spcAft>
                <a:spcPts val="0"/>
              </a:spcAft>
              <a:buSzPts val="1200"/>
              <a:buFont typeface="Century Gothic"/>
              <a:buChar char="○"/>
              <a:defRPr sz="1200">
                <a:latin typeface="Century Gothic"/>
                <a:ea typeface="Century Gothic"/>
                <a:cs typeface="Century Gothic"/>
                <a:sym typeface="Century Gothic"/>
              </a:defRPr>
            </a:lvl5pPr>
            <a:lvl6pPr indent="-304800" lvl="5" marL="2743200">
              <a:spcBef>
                <a:spcPts val="1600"/>
              </a:spcBef>
              <a:spcAft>
                <a:spcPts val="0"/>
              </a:spcAft>
              <a:buSzPts val="1200"/>
              <a:buFont typeface="Century Gothic"/>
              <a:buChar char="■"/>
              <a:defRPr sz="1200">
                <a:latin typeface="Century Gothic"/>
                <a:ea typeface="Century Gothic"/>
                <a:cs typeface="Century Gothic"/>
                <a:sym typeface="Century Gothic"/>
              </a:defRPr>
            </a:lvl6pPr>
            <a:lvl7pPr indent="-304800" lvl="6" marL="3200400">
              <a:spcBef>
                <a:spcPts val="1600"/>
              </a:spcBef>
              <a:spcAft>
                <a:spcPts val="0"/>
              </a:spcAft>
              <a:buSzPts val="1200"/>
              <a:buFont typeface="Century Gothic"/>
              <a:buChar char="●"/>
              <a:defRPr sz="1200">
                <a:latin typeface="Century Gothic"/>
                <a:ea typeface="Century Gothic"/>
                <a:cs typeface="Century Gothic"/>
                <a:sym typeface="Century Gothic"/>
              </a:defRPr>
            </a:lvl7pPr>
            <a:lvl8pPr indent="-304800" lvl="7" marL="3657600">
              <a:spcBef>
                <a:spcPts val="1600"/>
              </a:spcBef>
              <a:spcAft>
                <a:spcPts val="0"/>
              </a:spcAft>
              <a:buSzPts val="1200"/>
              <a:buFont typeface="Century Gothic"/>
              <a:buChar char="○"/>
              <a:defRPr sz="1200">
                <a:latin typeface="Century Gothic"/>
                <a:ea typeface="Century Gothic"/>
                <a:cs typeface="Century Gothic"/>
                <a:sym typeface="Century Gothic"/>
              </a:defRPr>
            </a:lvl8pPr>
            <a:lvl9pPr indent="-304800" lvl="8" marL="4114800">
              <a:spcBef>
                <a:spcPts val="1600"/>
              </a:spcBef>
              <a:spcAft>
                <a:spcPts val="1600"/>
              </a:spcAft>
              <a:buSzPts val="1200"/>
              <a:buFont typeface="Century Gothic"/>
              <a:buChar char="■"/>
              <a:defRPr sz="1200">
                <a:latin typeface="Century Gothic"/>
                <a:ea typeface="Century Gothic"/>
                <a:cs typeface="Century Gothic"/>
                <a:sym typeface="Century Gothic"/>
              </a:defRPr>
            </a:lvl9pPr>
          </a:lstStyle>
          <a:p/>
        </p:txBody>
      </p:sp>
      <p:pic>
        <p:nvPicPr>
          <p:cNvPr descr="slants-01.png" id="345" name="Google Shape;345;p55"/>
          <p:cNvPicPr preferRelativeResize="0"/>
          <p:nvPr/>
        </p:nvPicPr>
        <p:blipFill rotWithShape="1">
          <a:blip r:embed="rId2">
            <a:alphaModFix/>
          </a:blip>
          <a:srcRect b="0" l="0" r="0" t="0"/>
          <a:stretch/>
        </p:blipFill>
        <p:spPr>
          <a:xfrm>
            <a:off x="1507597" y="-10756"/>
            <a:ext cx="3099821" cy="67845"/>
          </a:xfrm>
          <a:prstGeom prst="rect">
            <a:avLst/>
          </a:prstGeom>
          <a:noFill/>
          <a:ln>
            <a:noFill/>
          </a:ln>
        </p:spPr>
      </p:pic>
      <p:pic>
        <p:nvPicPr>
          <p:cNvPr descr="slants-01.png" id="346" name="Google Shape;346;p55"/>
          <p:cNvPicPr preferRelativeResize="0"/>
          <p:nvPr/>
        </p:nvPicPr>
        <p:blipFill rotWithShape="1">
          <a:blip r:embed="rId2">
            <a:alphaModFix/>
          </a:blip>
          <a:srcRect b="0" l="0" r="0" t="0"/>
          <a:stretch/>
        </p:blipFill>
        <p:spPr>
          <a:xfrm>
            <a:off x="4605477" y="-8125"/>
            <a:ext cx="3099821" cy="67845"/>
          </a:xfrm>
          <a:prstGeom prst="rect">
            <a:avLst/>
          </a:prstGeom>
          <a:noFill/>
          <a:ln>
            <a:noFill/>
          </a:ln>
        </p:spPr>
      </p:pic>
      <p:pic>
        <p:nvPicPr>
          <p:cNvPr descr="slants-01.png" id="347" name="Google Shape;347;p55"/>
          <p:cNvPicPr preferRelativeResize="0"/>
          <p:nvPr/>
        </p:nvPicPr>
        <p:blipFill rotWithShape="1">
          <a:blip r:embed="rId2">
            <a:alphaModFix/>
          </a:blip>
          <a:srcRect b="3874" l="0" r="53588" t="0"/>
          <a:stretch/>
        </p:blipFill>
        <p:spPr>
          <a:xfrm>
            <a:off x="7705300" y="-8125"/>
            <a:ext cx="1438698" cy="65215"/>
          </a:xfrm>
          <a:prstGeom prst="rect">
            <a:avLst/>
          </a:prstGeom>
          <a:noFill/>
          <a:ln>
            <a:noFill/>
          </a:ln>
        </p:spPr>
      </p:pic>
      <p:pic>
        <p:nvPicPr>
          <p:cNvPr id="348" name="Google Shape;348;p55"/>
          <p:cNvPicPr preferRelativeResize="0"/>
          <p:nvPr/>
        </p:nvPicPr>
        <p:blipFill rotWithShape="1">
          <a:blip r:embed="rId3">
            <a:alphaModFix/>
          </a:blip>
          <a:srcRect b="-14778" l="0" r="0" t="43901"/>
          <a:stretch/>
        </p:blipFill>
        <p:spPr>
          <a:xfrm>
            <a:off x="473550" y="-10750"/>
            <a:ext cx="993000" cy="142450"/>
          </a:xfrm>
          <a:prstGeom prst="rect">
            <a:avLst/>
          </a:prstGeom>
          <a:noFill/>
          <a:ln>
            <a:noFill/>
          </a:ln>
        </p:spPr>
      </p:pic>
      <p:sp>
        <p:nvSpPr>
          <p:cNvPr id="349" name="Google Shape;349;p55"/>
          <p:cNvSpPr/>
          <p:nvPr/>
        </p:nvSpPr>
        <p:spPr>
          <a:xfrm>
            <a:off x="-9150" y="5098499"/>
            <a:ext cx="9162300" cy="54900"/>
          </a:xfrm>
          <a:prstGeom prst="rect">
            <a:avLst/>
          </a:prstGeom>
          <a:solidFill>
            <a:srgbClr val="1D4F5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descr="Element_01-02.png" id="350" name="Google Shape;350;p55"/>
          <p:cNvPicPr preferRelativeResize="0"/>
          <p:nvPr/>
        </p:nvPicPr>
        <p:blipFill rotWithShape="1">
          <a:blip r:embed="rId4">
            <a:alphaModFix amt="56000"/>
          </a:blip>
          <a:srcRect b="57620" l="0" r="0" t="0"/>
          <a:stretch/>
        </p:blipFill>
        <p:spPr>
          <a:xfrm>
            <a:off x="1770225" y="4837824"/>
            <a:ext cx="2015876" cy="325900"/>
          </a:xfrm>
          <a:prstGeom prst="rect">
            <a:avLst/>
          </a:prstGeom>
          <a:noFill/>
          <a:ln>
            <a:noFill/>
          </a:ln>
        </p:spPr>
      </p:pic>
      <p:pic>
        <p:nvPicPr>
          <p:cNvPr descr="GG_CSM_Logos-01.png" id="351" name="Google Shape;351;p55"/>
          <p:cNvPicPr preferRelativeResize="0"/>
          <p:nvPr/>
        </p:nvPicPr>
        <p:blipFill rotWithShape="1">
          <a:blip r:embed="rId5">
            <a:alphaModFix/>
          </a:blip>
          <a:srcRect b="0" l="0" r="0" t="0"/>
          <a:stretch/>
        </p:blipFill>
        <p:spPr>
          <a:xfrm>
            <a:off x="308400" y="4780669"/>
            <a:ext cx="638872" cy="200869"/>
          </a:xfrm>
          <a:prstGeom prst="rect">
            <a:avLst/>
          </a:prstGeom>
          <a:noFill/>
          <a:ln>
            <a:noFill/>
          </a:ln>
        </p:spPr>
      </p:pic>
      <p:pic>
        <p:nvPicPr>
          <p:cNvPr id="352" name="Google Shape;352;p55"/>
          <p:cNvPicPr preferRelativeResize="0"/>
          <p:nvPr/>
        </p:nvPicPr>
        <p:blipFill rotWithShape="1">
          <a:blip r:embed="rId6">
            <a:alphaModFix/>
          </a:blip>
          <a:srcRect b="29083" l="0" r="0" t="0"/>
          <a:stretch/>
        </p:blipFill>
        <p:spPr>
          <a:xfrm>
            <a:off x="7415775" y="5015174"/>
            <a:ext cx="1750600" cy="142450"/>
          </a:xfrm>
          <a:prstGeom prst="rect">
            <a:avLst/>
          </a:prstGeom>
          <a:noFill/>
          <a:ln>
            <a:noFill/>
          </a:ln>
        </p:spPr>
      </p:pic>
      <p:sp>
        <p:nvSpPr>
          <p:cNvPr id="353" name="Google Shape;353;p55"/>
          <p:cNvSpPr txBox="1"/>
          <p:nvPr>
            <p:ph idx="2" type="title"/>
          </p:nvPr>
        </p:nvSpPr>
        <p:spPr>
          <a:xfrm>
            <a:off x="310896" y="512064"/>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Century Gothic"/>
              <a:buNone/>
              <a:defRPr i="1" sz="10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4.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theme" Target="../theme/theme2.xml"/><Relationship Id="rId14" Type="http://schemas.openxmlformats.org/officeDocument/2006/relationships/slideLayout" Target="../slideLayouts/slideLayout3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0.xml"/><Relationship Id="rId11" Type="http://schemas.openxmlformats.org/officeDocument/2006/relationships/slideLayout" Target="../slideLayouts/slideLayout41.xml"/><Relationship Id="rId22" Type="http://schemas.openxmlformats.org/officeDocument/2006/relationships/slideLayout" Target="../slideLayouts/slideLayout52.xml"/><Relationship Id="rId10" Type="http://schemas.openxmlformats.org/officeDocument/2006/relationships/slideLayout" Target="../slideLayouts/slideLayout40.xml"/><Relationship Id="rId21" Type="http://schemas.openxmlformats.org/officeDocument/2006/relationships/slideLayout" Target="../slideLayouts/slideLayout51.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23" Type="http://schemas.openxmlformats.org/officeDocument/2006/relationships/theme" Target="../theme/theme3.xml"/><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5" Type="http://schemas.openxmlformats.org/officeDocument/2006/relationships/slideLayout" Target="../slideLayouts/slideLayout35.xml"/><Relationship Id="rId19" Type="http://schemas.openxmlformats.org/officeDocument/2006/relationships/slideLayout" Target="../slideLayouts/slideLayout49.xml"/><Relationship Id="rId6" Type="http://schemas.openxmlformats.org/officeDocument/2006/relationships/slideLayout" Target="../slideLayouts/slideLayout36.xml"/><Relationship Id="rId18" Type="http://schemas.openxmlformats.org/officeDocument/2006/relationships/slideLayout" Target="../slideLayouts/slideLayout48.xml"/><Relationship Id="rId7" Type="http://schemas.openxmlformats.org/officeDocument/2006/relationships/slideLayout" Target="../slideLayouts/slideLayout37.xml"/><Relationship Id="rId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dk1"/>
            </a:gs>
          </a:gsLst>
          <a:lin ang="13500032" scaled="0"/>
        </a:gradFill>
      </p:bgPr>
    </p:bg>
    <p:spTree>
      <p:nvGrpSpPr>
        <p:cNvPr id="149" name="Shape 149"/>
        <p:cNvGrpSpPr/>
        <p:nvPr/>
      </p:nvGrpSpPr>
      <p:grpSpPr>
        <a:xfrm>
          <a:off x="0" y="0"/>
          <a:ext cx="0" cy="0"/>
          <a:chOff x="0" y="0"/>
          <a:chExt cx="0" cy="0"/>
        </a:xfrm>
      </p:grpSpPr>
      <p:sp>
        <p:nvSpPr>
          <p:cNvPr id="150" name="Google Shape;150;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b="1" sz="2800">
                <a:solidFill>
                  <a:schemeClr val="lt1"/>
                </a:solidFill>
                <a:latin typeface="Montserrat"/>
                <a:ea typeface="Montserrat"/>
                <a:cs typeface="Montserrat"/>
                <a:sym typeface="Montserra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51" name="Google Shape;151;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152" name="Google Shape;15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dk1"/>
            </a:gs>
          </a:gsLst>
          <a:lin ang="13500032" scaled="0"/>
        </a:gradFill>
      </p:bgPr>
    </p:bg>
    <p:spTree>
      <p:nvGrpSpPr>
        <p:cNvPr id="216" name="Shape 216"/>
        <p:cNvGrpSpPr/>
        <p:nvPr/>
      </p:nvGrpSpPr>
      <p:grpSpPr>
        <a:xfrm>
          <a:off x="0" y="0"/>
          <a:ext cx="0" cy="0"/>
          <a:chOff x="0" y="0"/>
          <a:chExt cx="0" cy="0"/>
        </a:xfrm>
      </p:grpSpPr>
      <p:sp>
        <p:nvSpPr>
          <p:cNvPr id="217" name="Google Shape;217;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b="1" sz="2800">
                <a:solidFill>
                  <a:schemeClr val="lt1"/>
                </a:solidFill>
                <a:latin typeface="Montserrat"/>
                <a:ea typeface="Montserrat"/>
                <a:cs typeface="Montserrat"/>
                <a:sym typeface="Montserra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18" name="Google Shape;218;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219" name="Google Shape;21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 Id="rId3" Type="http://schemas.openxmlformats.org/officeDocument/2006/relationships/image" Target="../media/image27.png"/><Relationship Id="rId4"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image" Target="../media/image33.pn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33.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33.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33.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33.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33.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4.xml"/><Relationship Id="rId3" Type="http://schemas.openxmlformats.org/officeDocument/2006/relationships/image" Target="../media/image33.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2533"/>
        </a:solidFill>
      </p:bgPr>
    </p:bg>
    <p:spTree>
      <p:nvGrpSpPr>
        <p:cNvPr id="357" name="Shape 357"/>
        <p:cNvGrpSpPr/>
        <p:nvPr/>
      </p:nvGrpSpPr>
      <p:grpSpPr>
        <a:xfrm>
          <a:off x="0" y="0"/>
          <a:ext cx="0" cy="0"/>
          <a:chOff x="0" y="0"/>
          <a:chExt cx="0" cy="0"/>
        </a:xfrm>
      </p:grpSpPr>
      <p:pic>
        <p:nvPicPr>
          <p:cNvPr id="358" name="Google Shape;358;p56" title="Group 60.png"/>
          <p:cNvPicPr preferRelativeResize="0"/>
          <p:nvPr/>
        </p:nvPicPr>
        <p:blipFill rotWithShape="1">
          <a:blip r:embed="rId3">
            <a:alphaModFix/>
          </a:blip>
          <a:srcRect b="0" l="0" r="16185" t="0"/>
          <a:stretch/>
        </p:blipFill>
        <p:spPr>
          <a:xfrm>
            <a:off x="4716326" y="0"/>
            <a:ext cx="4427674" cy="5143498"/>
          </a:xfrm>
          <a:prstGeom prst="rect">
            <a:avLst/>
          </a:prstGeom>
          <a:noFill/>
          <a:ln>
            <a:noFill/>
          </a:ln>
        </p:spPr>
      </p:pic>
      <p:sp>
        <p:nvSpPr>
          <p:cNvPr id="359" name="Google Shape;359;p56"/>
          <p:cNvSpPr txBox="1"/>
          <p:nvPr>
            <p:ph type="ctrTitle"/>
          </p:nvPr>
        </p:nvSpPr>
        <p:spPr>
          <a:xfrm>
            <a:off x="311703" y="1117239"/>
            <a:ext cx="5882100" cy="2052600"/>
          </a:xfrm>
          <a:prstGeom prst="rect">
            <a:avLst/>
          </a:prstGeom>
          <a:noFill/>
          <a:ln>
            <a:noFill/>
          </a:ln>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 sz="4100"/>
              <a:t>Side Options</a:t>
            </a:r>
            <a:endParaRPr sz="4100">
              <a:solidFill>
                <a:schemeClr val="lt1"/>
              </a:solidFill>
            </a:endParaRPr>
          </a:p>
        </p:txBody>
      </p:sp>
      <p:sp>
        <p:nvSpPr>
          <p:cNvPr id="360" name="Google Shape;360;p56"/>
          <p:cNvSpPr txBox="1"/>
          <p:nvPr>
            <p:ph idx="1" type="subTitle"/>
          </p:nvPr>
        </p:nvSpPr>
        <p:spPr>
          <a:xfrm>
            <a:off x="311700" y="3206789"/>
            <a:ext cx="8520600" cy="792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100"/>
              <a:buNone/>
            </a:pPr>
            <a:r>
              <a:rPr lang="en" sz="2000">
                <a:solidFill>
                  <a:schemeClr val="lt1"/>
                </a:solidFill>
                <a:latin typeface="Montserrat"/>
                <a:ea typeface="Montserrat"/>
                <a:cs typeface="Montserrat"/>
                <a:sym typeface="Montserrat"/>
              </a:rPr>
              <a:t>Site Sections</a:t>
            </a:r>
            <a:endParaRPr sz="2000">
              <a:solidFill>
                <a:schemeClr val="lt1"/>
              </a:solidFill>
              <a:latin typeface="Montserrat"/>
              <a:ea typeface="Montserrat"/>
              <a:cs typeface="Montserrat"/>
              <a:sym typeface="Montserrat"/>
            </a:endParaRPr>
          </a:p>
        </p:txBody>
      </p:sp>
      <p:pic>
        <p:nvPicPr>
          <p:cNvPr id="361" name="Google Shape;361;p56" title="63583ec7c37213a801727969_propellic-logo-white (1) 3 (1).png"/>
          <p:cNvPicPr preferRelativeResize="0"/>
          <p:nvPr/>
        </p:nvPicPr>
        <p:blipFill rotWithShape="1">
          <a:blip r:embed="rId4">
            <a:alphaModFix/>
          </a:blip>
          <a:srcRect b="0" l="0" r="0" t="0"/>
          <a:stretch/>
        </p:blipFill>
        <p:spPr>
          <a:xfrm>
            <a:off x="387900" y="579400"/>
            <a:ext cx="1396975" cy="34403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 name="Shape 365"/>
        <p:cNvGrpSpPr/>
        <p:nvPr/>
      </p:nvGrpSpPr>
      <p:grpSpPr>
        <a:xfrm>
          <a:off x="0" y="0"/>
          <a:ext cx="0" cy="0"/>
          <a:chOff x="0" y="0"/>
          <a:chExt cx="0" cy="0"/>
        </a:xfrm>
      </p:grpSpPr>
      <p:sp>
        <p:nvSpPr>
          <p:cNvPr id="366" name="Google Shape;366;p57"/>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67" name="Google Shape;367;p57"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368" name="Google Shape;368;p57"/>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369" name="Google Shape;369;p57"/>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370" name="Google Shape;370;p57"/>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371" name="Google Shape;371;p57"/>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372" name="Google Shape;372;p57"/>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373" name="Google Shape;373;p57"/>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 name="Shape 377"/>
        <p:cNvGrpSpPr/>
        <p:nvPr/>
      </p:nvGrpSpPr>
      <p:grpSpPr>
        <a:xfrm>
          <a:off x="0" y="0"/>
          <a:ext cx="0" cy="0"/>
          <a:chOff x="0" y="0"/>
          <a:chExt cx="0" cy="0"/>
        </a:xfrm>
      </p:grpSpPr>
      <p:sp>
        <p:nvSpPr>
          <p:cNvPr id="378" name="Google Shape;378;p58"/>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79" name="Google Shape;379;p58"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380" name="Google Shape;380;p58"/>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381" name="Google Shape;381;p58"/>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382" name="Google Shape;382;p58"/>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383" name="Google Shape;383;p58"/>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384" name="Google Shape;384;p58"/>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385" name="Google Shape;385;p58"/>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sp>
        <p:nvSpPr>
          <p:cNvPr id="390" name="Google Shape;390;p59"/>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91" name="Google Shape;391;p59"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392" name="Google Shape;392;p59"/>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393" name="Google Shape;393;p59"/>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394" name="Google Shape;394;p59"/>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395" name="Google Shape;395;p59"/>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396" name="Google Shape;396;p59"/>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397" name="Google Shape;397;p59"/>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1" name="Shape 401"/>
        <p:cNvGrpSpPr/>
        <p:nvPr/>
      </p:nvGrpSpPr>
      <p:grpSpPr>
        <a:xfrm>
          <a:off x="0" y="0"/>
          <a:ext cx="0" cy="0"/>
          <a:chOff x="0" y="0"/>
          <a:chExt cx="0" cy="0"/>
        </a:xfrm>
      </p:grpSpPr>
      <p:sp>
        <p:nvSpPr>
          <p:cNvPr id="402" name="Google Shape;402;p60"/>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03" name="Google Shape;403;p60"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04" name="Google Shape;404;p60"/>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05" name="Google Shape;405;p60"/>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06" name="Google Shape;406;p60"/>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07" name="Google Shape;407;p60"/>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08" name="Google Shape;408;p60"/>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09" name="Google Shape;409;p60"/>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3" name="Shape 413"/>
        <p:cNvGrpSpPr/>
        <p:nvPr/>
      </p:nvGrpSpPr>
      <p:grpSpPr>
        <a:xfrm>
          <a:off x="0" y="0"/>
          <a:ext cx="0" cy="0"/>
          <a:chOff x="0" y="0"/>
          <a:chExt cx="0" cy="0"/>
        </a:xfrm>
      </p:grpSpPr>
      <p:sp>
        <p:nvSpPr>
          <p:cNvPr id="414" name="Google Shape;414;p61"/>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15" name="Google Shape;415;p61"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16" name="Google Shape;416;p61"/>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17" name="Google Shape;417;p61"/>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18" name="Google Shape;418;p61"/>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19" name="Google Shape;419;p61"/>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20" name="Google Shape;420;p61"/>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21" name="Google Shape;421;p61"/>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5" name="Shape 425"/>
        <p:cNvGrpSpPr/>
        <p:nvPr/>
      </p:nvGrpSpPr>
      <p:grpSpPr>
        <a:xfrm>
          <a:off x="0" y="0"/>
          <a:ext cx="0" cy="0"/>
          <a:chOff x="0" y="0"/>
          <a:chExt cx="0" cy="0"/>
        </a:xfrm>
      </p:grpSpPr>
      <p:sp>
        <p:nvSpPr>
          <p:cNvPr id="426" name="Google Shape;426;p62"/>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27" name="Google Shape;427;p62"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28" name="Google Shape;428;p62"/>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29" name="Google Shape;429;p62"/>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30" name="Google Shape;430;p62"/>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31" name="Google Shape;431;p62"/>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32" name="Google Shape;432;p62"/>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33" name="Google Shape;433;p62"/>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7" name="Shape 437"/>
        <p:cNvGrpSpPr/>
        <p:nvPr/>
      </p:nvGrpSpPr>
      <p:grpSpPr>
        <a:xfrm>
          <a:off x="0" y="0"/>
          <a:ext cx="0" cy="0"/>
          <a:chOff x="0" y="0"/>
          <a:chExt cx="0" cy="0"/>
        </a:xfrm>
      </p:grpSpPr>
      <p:sp>
        <p:nvSpPr>
          <p:cNvPr id="438" name="Google Shape;438;p63"/>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39" name="Google Shape;439;p63"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40" name="Google Shape;440;p63"/>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41" name="Google Shape;441;p63"/>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42" name="Google Shape;442;p63"/>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43" name="Google Shape;443;p63"/>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44" name="Google Shape;444;p63"/>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45" name="Google Shape;445;p63"/>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9" name="Shape 449"/>
        <p:cNvGrpSpPr/>
        <p:nvPr/>
      </p:nvGrpSpPr>
      <p:grpSpPr>
        <a:xfrm>
          <a:off x="0" y="0"/>
          <a:ext cx="0" cy="0"/>
          <a:chOff x="0" y="0"/>
          <a:chExt cx="0" cy="0"/>
        </a:xfrm>
      </p:grpSpPr>
      <p:sp>
        <p:nvSpPr>
          <p:cNvPr id="450" name="Google Shape;450;p64"/>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51" name="Google Shape;451;p64"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52" name="Google Shape;452;p64"/>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53" name="Google Shape;453;p64"/>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54" name="Google Shape;454;p64"/>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55" name="Google Shape;455;p64"/>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56" name="Google Shape;456;p64"/>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57" name="Google Shape;457;p64"/>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1" name="Shape 461"/>
        <p:cNvGrpSpPr/>
        <p:nvPr/>
      </p:nvGrpSpPr>
      <p:grpSpPr>
        <a:xfrm>
          <a:off x="0" y="0"/>
          <a:ext cx="0" cy="0"/>
          <a:chOff x="0" y="0"/>
          <a:chExt cx="0" cy="0"/>
        </a:xfrm>
      </p:grpSpPr>
      <p:sp>
        <p:nvSpPr>
          <p:cNvPr id="462" name="Google Shape;462;p65"/>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63" name="Google Shape;463;p65"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64" name="Google Shape;464;p65"/>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65" name="Google Shape;465;p65"/>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66" name="Google Shape;466;p65"/>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67" name="Google Shape;467;p65"/>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68" name="Google Shape;468;p65"/>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69" name="Google Shape;469;p65"/>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
        <p:nvSpPr>
          <p:cNvPr id="474" name="Google Shape;474;p66"/>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75" name="Google Shape;475;p66"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76" name="Google Shape;476;p66"/>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77" name="Google Shape;477;p66"/>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78" name="Google Shape;478;p66"/>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79" name="Google Shape;479;p66"/>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80" name="Google Shape;480;p66"/>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81" name="Google Shape;481;p66"/>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5" name="Shape 485"/>
        <p:cNvGrpSpPr/>
        <p:nvPr/>
      </p:nvGrpSpPr>
      <p:grpSpPr>
        <a:xfrm>
          <a:off x="0" y="0"/>
          <a:ext cx="0" cy="0"/>
          <a:chOff x="0" y="0"/>
          <a:chExt cx="0" cy="0"/>
        </a:xfrm>
      </p:grpSpPr>
      <p:sp>
        <p:nvSpPr>
          <p:cNvPr id="486" name="Google Shape;486;p67"/>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87" name="Google Shape;487;p67"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488" name="Google Shape;488;p67"/>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489" name="Google Shape;489;p67"/>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490" name="Google Shape;490;p67"/>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491" name="Google Shape;491;p67"/>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492" name="Google Shape;492;p67"/>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493" name="Google Shape;493;p67"/>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7" name="Shape 497"/>
        <p:cNvGrpSpPr/>
        <p:nvPr/>
      </p:nvGrpSpPr>
      <p:grpSpPr>
        <a:xfrm>
          <a:off x="0" y="0"/>
          <a:ext cx="0" cy="0"/>
          <a:chOff x="0" y="0"/>
          <a:chExt cx="0" cy="0"/>
        </a:xfrm>
      </p:grpSpPr>
      <p:sp>
        <p:nvSpPr>
          <p:cNvPr id="498" name="Google Shape;498;p68"/>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99" name="Google Shape;499;p68"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00" name="Google Shape;500;p68"/>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01" name="Google Shape;501;p68"/>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02" name="Google Shape;502;p68"/>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03" name="Google Shape;503;p68"/>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04" name="Google Shape;504;p68"/>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05" name="Google Shape;505;p68"/>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9" name="Shape 509"/>
        <p:cNvGrpSpPr/>
        <p:nvPr/>
      </p:nvGrpSpPr>
      <p:grpSpPr>
        <a:xfrm>
          <a:off x="0" y="0"/>
          <a:ext cx="0" cy="0"/>
          <a:chOff x="0" y="0"/>
          <a:chExt cx="0" cy="0"/>
        </a:xfrm>
      </p:grpSpPr>
      <p:sp>
        <p:nvSpPr>
          <p:cNvPr id="510" name="Google Shape;510;p69"/>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11" name="Google Shape;511;p69"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12" name="Google Shape;512;p69"/>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13" name="Google Shape;513;p69"/>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14" name="Google Shape;514;p69"/>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15" name="Google Shape;515;p69"/>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16" name="Google Shape;516;p69"/>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17" name="Google Shape;517;p69"/>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1" name="Shape 521"/>
        <p:cNvGrpSpPr/>
        <p:nvPr/>
      </p:nvGrpSpPr>
      <p:grpSpPr>
        <a:xfrm>
          <a:off x="0" y="0"/>
          <a:ext cx="0" cy="0"/>
          <a:chOff x="0" y="0"/>
          <a:chExt cx="0" cy="0"/>
        </a:xfrm>
      </p:grpSpPr>
      <p:sp>
        <p:nvSpPr>
          <p:cNvPr id="522" name="Google Shape;522;p70"/>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23" name="Google Shape;523;p70"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24" name="Google Shape;524;p70"/>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25" name="Google Shape;525;p70"/>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26" name="Google Shape;526;p70"/>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27" name="Google Shape;527;p70"/>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28" name="Google Shape;528;p70"/>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29" name="Google Shape;529;p70"/>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3" name="Shape 533"/>
        <p:cNvGrpSpPr/>
        <p:nvPr/>
      </p:nvGrpSpPr>
      <p:grpSpPr>
        <a:xfrm>
          <a:off x="0" y="0"/>
          <a:ext cx="0" cy="0"/>
          <a:chOff x="0" y="0"/>
          <a:chExt cx="0" cy="0"/>
        </a:xfrm>
      </p:grpSpPr>
      <p:sp>
        <p:nvSpPr>
          <p:cNvPr id="534" name="Google Shape;534;p71"/>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35" name="Google Shape;535;p71"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36" name="Google Shape;536;p71"/>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37" name="Google Shape;537;p71"/>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38" name="Google Shape;538;p71"/>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Tours, Activities &amp; Attractions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39" name="Google Shape;539;p71"/>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40" name="Google Shape;540;p71"/>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41" name="Google Shape;541;p71"/>
          <p:cNvGraphicFramePr/>
          <p:nvPr/>
        </p:nvGraphicFramePr>
        <p:xfrm>
          <a:off x="4222675" y="1034138"/>
          <a:ext cx="3000000" cy="3000000"/>
        </p:xfrm>
        <a:graphic>
          <a:graphicData uri="http://schemas.openxmlformats.org/drawingml/2006/table">
            <a:tbl>
              <a:tblPr>
                <a:noFill/>
                <a:tableStyleId>{C818474A-87E9-457E-9390-6B90EECAD0AA}</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5" name="Shape 545"/>
        <p:cNvGrpSpPr/>
        <p:nvPr/>
      </p:nvGrpSpPr>
      <p:grpSpPr>
        <a:xfrm>
          <a:off x="0" y="0"/>
          <a:ext cx="0" cy="0"/>
          <a:chOff x="0" y="0"/>
          <a:chExt cx="0" cy="0"/>
        </a:xfrm>
      </p:grpSpPr>
      <p:sp>
        <p:nvSpPr>
          <p:cNvPr id="546" name="Google Shape;546;p72"/>
          <p:cNvSpPr/>
          <p:nvPr/>
        </p:nvSpPr>
        <p:spPr>
          <a:xfrm>
            <a:off x="-336750" y="0"/>
            <a:ext cx="45423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47" name="Google Shape;547;p72"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48" name="Google Shape;548;p72"/>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49" name="Google Shape;549;p72"/>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50" name="Google Shape;550;p72"/>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Travel Management Companies (TMC)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51" name="Google Shape;551;p72"/>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52" name="Google Shape;552;p72"/>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53" name="Google Shape;553;p72"/>
          <p:cNvGraphicFramePr/>
          <p:nvPr/>
        </p:nvGraphicFramePr>
        <p:xfrm>
          <a:off x="4196575" y="1200825"/>
          <a:ext cx="3000000" cy="3000000"/>
        </p:xfrm>
        <a:graphic>
          <a:graphicData uri="http://schemas.openxmlformats.org/drawingml/2006/table">
            <a:tbl>
              <a:tblPr>
                <a:noFill/>
                <a:tableStyleId>{C818474A-87E9-457E-9390-6B90EECAD0AA}</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7" name="Shape 557"/>
        <p:cNvGrpSpPr/>
        <p:nvPr/>
      </p:nvGrpSpPr>
      <p:grpSpPr>
        <a:xfrm>
          <a:off x="0" y="0"/>
          <a:ext cx="0" cy="0"/>
          <a:chOff x="0" y="0"/>
          <a:chExt cx="0" cy="0"/>
        </a:xfrm>
      </p:grpSpPr>
      <p:sp>
        <p:nvSpPr>
          <p:cNvPr id="558" name="Google Shape;558;p73"/>
          <p:cNvSpPr/>
          <p:nvPr/>
        </p:nvSpPr>
        <p:spPr>
          <a:xfrm>
            <a:off x="-336750" y="0"/>
            <a:ext cx="45423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59" name="Google Shape;559;p73"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60" name="Google Shape;560;p73"/>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61" name="Google Shape;561;p73"/>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62" name="Google Shape;562;p73"/>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Travel Management Companies (TMC)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63" name="Google Shape;563;p73"/>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64" name="Google Shape;564;p73"/>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65" name="Google Shape;565;p73"/>
          <p:cNvGraphicFramePr/>
          <p:nvPr/>
        </p:nvGraphicFramePr>
        <p:xfrm>
          <a:off x="4196575" y="1200825"/>
          <a:ext cx="3000000" cy="3000000"/>
        </p:xfrm>
        <a:graphic>
          <a:graphicData uri="http://schemas.openxmlformats.org/drawingml/2006/table">
            <a:tbl>
              <a:tblPr>
                <a:noFill/>
                <a:tableStyleId>{C818474A-87E9-457E-9390-6B90EECAD0AA}</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9" name="Shape 569"/>
        <p:cNvGrpSpPr/>
        <p:nvPr/>
      </p:nvGrpSpPr>
      <p:grpSpPr>
        <a:xfrm>
          <a:off x="0" y="0"/>
          <a:ext cx="0" cy="0"/>
          <a:chOff x="0" y="0"/>
          <a:chExt cx="0" cy="0"/>
        </a:xfrm>
      </p:grpSpPr>
      <p:sp>
        <p:nvSpPr>
          <p:cNvPr id="570" name="Google Shape;570;p74"/>
          <p:cNvSpPr/>
          <p:nvPr/>
        </p:nvSpPr>
        <p:spPr>
          <a:xfrm>
            <a:off x="-336750" y="0"/>
            <a:ext cx="3854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71" name="Google Shape;571;p74"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72" name="Google Shape;572;p74"/>
          <p:cNvSpPr/>
          <p:nvPr/>
        </p:nvSpPr>
        <p:spPr>
          <a:xfrm>
            <a:off x="3993100" y="691925"/>
            <a:ext cx="5026800" cy="4284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73" name="Google Shape;573;p74"/>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74" name="Google Shape;574;p74"/>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OTA (Online Travel Agencies)</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75" name="Google Shape;575;p74"/>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76" name="Google Shape;576;p74"/>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77" name="Google Shape;577;p74"/>
          <p:cNvGraphicFramePr/>
          <p:nvPr/>
        </p:nvGraphicFramePr>
        <p:xfrm>
          <a:off x="4205650" y="1315125"/>
          <a:ext cx="3000000" cy="3000000"/>
        </p:xfrm>
        <a:graphic>
          <a:graphicData uri="http://schemas.openxmlformats.org/drawingml/2006/table">
            <a:tbl>
              <a:tblPr>
                <a:noFill/>
                <a:tableStyleId>{C818474A-87E9-457E-9390-6B90EECAD0AA}</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1" name="Shape 581"/>
        <p:cNvGrpSpPr/>
        <p:nvPr/>
      </p:nvGrpSpPr>
      <p:grpSpPr>
        <a:xfrm>
          <a:off x="0" y="0"/>
          <a:ext cx="0" cy="0"/>
          <a:chOff x="0" y="0"/>
          <a:chExt cx="0" cy="0"/>
        </a:xfrm>
      </p:grpSpPr>
      <p:sp>
        <p:nvSpPr>
          <p:cNvPr id="582" name="Google Shape;582;p75"/>
          <p:cNvSpPr/>
          <p:nvPr/>
        </p:nvSpPr>
        <p:spPr>
          <a:xfrm>
            <a:off x="-336750" y="0"/>
            <a:ext cx="51885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83" name="Google Shape;583;p75"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84" name="Google Shape;584;p75"/>
          <p:cNvSpPr/>
          <p:nvPr/>
        </p:nvSpPr>
        <p:spPr>
          <a:xfrm>
            <a:off x="3993100" y="691925"/>
            <a:ext cx="5026800" cy="39096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85" name="Google Shape;585;p75"/>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86" name="Google Shape;586;p75"/>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DMO (Destination Marketing Organizations)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87" name="Google Shape;587;p75"/>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588" name="Google Shape;588;p75"/>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589" name="Google Shape;589;p75"/>
          <p:cNvGraphicFramePr/>
          <p:nvPr/>
        </p:nvGraphicFramePr>
        <p:xfrm>
          <a:off x="4214750" y="836225"/>
          <a:ext cx="3000000" cy="3000000"/>
        </p:xfrm>
        <a:graphic>
          <a:graphicData uri="http://schemas.openxmlformats.org/drawingml/2006/table">
            <a:tbl>
              <a:tblPr>
                <a:noFill/>
                <a:tableStyleId>{C818474A-87E9-457E-9390-6B90EECAD0AA}</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3" name="Shape 593"/>
        <p:cNvGrpSpPr/>
        <p:nvPr/>
      </p:nvGrpSpPr>
      <p:grpSpPr>
        <a:xfrm>
          <a:off x="0" y="0"/>
          <a:ext cx="0" cy="0"/>
          <a:chOff x="0" y="0"/>
          <a:chExt cx="0" cy="0"/>
        </a:xfrm>
      </p:grpSpPr>
      <p:sp>
        <p:nvSpPr>
          <p:cNvPr id="594" name="Google Shape;594;p76"/>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595" name="Google Shape;595;p76"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596" name="Google Shape;596;p76"/>
          <p:cNvSpPr/>
          <p:nvPr/>
        </p:nvSpPr>
        <p:spPr>
          <a:xfrm>
            <a:off x="3993100" y="691925"/>
            <a:ext cx="5026800" cy="39096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597" name="Google Shape;597;p76"/>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598" name="Google Shape;598;p76"/>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Hotels, Resorts &amp; Casinos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599" name="Google Shape;599;p76"/>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00" name="Google Shape;600;p76"/>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01" name="Google Shape;601;p76"/>
          <p:cNvGraphicFramePr/>
          <p:nvPr/>
        </p:nvGraphicFramePr>
        <p:xfrm>
          <a:off x="4121350" y="1036250"/>
          <a:ext cx="3000000" cy="3000000"/>
        </p:xfrm>
        <a:graphic>
          <a:graphicData uri="http://schemas.openxmlformats.org/drawingml/2006/table">
            <a:tbl>
              <a:tblPr>
                <a:noFill/>
                <a:tableStyleId>{C818474A-87E9-457E-9390-6B90EECAD0AA}</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5" name="Shape 605"/>
        <p:cNvGrpSpPr/>
        <p:nvPr/>
      </p:nvGrpSpPr>
      <p:grpSpPr>
        <a:xfrm>
          <a:off x="0" y="0"/>
          <a:ext cx="0" cy="0"/>
          <a:chOff x="0" y="0"/>
          <a:chExt cx="0" cy="0"/>
        </a:xfrm>
      </p:grpSpPr>
      <p:sp>
        <p:nvSpPr>
          <p:cNvPr id="606" name="Google Shape;606;p77"/>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07" name="Google Shape;607;p77"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08" name="Google Shape;608;p77"/>
          <p:cNvSpPr/>
          <p:nvPr/>
        </p:nvSpPr>
        <p:spPr>
          <a:xfrm>
            <a:off x="3993100" y="691925"/>
            <a:ext cx="5026800" cy="39096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09" name="Google Shape;609;p77"/>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10" name="Google Shape;610;p77"/>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Hotels, Resorts &amp; Casinos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11" name="Google Shape;611;p77"/>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12" name="Google Shape;612;p77"/>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13" name="Google Shape;613;p77"/>
          <p:cNvGraphicFramePr/>
          <p:nvPr/>
        </p:nvGraphicFramePr>
        <p:xfrm>
          <a:off x="4121350" y="1036250"/>
          <a:ext cx="3000000" cy="3000000"/>
        </p:xfrm>
        <a:graphic>
          <a:graphicData uri="http://schemas.openxmlformats.org/drawingml/2006/table">
            <a:tbl>
              <a:tblPr>
                <a:noFill/>
                <a:tableStyleId>{C818474A-87E9-457E-9390-6B90EECAD0AA}</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7" name="Shape 617"/>
        <p:cNvGrpSpPr/>
        <p:nvPr/>
      </p:nvGrpSpPr>
      <p:grpSpPr>
        <a:xfrm>
          <a:off x="0" y="0"/>
          <a:ext cx="0" cy="0"/>
          <a:chOff x="0" y="0"/>
          <a:chExt cx="0" cy="0"/>
        </a:xfrm>
      </p:grpSpPr>
      <p:sp>
        <p:nvSpPr>
          <p:cNvPr id="618" name="Google Shape;618;p78"/>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19" name="Google Shape;619;p78"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20" name="Google Shape;620;p78"/>
          <p:cNvSpPr/>
          <p:nvPr/>
        </p:nvSpPr>
        <p:spPr>
          <a:xfrm>
            <a:off x="3943075" y="691925"/>
            <a:ext cx="5076900" cy="41097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21" name="Google Shape;621;p78"/>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22" name="Google Shape;622;p78"/>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Vacation Rentals</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23" name="Google Shape;623;p78"/>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24" name="Google Shape;624;p78"/>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25" name="Google Shape;625;p78"/>
          <p:cNvGraphicFramePr/>
          <p:nvPr/>
        </p:nvGraphicFramePr>
        <p:xfrm>
          <a:off x="4084975" y="943650"/>
          <a:ext cx="3000000" cy="3000000"/>
        </p:xfrm>
        <a:graphic>
          <a:graphicData uri="http://schemas.openxmlformats.org/drawingml/2006/table">
            <a:tbl>
              <a:tblPr>
                <a:noFill/>
                <a:tableStyleId>{C818474A-87E9-457E-9390-6B90EECAD0AA}</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9" name="Shape 629"/>
        <p:cNvGrpSpPr/>
        <p:nvPr/>
      </p:nvGrpSpPr>
      <p:grpSpPr>
        <a:xfrm>
          <a:off x="0" y="0"/>
          <a:ext cx="0" cy="0"/>
          <a:chOff x="0" y="0"/>
          <a:chExt cx="0" cy="0"/>
        </a:xfrm>
      </p:grpSpPr>
      <p:sp>
        <p:nvSpPr>
          <p:cNvPr id="630" name="Google Shape;630;p79"/>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31" name="Google Shape;631;p79"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32" name="Google Shape;632;p79"/>
          <p:cNvSpPr/>
          <p:nvPr/>
        </p:nvSpPr>
        <p:spPr>
          <a:xfrm>
            <a:off x="3943075" y="691925"/>
            <a:ext cx="5076900" cy="41097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33" name="Google Shape;633;p79"/>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34" name="Google Shape;634;p79"/>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Multi-Day Tours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35" name="Google Shape;635;p79"/>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36" name="Google Shape;636;p79"/>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37" name="Google Shape;637;p79"/>
          <p:cNvGraphicFramePr/>
          <p:nvPr/>
        </p:nvGraphicFramePr>
        <p:xfrm>
          <a:off x="4093200" y="966988"/>
          <a:ext cx="3000000" cy="3000000"/>
        </p:xfrm>
        <a:graphic>
          <a:graphicData uri="http://schemas.openxmlformats.org/drawingml/2006/table">
            <a:tbl>
              <a:tblPr>
                <a:noFill/>
                <a:tableStyleId>{C818474A-87E9-457E-9390-6B90EECAD0AA}</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1" name="Shape 641"/>
        <p:cNvGrpSpPr/>
        <p:nvPr/>
      </p:nvGrpSpPr>
      <p:grpSpPr>
        <a:xfrm>
          <a:off x="0" y="0"/>
          <a:ext cx="0" cy="0"/>
          <a:chOff x="0" y="0"/>
          <a:chExt cx="0" cy="0"/>
        </a:xfrm>
      </p:grpSpPr>
      <p:sp>
        <p:nvSpPr>
          <p:cNvPr id="642" name="Google Shape;642;p80"/>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43" name="Google Shape;643;p80"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44" name="Google Shape;644;p80"/>
          <p:cNvSpPr/>
          <p:nvPr/>
        </p:nvSpPr>
        <p:spPr>
          <a:xfrm>
            <a:off x="3943075" y="691925"/>
            <a:ext cx="5076900" cy="43683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45" name="Google Shape;645;p80"/>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46" name="Google Shape;646;p80"/>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Charter Company</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47" name="Google Shape;647;p80"/>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48" name="Google Shape;648;p80"/>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49" name="Google Shape;649;p80"/>
          <p:cNvGraphicFramePr/>
          <p:nvPr/>
        </p:nvGraphicFramePr>
        <p:xfrm>
          <a:off x="4093200" y="890800"/>
          <a:ext cx="3000000" cy="3000000"/>
        </p:xfrm>
        <a:graphic>
          <a:graphicData uri="http://schemas.openxmlformats.org/drawingml/2006/table">
            <a:tbl>
              <a:tblPr>
                <a:noFill/>
                <a:tableStyleId>{C818474A-87E9-457E-9390-6B90EECAD0AA}</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3" name="Shape 653"/>
        <p:cNvGrpSpPr/>
        <p:nvPr/>
      </p:nvGrpSpPr>
      <p:grpSpPr>
        <a:xfrm>
          <a:off x="0" y="0"/>
          <a:ext cx="0" cy="0"/>
          <a:chOff x="0" y="0"/>
          <a:chExt cx="0" cy="0"/>
        </a:xfrm>
      </p:grpSpPr>
      <p:sp>
        <p:nvSpPr>
          <p:cNvPr id="654" name="Google Shape;654;p81"/>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55" name="Google Shape;655;p81"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56" name="Google Shape;656;p81"/>
          <p:cNvSpPr/>
          <p:nvPr/>
        </p:nvSpPr>
        <p:spPr>
          <a:xfrm>
            <a:off x="3943075" y="691925"/>
            <a:ext cx="5076900" cy="43683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57" name="Google Shape;657;p81"/>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58" name="Google Shape;658;p81"/>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Travel Media Publishers</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59" name="Google Shape;659;p81"/>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60" name="Google Shape;660;p81"/>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61" name="Google Shape;661;p81"/>
          <p:cNvGraphicFramePr/>
          <p:nvPr/>
        </p:nvGraphicFramePr>
        <p:xfrm>
          <a:off x="4111375" y="880575"/>
          <a:ext cx="3000000" cy="3000000"/>
        </p:xfrm>
        <a:graphic>
          <a:graphicData uri="http://schemas.openxmlformats.org/drawingml/2006/table">
            <a:tbl>
              <a:tblPr>
                <a:noFill/>
                <a:tableStyleId>{C818474A-87E9-457E-9390-6B90EECAD0AA}</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5" name="Shape 665"/>
        <p:cNvGrpSpPr/>
        <p:nvPr/>
      </p:nvGrpSpPr>
      <p:grpSpPr>
        <a:xfrm>
          <a:off x="0" y="0"/>
          <a:ext cx="0" cy="0"/>
          <a:chOff x="0" y="0"/>
          <a:chExt cx="0" cy="0"/>
        </a:xfrm>
      </p:grpSpPr>
      <p:sp>
        <p:nvSpPr>
          <p:cNvPr id="666" name="Google Shape;666;p82"/>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67" name="Google Shape;667;p82"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68" name="Google Shape;668;p82"/>
          <p:cNvSpPr/>
          <p:nvPr/>
        </p:nvSpPr>
        <p:spPr>
          <a:xfrm>
            <a:off x="3943075" y="691925"/>
            <a:ext cx="5076900" cy="43683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69" name="Google Shape;669;p82"/>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70" name="Google Shape;670;p82"/>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Travel - Ancillaries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71" name="Google Shape;671;p82"/>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72" name="Google Shape;672;p82"/>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73" name="Google Shape;673;p82"/>
          <p:cNvGraphicFramePr/>
          <p:nvPr/>
        </p:nvGraphicFramePr>
        <p:xfrm>
          <a:off x="4081475" y="981425"/>
          <a:ext cx="3000000" cy="3000000"/>
        </p:xfrm>
        <a:graphic>
          <a:graphicData uri="http://schemas.openxmlformats.org/drawingml/2006/table">
            <a:tbl>
              <a:tblPr>
                <a:noFill/>
                <a:tableStyleId>{C818474A-87E9-457E-9390-6B90EECAD0AA}</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7" name="Shape 677"/>
        <p:cNvGrpSpPr/>
        <p:nvPr/>
      </p:nvGrpSpPr>
      <p:grpSpPr>
        <a:xfrm>
          <a:off x="0" y="0"/>
          <a:ext cx="0" cy="0"/>
          <a:chOff x="0" y="0"/>
          <a:chExt cx="0" cy="0"/>
        </a:xfrm>
      </p:grpSpPr>
      <p:sp>
        <p:nvSpPr>
          <p:cNvPr id="678" name="Google Shape;678;p83"/>
          <p:cNvSpPr/>
          <p:nvPr/>
        </p:nvSpPr>
        <p:spPr>
          <a:xfrm>
            <a:off x="-336750" y="0"/>
            <a:ext cx="3629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79" name="Google Shape;679;p83"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80" name="Google Shape;680;p83"/>
          <p:cNvSpPr/>
          <p:nvPr/>
        </p:nvSpPr>
        <p:spPr>
          <a:xfrm>
            <a:off x="3943075" y="691925"/>
            <a:ext cx="5076900" cy="38346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81" name="Google Shape;681;p83"/>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82" name="Google Shape;682;p83"/>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Ground Transportation</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83" name="Google Shape;683;p83"/>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84" name="Google Shape;684;p83"/>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85" name="Google Shape;685;p83"/>
          <p:cNvGraphicFramePr/>
          <p:nvPr/>
        </p:nvGraphicFramePr>
        <p:xfrm>
          <a:off x="4157675" y="881063"/>
          <a:ext cx="3000000" cy="3000000"/>
        </p:xfrm>
        <a:graphic>
          <a:graphicData uri="http://schemas.openxmlformats.org/drawingml/2006/table">
            <a:tbl>
              <a:tblPr>
                <a:noFill/>
                <a:tableStyleId>{C818474A-87E9-457E-9390-6B90EECAD0AA}</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9" name="Shape 689"/>
        <p:cNvGrpSpPr/>
        <p:nvPr/>
      </p:nvGrpSpPr>
      <p:grpSpPr>
        <a:xfrm>
          <a:off x="0" y="0"/>
          <a:ext cx="0" cy="0"/>
          <a:chOff x="0" y="0"/>
          <a:chExt cx="0" cy="0"/>
        </a:xfrm>
      </p:grpSpPr>
      <p:sp>
        <p:nvSpPr>
          <p:cNvPr id="690" name="Google Shape;690;p84"/>
          <p:cNvSpPr/>
          <p:nvPr/>
        </p:nvSpPr>
        <p:spPr>
          <a:xfrm>
            <a:off x="-336750" y="0"/>
            <a:ext cx="55437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91" name="Google Shape;691;p84"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692" name="Google Shape;692;p84"/>
          <p:cNvSpPr/>
          <p:nvPr/>
        </p:nvSpPr>
        <p:spPr>
          <a:xfrm>
            <a:off x="3943075" y="691925"/>
            <a:ext cx="5076900" cy="42516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693" name="Google Shape;693;p84"/>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694" name="Google Shape;694;p84"/>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Travel - Ecom (Travel Gear, Clothing &amp; Products) </a:t>
            </a:r>
            <a:endParaRPr b="1">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a:solidFill>
                <a:schemeClr val="dk1"/>
              </a:solidFill>
              <a:latin typeface="Montserrat"/>
              <a:ea typeface="Montserrat"/>
              <a:cs typeface="Montserrat"/>
              <a:sym typeface="Montserrat"/>
            </a:endParaRPr>
          </a:p>
        </p:txBody>
      </p:sp>
      <p:sp>
        <p:nvSpPr>
          <p:cNvPr id="695" name="Google Shape;695;p84"/>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Site Sections</a:t>
            </a:r>
            <a:endParaRPr sz="1700">
              <a:solidFill>
                <a:srgbClr val="222222"/>
              </a:solidFill>
            </a:endParaRPr>
          </a:p>
        </p:txBody>
      </p:sp>
      <p:sp>
        <p:nvSpPr>
          <p:cNvPr id="696" name="Google Shape;696;p84"/>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After the data is pulled and aggregated, the manual process begins.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The first thing we do is group each page into a “section” (see chart for all the section categories we use).</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We do this for two reasons:</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segment the site and better prioritize pages / keywords to focus on.</a:t>
            </a:r>
            <a:endParaRPr sz="1000">
              <a:solidFill>
                <a:schemeClr val="dk1"/>
              </a:solidFill>
              <a:latin typeface="Montserrat"/>
              <a:ea typeface="Montserrat"/>
              <a:cs typeface="Montserrat"/>
              <a:sym typeface="Montserrat"/>
            </a:endParaRPr>
          </a:p>
          <a:p>
            <a:pPr indent="-292100" lvl="0" marL="457200" rtl="0" algn="l">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It allows us to compare “apples to apples” (i.e. we don’t want to be comparing an FAQ page to a product page).</a:t>
            </a:r>
            <a:br>
              <a:rPr lang="en" sz="1000">
                <a:solidFill>
                  <a:schemeClr val="dk1"/>
                </a:solidFill>
                <a:latin typeface="Montserrat"/>
                <a:ea typeface="Montserrat"/>
                <a:cs typeface="Montserrat"/>
                <a:sym typeface="Montserrat"/>
              </a:rPr>
            </a:br>
            <a:endParaRPr b="1" sz="1000">
              <a:solidFill>
                <a:schemeClr val="dk1"/>
              </a:solidFill>
              <a:latin typeface="Montserrat"/>
              <a:ea typeface="Montserrat"/>
              <a:cs typeface="Montserrat"/>
              <a:sym typeface="Montserrat"/>
            </a:endParaRPr>
          </a:p>
        </p:txBody>
      </p:sp>
      <p:graphicFrame>
        <p:nvGraphicFramePr>
          <p:cNvPr id="697" name="Google Shape;697;p84"/>
          <p:cNvGraphicFramePr/>
          <p:nvPr/>
        </p:nvGraphicFramePr>
        <p:xfrm>
          <a:off x="4157675" y="819825"/>
          <a:ext cx="3000000" cy="3000000"/>
        </p:xfrm>
        <a:graphic>
          <a:graphicData uri="http://schemas.openxmlformats.org/drawingml/2006/table">
            <a:tbl>
              <a:tblPr>
                <a:noFill/>
                <a:tableStyleId>{C818474A-87E9-457E-9390-6B90EECAD0AA}</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1" name="Shape 701"/>
        <p:cNvGrpSpPr/>
        <p:nvPr/>
      </p:nvGrpSpPr>
      <p:grpSpPr>
        <a:xfrm>
          <a:off x="0" y="0"/>
          <a:ext cx="0" cy="0"/>
          <a:chOff x="0" y="0"/>
          <a:chExt cx="0" cy="0"/>
        </a:xfrm>
      </p:grpSpPr>
      <p:sp>
        <p:nvSpPr>
          <p:cNvPr id="702" name="Google Shape;702;p85"/>
          <p:cNvSpPr/>
          <p:nvPr/>
        </p:nvSpPr>
        <p:spPr>
          <a:xfrm>
            <a:off x="-336750" y="0"/>
            <a:ext cx="3271200" cy="587400"/>
          </a:xfrm>
          <a:prstGeom prst="round2DiagRect">
            <a:avLst>
              <a:gd fmla="val 16667" name="adj1"/>
              <a:gd fmla="val 50000" name="adj2"/>
            </a:avLst>
          </a:prstGeom>
          <a:solidFill>
            <a:srgbClr val="19253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703" name="Google Shape;703;p85" title="Group 16.png"/>
          <p:cNvPicPr preferRelativeResize="0"/>
          <p:nvPr/>
        </p:nvPicPr>
        <p:blipFill rotWithShape="1">
          <a:blip r:embed="rId3">
            <a:alphaModFix/>
          </a:blip>
          <a:srcRect b="6243" l="0" r="47440" t="5821"/>
          <a:stretch/>
        </p:blipFill>
        <p:spPr>
          <a:xfrm>
            <a:off x="5507934" y="0"/>
            <a:ext cx="3716823" cy="5143501"/>
          </a:xfrm>
          <a:prstGeom prst="rect">
            <a:avLst/>
          </a:prstGeom>
          <a:noFill/>
          <a:ln>
            <a:noFill/>
          </a:ln>
        </p:spPr>
      </p:pic>
      <p:sp>
        <p:nvSpPr>
          <p:cNvPr id="704" name="Google Shape;704;p85"/>
          <p:cNvSpPr/>
          <p:nvPr/>
        </p:nvSpPr>
        <p:spPr>
          <a:xfrm>
            <a:off x="3943075" y="0"/>
            <a:ext cx="5143500" cy="5226900"/>
          </a:xfrm>
          <a:prstGeom prst="roundRect">
            <a:avLst>
              <a:gd fmla="val 5685" name="adj"/>
            </a:avLst>
          </a:prstGeom>
          <a:solidFill>
            <a:schemeClr val="lt1"/>
          </a:solidFill>
          <a:ln>
            <a:noFill/>
          </a:ln>
          <a:effectLst>
            <a:outerShdw blurRad="300038" rotWithShape="0" algn="bl" dir="3000000" dist="571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705" name="Google Shape;705;p85"/>
          <p:cNvPicPr preferRelativeResize="0"/>
          <p:nvPr/>
        </p:nvPicPr>
        <p:blipFill rotWithShape="1">
          <a:blip r:embed="rId4">
            <a:alphaModFix/>
          </a:blip>
          <a:srcRect b="0" l="0" r="0" t="0"/>
          <a:stretch/>
        </p:blipFill>
        <p:spPr>
          <a:xfrm>
            <a:off x="8489625" y="193725"/>
            <a:ext cx="465000" cy="393814"/>
          </a:xfrm>
          <a:prstGeom prst="rect">
            <a:avLst/>
          </a:prstGeom>
          <a:noFill/>
          <a:ln>
            <a:noFill/>
          </a:ln>
        </p:spPr>
      </p:pic>
      <p:sp>
        <p:nvSpPr>
          <p:cNvPr id="706" name="Google Shape;706;p85"/>
          <p:cNvSpPr txBox="1"/>
          <p:nvPr/>
        </p:nvSpPr>
        <p:spPr>
          <a:xfrm>
            <a:off x="254000" y="145150"/>
            <a:ext cx="4953000" cy="393900"/>
          </a:xfrm>
          <a:prstGeom prst="rect">
            <a:avLst/>
          </a:prstGeom>
          <a:noFill/>
          <a:ln>
            <a:noFill/>
          </a:ln>
        </p:spPr>
        <p:txBody>
          <a:bodyPr anchorCtr="0" anchor="t" bIns="91425" lIns="91425" spcFirstLastPara="1" rIns="91425" wrap="square" tIns="91425">
            <a:noAutofit/>
          </a:bodyPr>
          <a:lstStyle/>
          <a:p>
            <a:pPr indent="0" lvl="0" marL="0" rtl="0" algn="l">
              <a:lnSpc>
                <a:spcPct val="170000"/>
              </a:lnSpc>
              <a:spcBef>
                <a:spcPts val="0"/>
              </a:spcBef>
              <a:spcAft>
                <a:spcPts val="0"/>
              </a:spcAft>
              <a:buClr>
                <a:srgbClr val="364049"/>
              </a:buClr>
              <a:buSzPts val="1900"/>
              <a:buFont typeface="Century Gothic"/>
              <a:buNone/>
            </a:pPr>
            <a:r>
              <a:rPr b="1" lang="en">
                <a:solidFill>
                  <a:schemeClr val="lt1"/>
                </a:solidFill>
                <a:latin typeface="Montserrat"/>
                <a:ea typeface="Montserrat"/>
                <a:cs typeface="Montserrat"/>
                <a:sym typeface="Montserrat"/>
              </a:rPr>
              <a:t>Travel </a:t>
            </a:r>
            <a:endParaRPr b="1">
              <a:solidFill>
                <a:schemeClr val="dk1"/>
              </a:solidFill>
              <a:latin typeface="Montserrat"/>
              <a:ea typeface="Montserrat"/>
              <a:cs typeface="Montserrat"/>
              <a:sym typeface="Montserrat"/>
            </a:endParaRPr>
          </a:p>
        </p:txBody>
      </p:sp>
      <p:sp>
        <p:nvSpPr>
          <p:cNvPr id="707" name="Google Shape;707;p85"/>
          <p:cNvSpPr txBox="1"/>
          <p:nvPr>
            <p:ph type="title"/>
          </p:nvPr>
        </p:nvSpPr>
        <p:spPr>
          <a:xfrm>
            <a:off x="254000" y="967000"/>
            <a:ext cx="3088800" cy="7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222222"/>
                </a:solidFill>
              </a:rPr>
              <a:t>What comes out of the “WQA” - URL Actions</a:t>
            </a:r>
            <a:endParaRPr sz="1700">
              <a:solidFill>
                <a:srgbClr val="222222"/>
              </a:solidFill>
            </a:endParaRPr>
          </a:p>
        </p:txBody>
      </p:sp>
      <p:sp>
        <p:nvSpPr>
          <p:cNvPr id="708" name="Google Shape;708;p85"/>
          <p:cNvSpPr txBox="1"/>
          <p:nvPr/>
        </p:nvSpPr>
        <p:spPr>
          <a:xfrm>
            <a:off x="242425" y="1792325"/>
            <a:ext cx="3525600" cy="29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Montserrat"/>
                <a:ea typeface="Montserrat"/>
                <a:cs typeface="Montserrat"/>
                <a:sym typeface="Montserrat"/>
              </a:rPr>
              <a:t>After each page on the site is classified into a category, we can quickly assess each page for quality (by section). </a:t>
            </a:r>
            <a:br>
              <a:rPr lang="en" sz="900">
                <a:solidFill>
                  <a:schemeClr val="dk1"/>
                </a:solidFill>
                <a:latin typeface="Montserrat"/>
                <a:ea typeface="Montserrat"/>
                <a:cs typeface="Montserrat"/>
                <a:sym typeface="Montserrat"/>
              </a:rPr>
            </a:br>
            <a:br>
              <a:rPr lang="en" sz="900">
                <a:solidFill>
                  <a:schemeClr val="dk1"/>
                </a:solidFill>
                <a:latin typeface="Montserrat"/>
                <a:ea typeface="Montserrat"/>
                <a:cs typeface="Montserrat"/>
                <a:sym typeface="Montserrat"/>
              </a:rPr>
            </a:br>
            <a:r>
              <a:rPr lang="en" sz="900">
                <a:solidFill>
                  <a:schemeClr val="dk1"/>
                </a:solidFill>
                <a:latin typeface="Montserrat"/>
                <a:ea typeface="Montserrat"/>
                <a:cs typeface="Montserrat"/>
                <a:sym typeface="Montserrat"/>
              </a:rPr>
              <a:t>We assign each page a “URL Action” (see chart to the right for full list and explanations of each).</a:t>
            </a:r>
            <a:br>
              <a:rPr lang="en" sz="900">
                <a:solidFill>
                  <a:schemeClr val="dk1"/>
                </a:solidFill>
                <a:latin typeface="Montserrat"/>
                <a:ea typeface="Montserrat"/>
                <a:cs typeface="Montserrat"/>
                <a:sym typeface="Montserrat"/>
              </a:rPr>
            </a:br>
            <a:br>
              <a:rPr lang="en" sz="900">
                <a:solidFill>
                  <a:schemeClr val="dk1"/>
                </a:solidFill>
                <a:latin typeface="Montserrat"/>
                <a:ea typeface="Montserrat"/>
                <a:cs typeface="Montserrat"/>
                <a:sym typeface="Montserrat"/>
              </a:rPr>
            </a:br>
            <a:r>
              <a:rPr lang="en" sz="900">
                <a:solidFill>
                  <a:schemeClr val="dk1"/>
                </a:solidFill>
                <a:latin typeface="Montserrat"/>
                <a:ea typeface="Montserrat"/>
                <a:cs typeface="Montserrat"/>
                <a:sym typeface="Montserrat"/>
              </a:rPr>
              <a:t>These “URL Actions” dictate:</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1"/>
              </a:solidFill>
              <a:latin typeface="Montserrat"/>
              <a:ea typeface="Montserrat"/>
              <a:cs typeface="Montserrat"/>
              <a:sym typeface="Montserrat"/>
            </a:endParaRPr>
          </a:p>
          <a:p>
            <a:pPr indent="-285750" lvl="0" marL="457200" rtl="0" algn="l">
              <a:spcBef>
                <a:spcPts val="0"/>
              </a:spcBef>
              <a:spcAft>
                <a:spcPts val="0"/>
              </a:spcAft>
              <a:buClr>
                <a:schemeClr val="dk1"/>
              </a:buClr>
              <a:buSzPts val="900"/>
              <a:buFont typeface="Saira"/>
              <a:buAutoNum type="arabicPeriod"/>
            </a:pPr>
            <a:r>
              <a:rPr b="1" lang="en" sz="900">
                <a:solidFill>
                  <a:schemeClr val="dk1"/>
                </a:solidFill>
                <a:latin typeface="Montserrat"/>
                <a:ea typeface="Montserrat"/>
                <a:cs typeface="Montserrat"/>
                <a:sym typeface="Montserrat"/>
              </a:rPr>
              <a:t>Which pages to clean up</a:t>
            </a:r>
            <a:r>
              <a:rPr lang="en" sz="900">
                <a:solidFill>
                  <a:schemeClr val="dk1"/>
                </a:solidFill>
                <a:latin typeface="Montserrat"/>
                <a:ea typeface="Montserrat"/>
                <a:cs typeface="Montserrat"/>
                <a:sym typeface="Montserrat"/>
              </a:rPr>
              <a:t> (i.e. redirect, NOINDEX, etc)</a:t>
            </a:r>
            <a:endParaRPr sz="900">
              <a:solidFill>
                <a:schemeClr val="dk1"/>
              </a:solidFill>
              <a:latin typeface="Montserrat"/>
              <a:ea typeface="Montserrat"/>
              <a:cs typeface="Montserrat"/>
              <a:sym typeface="Montserrat"/>
            </a:endParaRPr>
          </a:p>
          <a:p>
            <a:pPr indent="-285750" lvl="0" marL="457200" rtl="0" algn="l">
              <a:spcBef>
                <a:spcPts val="0"/>
              </a:spcBef>
              <a:spcAft>
                <a:spcPts val="0"/>
              </a:spcAft>
              <a:buClr>
                <a:schemeClr val="dk1"/>
              </a:buClr>
              <a:buSzPts val="900"/>
              <a:buFont typeface="Montserrat"/>
              <a:buAutoNum type="arabicPeriod"/>
            </a:pPr>
            <a:r>
              <a:rPr lang="en" sz="900">
                <a:solidFill>
                  <a:schemeClr val="dk1"/>
                </a:solidFill>
                <a:latin typeface="Montserrat"/>
                <a:ea typeface="Montserrat"/>
                <a:cs typeface="Montserrat"/>
                <a:sym typeface="Montserrat"/>
              </a:rPr>
              <a:t>Which pages have no potential for traffic and to ignore (i.e. contact page)</a:t>
            </a:r>
            <a:endParaRPr sz="900">
              <a:solidFill>
                <a:schemeClr val="dk1"/>
              </a:solidFill>
              <a:latin typeface="Montserrat"/>
              <a:ea typeface="Montserrat"/>
              <a:cs typeface="Montserrat"/>
              <a:sym typeface="Montserrat"/>
            </a:endParaRPr>
          </a:p>
          <a:p>
            <a:pPr indent="-285750" lvl="0" marL="457200" rtl="0" algn="l">
              <a:spcBef>
                <a:spcPts val="0"/>
              </a:spcBef>
              <a:spcAft>
                <a:spcPts val="0"/>
              </a:spcAft>
              <a:buClr>
                <a:schemeClr val="dk1"/>
              </a:buClr>
              <a:buSzPts val="900"/>
              <a:buFont typeface="Montserrat"/>
              <a:buAutoNum type="arabicPeriod"/>
            </a:pPr>
            <a:r>
              <a:rPr lang="en" sz="900">
                <a:solidFill>
                  <a:schemeClr val="dk1"/>
                </a:solidFill>
                <a:latin typeface="Montserrat"/>
                <a:ea typeface="Montserrat"/>
                <a:cs typeface="Montserrat"/>
                <a:sym typeface="Montserrat"/>
              </a:rPr>
              <a:t>Which pages we will focus on for the campaign (i.e. perform KW research, update “on page” elements, target with links).</a:t>
            </a:r>
            <a:endParaRPr sz="900">
              <a:solidFill>
                <a:schemeClr val="dk1"/>
              </a:solidFill>
              <a:latin typeface="Montserrat"/>
              <a:ea typeface="Montserrat"/>
              <a:cs typeface="Montserrat"/>
              <a:sym typeface="Montserrat"/>
            </a:endParaRPr>
          </a:p>
          <a:p>
            <a:pPr indent="-273050" lvl="0" marL="457200" rtl="0" algn="l">
              <a:spcBef>
                <a:spcPts val="0"/>
              </a:spcBef>
              <a:spcAft>
                <a:spcPts val="0"/>
              </a:spcAft>
              <a:buClr>
                <a:schemeClr val="dk1"/>
              </a:buClr>
              <a:buSzPts val="700"/>
              <a:buFont typeface="Montserrat"/>
              <a:buAutoNum type="arabicPeriod"/>
            </a:pPr>
            <a:r>
              <a:t/>
            </a:r>
            <a:endParaRPr sz="700">
              <a:solidFill>
                <a:schemeClr val="dk1"/>
              </a:solidFill>
              <a:latin typeface="Montserrat"/>
              <a:ea typeface="Montserrat"/>
              <a:cs typeface="Montserrat"/>
              <a:sym typeface="Montserrat"/>
            </a:endParaRPr>
          </a:p>
        </p:txBody>
      </p:sp>
      <p:graphicFrame>
        <p:nvGraphicFramePr>
          <p:cNvPr id="709" name="Google Shape;709;p85"/>
          <p:cNvGraphicFramePr/>
          <p:nvPr/>
        </p:nvGraphicFramePr>
        <p:xfrm>
          <a:off x="4119000" y="143575"/>
          <a:ext cx="3000000" cy="3000000"/>
        </p:xfrm>
        <a:graphic>
          <a:graphicData uri="http://schemas.openxmlformats.org/drawingml/2006/table">
            <a:tbl>
              <a:tblPr>
                <a:noFill/>
                <a:tableStyleId>{84D97F81-5C2B-4941-A415-2EDB4B7FA0B2}</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 - LAYOU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 - LAYOU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