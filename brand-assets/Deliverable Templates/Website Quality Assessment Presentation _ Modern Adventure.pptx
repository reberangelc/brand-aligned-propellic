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2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5.xml"/>
  <Override ContentType="application/vnd.openxmlformats-officedocument.presentationml.notesSlide+xml" PartName="/ppt/notesSlides/notesSlide11.xml"/>
  <Override ContentType="application/vnd.openxmlformats-officedocument.presentationml.notesSlide+xml" PartName="/ppt/notesSlides/notesSlide24.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0.xml"/>
  <Override ContentType="application/vnd.openxmlformats-officedocument.presentationml.notesSlide+xml" PartName="/ppt/notesSlides/notesSlide22.xml"/>
  <Override ContentType="application/vnd.openxmlformats-officedocument.presentationml.notesSlide+xml" PartName="/ppt/notesSlides/notesSlide7.xml"/>
  <Override ContentType="application/vnd.openxmlformats-officedocument.presentationml.notesSlide+xml" PartName="/ppt/notesSlides/notesSlide26.xml"/>
  <Override ContentType="application/vnd.openxmlformats-officedocument.presentationml.notesSlide+xml" PartName="/ppt/notesSlides/notesSlide5.xml"/>
  <Override ContentType="application/vnd.openxmlformats-officedocument.presentationml.notesSlide+xml" PartName="/ppt/notesSlides/notesSlide31.xml"/>
  <Override ContentType="application/vnd.openxmlformats-officedocument.presentationml.notesSlide+xml" PartName="/ppt/notesSlides/notesSlide19.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38.xml"/>
  <Override ContentType="application/vnd.openxmlformats-officedocument.presentationml.slideLayout+xml" PartName="/ppt/slideLayouts/slideLayout42.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30.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39.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4.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5.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29.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2.xml"/>
  <Override ContentType="application/vnd.openxmlformats-officedocument.presentationml.slide+xml" PartName="/ppt/slides/slide1.xml"/>
  <Override ContentType="application/vnd.openxmlformats-officedocument.presentationml.slide+xml" PartName="/ppt/slides/slide28.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31.xml"/>
  <Override ContentType="application/vnd.openxmlformats-officedocument.presentationml.slide+xml" PartName="/ppt/slides/slide23.xml"/>
  <Override ContentType="application/vnd.openxmlformats-officedocument.presentationml.slide+xml" PartName="/ppt/slides/slide2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96" r:id="rId4"/>
    <p:sldMasterId id="2147483697" r:id="rId5"/>
    <p:sldMasterId id="2147483698" r:id="rId6"/>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Lst>
  <p:sldSz cy="5143500" cx="9144000"/>
  <p:notesSz cx="6858000" cy="9144000"/>
  <p:embeddedFontLst>
    <p:embeddedFont>
      <p:font typeface="Roboto Slab Light"/>
      <p:regular r:id="rId40"/>
      <p:bold r:id="rId41"/>
    </p:embeddedFont>
    <p:embeddedFont>
      <p:font typeface="Roboto Slab"/>
      <p:regular r:id="rId42"/>
      <p:bold r:id="rId43"/>
    </p:embeddedFont>
    <p:embeddedFont>
      <p:font typeface="Roboto"/>
      <p:regular r:id="rId44"/>
      <p:bold r:id="rId45"/>
      <p:italic r:id="rId46"/>
      <p:boldItalic r:id="rId47"/>
    </p:embeddedFont>
    <p:embeddedFont>
      <p:font typeface="Proxima Nova"/>
      <p:regular r:id="rId48"/>
      <p:bold r:id="rId49"/>
      <p:italic r:id="rId50"/>
      <p:boldItalic r:id="rId51"/>
    </p:embeddedFont>
    <p:embeddedFont>
      <p:font typeface="Poppins"/>
      <p:regular r:id="rId52"/>
      <p:bold r:id="rId53"/>
      <p:italic r:id="rId54"/>
      <p:boldItalic r:id="rId55"/>
    </p:embeddedFont>
    <p:embeddedFont>
      <p:font typeface="Varela Round"/>
      <p:regular r:id="rId56"/>
    </p:embeddedFont>
    <p:embeddedFont>
      <p:font typeface="Proxima Nova Extrabold"/>
      <p:bold r:id="rId57"/>
    </p:embeddedFont>
    <p:embeddedFont>
      <p:font typeface="Roboto Light"/>
      <p:regular r:id="rId58"/>
      <p:bold r:id="rId59"/>
      <p:italic r:id="rId60"/>
      <p:boldItalic r:id="rId61"/>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2D5B7A4-0B4D-45B1-A0CB-2E4914C7CC6D}">
  <a:tblStyle styleId="{72D5B7A4-0B4D-45B1-A0CB-2E4914C7CC6D}"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 styleId="{109967E3-374A-4B0A-9809-6B48E4B5ABAF}" styleName="Table_1">
    <a:wholeTbl>
      <a:tcTxStyle>
        <a:font>
          <a:latin typeface="Arial"/>
          <a:ea typeface="Arial"/>
          <a:cs typeface="Arial"/>
        </a:font>
        <a:srgbClr val="000000"/>
      </a:tcTxStyle>
      <a:tcStyle>
        <a:tcBdr>
          <a:left>
            <a:ln cap="flat" cmpd="sng" w="12700">
              <a:solidFill>
                <a:srgbClr val="000000"/>
              </a:solidFill>
              <a:prstDash val="solid"/>
              <a:round/>
              <a:headEnd len="sm" w="sm" type="none"/>
              <a:tailEnd len="sm" w="sm" type="none"/>
            </a:ln>
          </a:left>
          <a:right>
            <a:ln cap="flat" cmpd="sng" w="12700">
              <a:solidFill>
                <a:srgbClr val="000000"/>
              </a:solidFill>
              <a:prstDash val="solid"/>
              <a:round/>
              <a:headEnd len="sm" w="sm" type="none"/>
              <a:tailEnd len="sm" w="sm" type="none"/>
            </a:ln>
          </a:right>
          <a:top>
            <a:ln cap="flat" cmpd="sng" w="12700">
              <a:solidFill>
                <a:srgbClr val="000000"/>
              </a:solidFill>
              <a:prstDash val="solid"/>
              <a:round/>
              <a:headEnd len="sm" w="sm" type="none"/>
              <a:tailEnd len="sm" w="sm" type="none"/>
            </a:ln>
          </a:top>
          <a:bottom>
            <a:ln cap="flat" cmpd="sng" w="12700">
              <a:solidFill>
                <a:srgbClr val="000000"/>
              </a:solidFill>
              <a:prstDash val="solid"/>
              <a:round/>
              <a:headEnd len="sm" w="sm" type="none"/>
              <a:tailEnd len="sm" w="sm" type="none"/>
            </a:ln>
          </a:bottom>
          <a:insideH>
            <a:ln cap="flat" cmpd="sng" w="12700">
              <a:solidFill>
                <a:srgbClr val="000000"/>
              </a:solidFill>
              <a:prstDash val="solid"/>
              <a:round/>
              <a:headEnd len="sm" w="sm" type="none"/>
              <a:tailEnd len="sm" w="sm" type="none"/>
            </a:ln>
          </a:insideH>
          <a:insideV>
            <a:ln cap="flat" cmpd="sng" w="12700">
              <a:solidFill>
                <a:srgbClr val="000000"/>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40" Type="http://schemas.openxmlformats.org/officeDocument/2006/relationships/font" Target="fonts/RobotoSlabLight-regular.fntdata"/><Relationship Id="rId42" Type="http://schemas.openxmlformats.org/officeDocument/2006/relationships/font" Target="fonts/RobotoSlab-regular.fntdata"/><Relationship Id="rId41" Type="http://schemas.openxmlformats.org/officeDocument/2006/relationships/font" Target="fonts/RobotoSlabLight-bold.fntdata"/><Relationship Id="rId44" Type="http://schemas.openxmlformats.org/officeDocument/2006/relationships/font" Target="fonts/Roboto-regular.fntdata"/><Relationship Id="rId43" Type="http://schemas.openxmlformats.org/officeDocument/2006/relationships/font" Target="fonts/RobotoSlab-bold.fntdata"/><Relationship Id="rId46" Type="http://schemas.openxmlformats.org/officeDocument/2006/relationships/font" Target="fonts/Roboto-italic.fntdata"/><Relationship Id="rId45" Type="http://schemas.openxmlformats.org/officeDocument/2006/relationships/font" Target="fonts/Roboto-bold.fntdata"/><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48" Type="http://schemas.openxmlformats.org/officeDocument/2006/relationships/font" Target="fonts/ProximaNova-regular.fntdata"/><Relationship Id="rId47" Type="http://schemas.openxmlformats.org/officeDocument/2006/relationships/font" Target="fonts/Roboto-boldItalic.fntdata"/><Relationship Id="rId49" Type="http://schemas.openxmlformats.org/officeDocument/2006/relationships/font" Target="fonts/ProximaNova-bold.fntdata"/><Relationship Id="rId5" Type="http://schemas.openxmlformats.org/officeDocument/2006/relationships/slideMaster" Target="slideMasters/slideMaster2.xml"/><Relationship Id="rId6" Type="http://schemas.openxmlformats.org/officeDocument/2006/relationships/slideMaster" Target="slideMasters/slideMaster3.xml"/><Relationship Id="rId7" Type="http://schemas.openxmlformats.org/officeDocument/2006/relationships/notesMaster" Target="notesMasters/notesMaster1.xml"/><Relationship Id="rId8" Type="http://schemas.openxmlformats.org/officeDocument/2006/relationships/slide" Target="slides/slide1.xml"/><Relationship Id="rId31" Type="http://schemas.openxmlformats.org/officeDocument/2006/relationships/slide" Target="slides/slide24.xml"/><Relationship Id="rId30" Type="http://schemas.openxmlformats.org/officeDocument/2006/relationships/slide" Target="slides/slide23.xml"/><Relationship Id="rId33" Type="http://schemas.openxmlformats.org/officeDocument/2006/relationships/slide" Target="slides/slide26.xml"/><Relationship Id="rId32" Type="http://schemas.openxmlformats.org/officeDocument/2006/relationships/slide" Target="slides/slide25.xml"/><Relationship Id="rId35" Type="http://schemas.openxmlformats.org/officeDocument/2006/relationships/slide" Target="slides/slide28.xml"/><Relationship Id="rId34" Type="http://schemas.openxmlformats.org/officeDocument/2006/relationships/slide" Target="slides/slide27.xml"/><Relationship Id="rId37" Type="http://schemas.openxmlformats.org/officeDocument/2006/relationships/slide" Target="slides/slide30.xml"/><Relationship Id="rId36" Type="http://schemas.openxmlformats.org/officeDocument/2006/relationships/slide" Target="slides/slide29.xml"/><Relationship Id="rId39" Type="http://schemas.openxmlformats.org/officeDocument/2006/relationships/slide" Target="slides/slide32.xml"/><Relationship Id="rId38" Type="http://schemas.openxmlformats.org/officeDocument/2006/relationships/slide" Target="slides/slide31.xml"/><Relationship Id="rId61" Type="http://schemas.openxmlformats.org/officeDocument/2006/relationships/font" Target="fonts/RobotoLight-boldItalic.fntdata"/><Relationship Id="rId20" Type="http://schemas.openxmlformats.org/officeDocument/2006/relationships/slide" Target="slides/slide13.xml"/><Relationship Id="rId22" Type="http://schemas.openxmlformats.org/officeDocument/2006/relationships/slide" Target="slides/slide15.xml"/><Relationship Id="rId21" Type="http://schemas.openxmlformats.org/officeDocument/2006/relationships/slide" Target="slides/slide14.xml"/><Relationship Id="rId24" Type="http://schemas.openxmlformats.org/officeDocument/2006/relationships/slide" Target="slides/slide17.xml"/><Relationship Id="rId23" Type="http://schemas.openxmlformats.org/officeDocument/2006/relationships/slide" Target="slides/slide16.xml"/><Relationship Id="rId60" Type="http://schemas.openxmlformats.org/officeDocument/2006/relationships/font" Target="fonts/RobotoLight-italic.fntdata"/><Relationship Id="rId26" Type="http://schemas.openxmlformats.org/officeDocument/2006/relationships/slide" Target="slides/slide19.xml"/><Relationship Id="rId25" Type="http://schemas.openxmlformats.org/officeDocument/2006/relationships/slide" Target="slides/slide18.xml"/><Relationship Id="rId28" Type="http://schemas.openxmlformats.org/officeDocument/2006/relationships/slide" Target="slides/slide21.xml"/><Relationship Id="rId27" Type="http://schemas.openxmlformats.org/officeDocument/2006/relationships/slide" Target="slides/slide20.xml"/><Relationship Id="rId29" Type="http://schemas.openxmlformats.org/officeDocument/2006/relationships/slide" Target="slides/slide22.xml"/><Relationship Id="rId51" Type="http://schemas.openxmlformats.org/officeDocument/2006/relationships/font" Target="fonts/ProximaNova-boldItalic.fntdata"/><Relationship Id="rId50" Type="http://schemas.openxmlformats.org/officeDocument/2006/relationships/font" Target="fonts/ProximaNova-italic.fntdata"/><Relationship Id="rId53" Type="http://schemas.openxmlformats.org/officeDocument/2006/relationships/font" Target="fonts/Poppins-bold.fntdata"/><Relationship Id="rId52" Type="http://schemas.openxmlformats.org/officeDocument/2006/relationships/font" Target="fonts/Poppins-regular.fntdata"/><Relationship Id="rId11" Type="http://schemas.openxmlformats.org/officeDocument/2006/relationships/slide" Target="slides/slide4.xml"/><Relationship Id="rId55" Type="http://schemas.openxmlformats.org/officeDocument/2006/relationships/font" Target="fonts/Poppins-boldItalic.fntdata"/><Relationship Id="rId10" Type="http://schemas.openxmlformats.org/officeDocument/2006/relationships/slide" Target="slides/slide3.xml"/><Relationship Id="rId54" Type="http://schemas.openxmlformats.org/officeDocument/2006/relationships/font" Target="fonts/Poppins-italic.fntdata"/><Relationship Id="rId13" Type="http://schemas.openxmlformats.org/officeDocument/2006/relationships/slide" Target="slides/slide6.xml"/><Relationship Id="rId57" Type="http://schemas.openxmlformats.org/officeDocument/2006/relationships/font" Target="fonts/ProximaNovaExtrabold-bold.fntdata"/><Relationship Id="rId12" Type="http://schemas.openxmlformats.org/officeDocument/2006/relationships/slide" Target="slides/slide5.xml"/><Relationship Id="rId56" Type="http://schemas.openxmlformats.org/officeDocument/2006/relationships/font" Target="fonts/VarelaRound-regular.fntdata"/><Relationship Id="rId15" Type="http://schemas.openxmlformats.org/officeDocument/2006/relationships/slide" Target="slides/slide8.xml"/><Relationship Id="rId59" Type="http://schemas.openxmlformats.org/officeDocument/2006/relationships/font" Target="fonts/RobotoLight-bold.fntdata"/><Relationship Id="rId14" Type="http://schemas.openxmlformats.org/officeDocument/2006/relationships/slide" Target="slides/slide7.xml"/><Relationship Id="rId58" Type="http://schemas.openxmlformats.org/officeDocument/2006/relationships/font" Target="fonts/RobotoLight-regular.fntdata"/><Relationship Id="rId17" Type="http://schemas.openxmlformats.org/officeDocument/2006/relationships/slide" Target="slides/slide10.xml"/><Relationship Id="rId16" Type="http://schemas.openxmlformats.org/officeDocument/2006/relationships/slide" Target="slides/slide9.xml"/><Relationship Id="rId19" Type="http://schemas.openxmlformats.org/officeDocument/2006/relationships/slide" Target="slides/slide12.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317500" lvl="0" marL="457200">
              <a:spcBef>
                <a:spcPts val="0"/>
              </a:spcBef>
              <a:spcAft>
                <a:spcPts val="0"/>
              </a:spcAft>
              <a:buSzPts val="1400"/>
              <a:buChar char="●"/>
              <a:defRPr sz="1100"/>
            </a:lvl1pPr>
            <a:lvl2pPr indent="-317500" lvl="1" marL="914400">
              <a:spcBef>
                <a:spcPts val="0"/>
              </a:spcBef>
              <a:spcAft>
                <a:spcPts val="0"/>
              </a:spcAft>
              <a:buSzPts val="1400"/>
              <a:buChar char="○"/>
              <a:defRPr sz="1100"/>
            </a:lvl2pPr>
            <a:lvl3pPr indent="-317500" lvl="2" marL="1371600">
              <a:spcBef>
                <a:spcPts val="0"/>
              </a:spcBef>
              <a:spcAft>
                <a:spcPts val="0"/>
              </a:spcAft>
              <a:buSzPts val="1400"/>
              <a:buChar char="■"/>
              <a:defRPr sz="1100"/>
            </a:lvl3pPr>
            <a:lvl4pPr indent="-317500" lvl="3" marL="1828800">
              <a:spcBef>
                <a:spcPts val="0"/>
              </a:spcBef>
              <a:spcAft>
                <a:spcPts val="0"/>
              </a:spcAft>
              <a:buSzPts val="1400"/>
              <a:buChar char="●"/>
              <a:defRPr sz="1100"/>
            </a:lvl4pPr>
            <a:lvl5pPr indent="-317500" lvl="4" marL="2286000">
              <a:spcBef>
                <a:spcPts val="0"/>
              </a:spcBef>
              <a:spcAft>
                <a:spcPts val="0"/>
              </a:spcAft>
              <a:buSzPts val="1400"/>
              <a:buChar char="○"/>
              <a:defRPr sz="1100"/>
            </a:lvl5pPr>
            <a:lvl6pPr indent="-317500" lvl="5" marL="2743200">
              <a:spcBef>
                <a:spcPts val="0"/>
              </a:spcBef>
              <a:spcAft>
                <a:spcPts val="0"/>
              </a:spcAft>
              <a:buSzPts val="1400"/>
              <a:buChar char="■"/>
              <a:defRPr sz="1100"/>
            </a:lvl6pPr>
            <a:lvl7pPr indent="-317500" lvl="6" marL="3200400">
              <a:spcBef>
                <a:spcPts val="0"/>
              </a:spcBef>
              <a:spcAft>
                <a:spcPts val="0"/>
              </a:spcAft>
              <a:buSzPts val="1400"/>
              <a:buChar char="●"/>
              <a:defRPr sz="1100"/>
            </a:lvl7pPr>
            <a:lvl8pPr indent="-317500" lvl="7" marL="3657600">
              <a:spcBef>
                <a:spcPts val="0"/>
              </a:spcBef>
              <a:spcAft>
                <a:spcPts val="0"/>
              </a:spcAft>
              <a:buSzPts val="1400"/>
              <a:buChar char="○"/>
              <a:defRPr sz="1100"/>
            </a:lvl8pPr>
            <a:lvl9pPr indent="-317500" lvl="8" marL="4114800">
              <a:spcBef>
                <a:spcPts val="0"/>
              </a:spcBef>
              <a:spcAft>
                <a:spcPts val="0"/>
              </a:spcAft>
              <a:buSzPts val="14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CNChHS8-gO7lqbSYQlH-LxSfJwzyimmYhFJGy6CzZ-g/edit?gid=1618588231#gid=1618588231" TargetMode="Externa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CNChHS8-gO7lqbSYQlH-LxSfJwzyimmYhFJGy6CzZ-g/edit?gid=1975750220#gid=1975750220" TargetMode="Externa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CNChHS8-gO7lqbSYQlH-LxSfJwzyimmYhFJGy6CzZ-g/edit?gid=1307378891#gid=1307378891" TargetMode="Externa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CNChHS8-gO7lqbSYQlH-LxSfJwzyimmYhFJGy6CzZ-g/edit?gid=92554350#gid=92554350" TargetMode="Externa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CNChHS8-gO7lqbSYQlH-LxSfJwzyimmYhFJGy6CzZ-g/edit?gid=1065132173#gid=1065132173" TargetMode="Externa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hyperlink" Target="https://docs.google.com/spreadsheets/d/1CNChHS8-gO7lqbSYQlH-LxSfJwzyimmYhFJGy6CzZ-g/edit?gid=1428278599#gid=1428278599" TargetMode="Externa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8" name="Shape 308"/>
        <p:cNvGrpSpPr/>
        <p:nvPr/>
      </p:nvGrpSpPr>
      <p:grpSpPr>
        <a:xfrm>
          <a:off x="0" y="0"/>
          <a:ext cx="0" cy="0"/>
          <a:chOff x="0" y="0"/>
          <a:chExt cx="0" cy="0"/>
        </a:xfrm>
      </p:grpSpPr>
      <p:sp>
        <p:nvSpPr>
          <p:cNvPr id="309" name="Google Shape;309;g13b4493eaa3_0_15: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10" name="Google Shape;310;g13b4493eaa3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9" name="Shape 319"/>
        <p:cNvGrpSpPr/>
        <p:nvPr/>
      </p:nvGrpSpPr>
      <p:grpSpPr>
        <a:xfrm>
          <a:off x="0" y="0"/>
          <a:ext cx="0" cy="0"/>
          <a:chOff x="0" y="0"/>
          <a:chExt cx="0" cy="0"/>
        </a:xfrm>
      </p:grpSpPr>
      <p:sp>
        <p:nvSpPr>
          <p:cNvPr id="320" name="Google Shape;320;g13b4493eaa3_0_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21" name="Google Shape;321;g13b4493eaa3_0_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2" name="Shape 332"/>
        <p:cNvGrpSpPr/>
        <p:nvPr/>
      </p:nvGrpSpPr>
      <p:grpSpPr>
        <a:xfrm>
          <a:off x="0" y="0"/>
          <a:ext cx="0" cy="0"/>
          <a:chOff x="0" y="0"/>
          <a:chExt cx="0" cy="0"/>
        </a:xfrm>
      </p:grpSpPr>
      <p:sp>
        <p:nvSpPr>
          <p:cNvPr id="333" name="Google Shape;333;g13b4493eaa3_0_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4" name="Google Shape;334;g13b4493eaa3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1" name="Shape 341"/>
        <p:cNvGrpSpPr/>
        <p:nvPr/>
      </p:nvGrpSpPr>
      <p:grpSpPr>
        <a:xfrm>
          <a:off x="0" y="0"/>
          <a:ext cx="0" cy="0"/>
          <a:chOff x="0" y="0"/>
          <a:chExt cx="0" cy="0"/>
        </a:xfrm>
      </p:grpSpPr>
      <p:sp>
        <p:nvSpPr>
          <p:cNvPr id="342" name="Google Shape;342;g13b4493eaa3_0_6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3" name="Google Shape;343;g13b4493eaa3_0_6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3" name="Shape 353"/>
        <p:cNvGrpSpPr/>
        <p:nvPr/>
      </p:nvGrpSpPr>
      <p:grpSpPr>
        <a:xfrm>
          <a:off x="0" y="0"/>
          <a:ext cx="0" cy="0"/>
          <a:chOff x="0" y="0"/>
          <a:chExt cx="0" cy="0"/>
        </a:xfrm>
      </p:grpSpPr>
      <p:sp>
        <p:nvSpPr>
          <p:cNvPr id="354" name="Google Shape;354;SLIDES_API20235951_15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5" name="Google Shape;355;SLIDES_API20235951_15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Tours, Activities &amp; Attractions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4" name="Shape 364"/>
        <p:cNvGrpSpPr/>
        <p:nvPr/>
      </p:nvGrpSpPr>
      <p:grpSpPr>
        <a:xfrm>
          <a:off x="0" y="0"/>
          <a:ext cx="0" cy="0"/>
          <a:chOff x="0" y="0"/>
          <a:chExt cx="0" cy="0"/>
        </a:xfrm>
      </p:grpSpPr>
      <p:sp>
        <p:nvSpPr>
          <p:cNvPr id="365" name="Google Shape;365;g341615818f2_0_92:notes"/>
          <p:cNvSpPr/>
          <p:nvPr>
            <p:ph idx="2" type="sldImg"/>
          </p:nvPr>
        </p:nvSpPr>
        <p:spPr>
          <a:xfrm>
            <a:off x="381175"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366" name="Google Shape;366;g341615818f2_0_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2" name="Shape 372"/>
        <p:cNvGrpSpPr/>
        <p:nvPr/>
      </p:nvGrpSpPr>
      <p:grpSpPr>
        <a:xfrm>
          <a:off x="0" y="0"/>
          <a:ext cx="0" cy="0"/>
          <a:chOff x="0" y="0"/>
          <a:chExt cx="0" cy="0"/>
        </a:xfrm>
      </p:grpSpPr>
      <p:sp>
        <p:nvSpPr>
          <p:cNvPr id="373" name="Google Shape;373;g13b4493eaa3_0_8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4" name="Google Shape;374;g13b4493eaa3_0_8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2" name="Shape 382"/>
        <p:cNvGrpSpPr/>
        <p:nvPr/>
      </p:nvGrpSpPr>
      <p:grpSpPr>
        <a:xfrm>
          <a:off x="0" y="0"/>
          <a:ext cx="0" cy="0"/>
          <a:chOff x="0" y="0"/>
          <a:chExt cx="0" cy="0"/>
        </a:xfrm>
      </p:grpSpPr>
      <p:sp>
        <p:nvSpPr>
          <p:cNvPr id="383" name="Google Shape;383;g341615818f2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4" name="Google Shape;384;g341615818f2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41615818f2_0_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41615818f2_0_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04" name="Shape 404"/>
        <p:cNvGrpSpPr/>
        <p:nvPr/>
      </p:nvGrpSpPr>
      <p:grpSpPr>
        <a:xfrm>
          <a:off x="0" y="0"/>
          <a:ext cx="0" cy="0"/>
          <a:chOff x="0" y="0"/>
          <a:chExt cx="0" cy="0"/>
        </a:xfrm>
      </p:grpSpPr>
      <p:sp>
        <p:nvSpPr>
          <p:cNvPr id="405" name="Google Shape;405;g341615818f2_0_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6" name="Google Shape;406;g341615818f2_0_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5" name="Shape 415"/>
        <p:cNvGrpSpPr/>
        <p:nvPr/>
      </p:nvGrpSpPr>
      <p:grpSpPr>
        <a:xfrm>
          <a:off x="0" y="0"/>
          <a:ext cx="0" cy="0"/>
          <a:chOff x="0" y="0"/>
          <a:chExt cx="0" cy="0"/>
        </a:xfrm>
      </p:grpSpPr>
      <p:sp>
        <p:nvSpPr>
          <p:cNvPr id="416" name="Google Shape;416;g341615818f2_0_10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7" name="Google Shape;417;g341615818f2_0_10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341615818f2_0_1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341615818f2_0_1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7" name="Shape 437"/>
        <p:cNvGrpSpPr/>
        <p:nvPr/>
      </p:nvGrpSpPr>
      <p:grpSpPr>
        <a:xfrm>
          <a:off x="0" y="0"/>
          <a:ext cx="0" cy="0"/>
          <a:chOff x="0" y="0"/>
          <a:chExt cx="0" cy="0"/>
        </a:xfrm>
      </p:grpSpPr>
      <p:sp>
        <p:nvSpPr>
          <p:cNvPr id="438" name="Google Shape;438;g341615818f2_0_1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39" name="Google Shape;439;g341615818f2_0_1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8" name="Shape 448"/>
        <p:cNvGrpSpPr/>
        <p:nvPr/>
      </p:nvGrpSpPr>
      <p:grpSpPr>
        <a:xfrm>
          <a:off x="0" y="0"/>
          <a:ext cx="0" cy="0"/>
          <a:chOff x="0" y="0"/>
          <a:chExt cx="0" cy="0"/>
        </a:xfrm>
      </p:grpSpPr>
      <p:sp>
        <p:nvSpPr>
          <p:cNvPr id="449" name="Google Shape;449;g341615818f2_0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0" name="Google Shape;450;g341615818f2_0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9" name="Shape 459"/>
        <p:cNvGrpSpPr/>
        <p:nvPr/>
      </p:nvGrpSpPr>
      <p:grpSpPr>
        <a:xfrm>
          <a:off x="0" y="0"/>
          <a:ext cx="0" cy="0"/>
          <a:chOff x="0" y="0"/>
          <a:chExt cx="0" cy="0"/>
        </a:xfrm>
      </p:grpSpPr>
      <p:sp>
        <p:nvSpPr>
          <p:cNvPr id="460" name="Google Shape;460;g341615818f2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61" name="Google Shape;461;g341615818f2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341615818f2_0_1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341615818f2_0_1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341615818f2_0_1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341615818f2_0_1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2" name="Shape 492"/>
        <p:cNvGrpSpPr/>
        <p:nvPr/>
      </p:nvGrpSpPr>
      <p:grpSpPr>
        <a:xfrm>
          <a:off x="0" y="0"/>
          <a:ext cx="0" cy="0"/>
          <a:chOff x="0" y="0"/>
          <a:chExt cx="0" cy="0"/>
        </a:xfrm>
      </p:grpSpPr>
      <p:sp>
        <p:nvSpPr>
          <p:cNvPr id="493" name="Google Shape;493;g341615818f2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4" name="Google Shape;494;g341615818f2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3" name="Shape 503"/>
        <p:cNvGrpSpPr/>
        <p:nvPr/>
      </p:nvGrpSpPr>
      <p:grpSpPr>
        <a:xfrm>
          <a:off x="0" y="0"/>
          <a:ext cx="0" cy="0"/>
          <a:chOff x="0" y="0"/>
          <a:chExt cx="0" cy="0"/>
        </a:xfrm>
      </p:grpSpPr>
      <p:sp>
        <p:nvSpPr>
          <p:cNvPr id="504" name="Google Shape;504;g341615818f2_0_2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5" name="Google Shape;505;g341615818f2_0_2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4" name="Shape 514"/>
        <p:cNvGrpSpPr/>
        <p:nvPr/>
      </p:nvGrpSpPr>
      <p:grpSpPr>
        <a:xfrm>
          <a:off x="0" y="0"/>
          <a:ext cx="0" cy="0"/>
          <a:chOff x="0" y="0"/>
          <a:chExt cx="0" cy="0"/>
        </a:xfrm>
      </p:grpSpPr>
      <p:sp>
        <p:nvSpPr>
          <p:cNvPr id="515" name="Google Shape;515;g13b6442f6aa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6" name="Google Shape;516;g13b6442f6aa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4" name="Shape 524"/>
        <p:cNvGrpSpPr/>
        <p:nvPr/>
      </p:nvGrpSpPr>
      <p:grpSpPr>
        <a:xfrm>
          <a:off x="0" y="0"/>
          <a:ext cx="0" cy="0"/>
          <a:chOff x="0" y="0"/>
          <a:chExt cx="0" cy="0"/>
        </a:xfrm>
      </p:grpSpPr>
      <p:sp>
        <p:nvSpPr>
          <p:cNvPr id="525" name="Google Shape;525;g341615818f2_0_58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6" name="Google Shape;526;g341615818f2_0_58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Link to Chart: </a:t>
            </a:r>
            <a:r>
              <a:rPr lang="en" u="sng">
                <a:solidFill>
                  <a:schemeClr val="hlink"/>
                </a:solidFill>
                <a:hlinkClick r:id="rId2"/>
              </a:rPr>
              <a:t>https://docs.google.com/spreadsheets/d/1CNChHS8-gO7lqbSYQlH-LxSfJwzyimmYhFJGy6CzZ-g/edit?gid=1618588231#gid=1618588231</a:t>
            </a:r>
            <a:r>
              <a:rPr lang="en"/>
              <a:t>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4" name="Shape 534"/>
        <p:cNvGrpSpPr/>
        <p:nvPr/>
      </p:nvGrpSpPr>
      <p:grpSpPr>
        <a:xfrm>
          <a:off x="0" y="0"/>
          <a:ext cx="0" cy="0"/>
          <a:chOff x="0" y="0"/>
          <a:chExt cx="0" cy="0"/>
        </a:xfrm>
      </p:grpSpPr>
      <p:sp>
        <p:nvSpPr>
          <p:cNvPr id="535" name="Google Shape;535;g34339c09ead_0_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6" name="Google Shape;536;g34339c09ead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Link to Chart: </a:t>
            </a:r>
            <a:r>
              <a:rPr lang="en" u="sng">
                <a:solidFill>
                  <a:schemeClr val="hlink"/>
                </a:solidFill>
                <a:hlinkClick r:id="rId2"/>
              </a:rPr>
              <a:t>https://docs.google.com/spreadsheets/d/1CNChHS8-gO7lqbSYQlH-LxSfJwzyimmYhFJGy6CzZ-g/edit?gid=1975750220#gid=1975750220</a:t>
            </a:r>
            <a:r>
              <a:rPr lang="en"/>
              <a:t>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4" name="Shape 544"/>
        <p:cNvGrpSpPr/>
        <p:nvPr/>
      </p:nvGrpSpPr>
      <p:grpSpPr>
        <a:xfrm>
          <a:off x="0" y="0"/>
          <a:ext cx="0" cy="0"/>
          <a:chOff x="0" y="0"/>
          <a:chExt cx="0" cy="0"/>
        </a:xfrm>
      </p:grpSpPr>
      <p:sp>
        <p:nvSpPr>
          <p:cNvPr id="545" name="Google Shape;545;g34339c09ead_0_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6" name="Google Shape;546;g34339c09ead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Link to Chart: </a:t>
            </a:r>
            <a:r>
              <a:rPr lang="en" u="sng">
                <a:solidFill>
                  <a:schemeClr val="hlink"/>
                </a:solidFill>
                <a:hlinkClick r:id="rId2"/>
              </a:rPr>
              <a:t>https://docs.google.com/spreadsheets/d/1CNChHS8-gO7lqbSYQlH-LxSfJwzyimmYhFJGy6CzZ-g/edit?gid=1307378891#gid=1307378891</a:t>
            </a:r>
            <a:r>
              <a:rPr lang="en"/>
              <a:t>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4" name="Shape 554"/>
        <p:cNvGrpSpPr/>
        <p:nvPr/>
      </p:nvGrpSpPr>
      <p:grpSpPr>
        <a:xfrm>
          <a:off x="0" y="0"/>
          <a:ext cx="0" cy="0"/>
          <a:chOff x="0" y="0"/>
          <a:chExt cx="0" cy="0"/>
        </a:xfrm>
      </p:grpSpPr>
      <p:sp>
        <p:nvSpPr>
          <p:cNvPr id="555" name="Google Shape;555;g341615818f2_0_7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6" name="Google Shape;556;g341615818f2_0_7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Link to Chart: </a:t>
            </a:r>
            <a:r>
              <a:rPr lang="en" u="sng">
                <a:solidFill>
                  <a:schemeClr val="hlink"/>
                </a:solidFill>
                <a:hlinkClick r:id="rId2"/>
              </a:rPr>
              <a:t>https://docs.google.com/spreadsheets/d/1CNChHS8-gO7lqbSYQlH-LxSfJwzyimmYhFJGy6CzZ-g/edit?gid=92554350#gid=92554350</a:t>
            </a:r>
            <a:r>
              <a:rPr lang="en"/>
              <a:t>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4" name="Shape 564"/>
        <p:cNvGrpSpPr/>
        <p:nvPr/>
      </p:nvGrpSpPr>
      <p:grpSpPr>
        <a:xfrm>
          <a:off x="0" y="0"/>
          <a:ext cx="0" cy="0"/>
          <a:chOff x="0" y="0"/>
          <a:chExt cx="0" cy="0"/>
        </a:xfrm>
      </p:grpSpPr>
      <p:sp>
        <p:nvSpPr>
          <p:cNvPr id="565" name="Google Shape;565;g34339c09ead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6" name="Google Shape;566;g34339c09ead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4" name="Shape 574"/>
        <p:cNvGrpSpPr/>
        <p:nvPr/>
      </p:nvGrpSpPr>
      <p:grpSpPr>
        <a:xfrm>
          <a:off x="0" y="0"/>
          <a:ext cx="0" cy="0"/>
          <a:chOff x="0" y="0"/>
          <a:chExt cx="0" cy="0"/>
        </a:xfrm>
      </p:grpSpPr>
      <p:sp>
        <p:nvSpPr>
          <p:cNvPr id="575" name="Google Shape;575;g34339c09ead_0_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6" name="Google Shape;576;g34339c09ead_0_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Link to Revenue by Category Bar Chart: </a:t>
            </a:r>
            <a:r>
              <a:rPr lang="en" u="sng">
                <a:solidFill>
                  <a:schemeClr val="hlink"/>
                </a:solidFill>
                <a:hlinkClick r:id="rId2"/>
              </a:rPr>
              <a:t>https://docs.google.com/spreadsheets/d/1CNChHS8-gO7lqbSYQlH-LxSfJwzyimmYhFJGy6CzZ-g/edit?gid=1065132173#gid=1065132173</a:t>
            </a:r>
            <a:r>
              <a:rPr lang="en"/>
              <a:t> </a:t>
            </a:r>
            <a:endParaRPr/>
          </a:p>
          <a:p>
            <a:pPr indent="0" lvl="0" marL="0" rtl="0" algn="l">
              <a:spcBef>
                <a:spcPts val="0"/>
              </a:spcBef>
              <a:spcAft>
                <a:spcPts val="0"/>
              </a:spcAft>
              <a:buNone/>
            </a:pPr>
            <a:r>
              <a:rPr lang="en"/>
              <a:t>Link to Top 5 Pages by Revenue Table: https://docs.google.com/spreadsheets/d/1CNChHS8-gO7lqbSYQlH-LxSfJwzyimmYhFJGy6CzZ-g/edit?gid=1611787336#gid=1611787336</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5" name="Shape 585"/>
        <p:cNvGrpSpPr/>
        <p:nvPr/>
      </p:nvGrpSpPr>
      <p:grpSpPr>
        <a:xfrm>
          <a:off x="0" y="0"/>
          <a:ext cx="0" cy="0"/>
          <a:chOff x="0" y="0"/>
          <a:chExt cx="0" cy="0"/>
        </a:xfrm>
      </p:grpSpPr>
      <p:sp>
        <p:nvSpPr>
          <p:cNvPr id="586" name="Google Shape;586;g3477ebbe864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7" name="Google Shape;587;g3477ebbe864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Link to # of Pages Driving Revenue by Category Bar Chart: </a:t>
            </a:r>
            <a:r>
              <a:rPr lang="en" u="sng">
                <a:solidFill>
                  <a:schemeClr val="hlink"/>
                </a:solidFill>
                <a:hlinkClick r:id="rId2"/>
              </a:rPr>
              <a:t>https://docs.google.com/spreadsheets/d/1CNChHS8-gO7lqbSYQlH-LxSfJwzyimmYhFJGy6CzZ-g/edit?gid=1428278599#gid=1428278599</a:t>
            </a:r>
            <a:r>
              <a:rPr lang="en"/>
              <a:t>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5" name="Shape 595"/>
        <p:cNvGrpSpPr/>
        <p:nvPr/>
      </p:nvGrpSpPr>
      <p:grpSpPr>
        <a:xfrm>
          <a:off x="0" y="0"/>
          <a:ext cx="0" cy="0"/>
          <a:chOff x="0" y="0"/>
          <a:chExt cx="0" cy="0"/>
        </a:xfrm>
      </p:grpSpPr>
      <p:sp>
        <p:nvSpPr>
          <p:cNvPr id="596" name="Google Shape;596;g13b6442f6aa_0_1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7" name="Google Shape;597;g13b6442f6aa_0_1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341615818f2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06" name="Google Shape;606;g341615818f2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Full WQA: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3" name="Shape 613"/>
        <p:cNvGrpSpPr/>
        <p:nvPr/>
      </p:nvGrpSpPr>
      <p:grpSpPr>
        <a:xfrm>
          <a:off x="0" y="0"/>
          <a:ext cx="0" cy="0"/>
          <a:chOff x="0" y="0"/>
          <a:chExt cx="0" cy="0"/>
        </a:xfrm>
      </p:grpSpPr>
      <p:sp>
        <p:nvSpPr>
          <p:cNvPr id="614" name="Google Shape;614;g13b6442f6aa_0_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15" name="Google Shape;615;g13b6442f6aa_0_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2" name="Shape 622"/>
        <p:cNvGrpSpPr/>
        <p:nvPr/>
      </p:nvGrpSpPr>
      <p:grpSpPr>
        <a:xfrm>
          <a:off x="0" y="0"/>
          <a:ext cx="0" cy="0"/>
          <a:chOff x="0" y="0"/>
          <a:chExt cx="0" cy="0"/>
        </a:xfrm>
      </p:grpSpPr>
      <p:sp>
        <p:nvSpPr>
          <p:cNvPr id="623" name="Google Shape;623;g13b6442f6aa_0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4" name="Google Shape;624;g13b6442f6aa_0_8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0" name="Shape 630"/>
        <p:cNvGrpSpPr/>
        <p:nvPr/>
      </p:nvGrpSpPr>
      <p:grpSpPr>
        <a:xfrm>
          <a:off x="0" y="0"/>
          <a:ext cx="0" cy="0"/>
          <a:chOff x="0" y="0"/>
          <a:chExt cx="0" cy="0"/>
        </a:xfrm>
      </p:grpSpPr>
      <p:sp>
        <p:nvSpPr>
          <p:cNvPr id="631" name="Google Shape;631;SLIDES_API2023595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2" name="Google Shape;632;SLIDES_API2023595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Tours, Activities &amp; Attractions</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52375" y="2435825"/>
            <a:ext cx="4659000" cy="16104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073763"/>
              </a:buClr>
              <a:buSzPts val="3600"/>
              <a:buFont typeface="Roboto Slab"/>
              <a:buNone/>
              <a:defRPr sz="3600">
                <a:solidFill>
                  <a:srgbClr val="073763"/>
                </a:solidFill>
                <a:latin typeface="Roboto Slab"/>
                <a:ea typeface="Roboto Slab"/>
                <a:cs typeface="Roboto Slab"/>
                <a:sym typeface="Roboto Slab"/>
              </a:defRPr>
            </a:lvl1pPr>
            <a:lvl2pPr lvl="1"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2pPr>
            <a:lvl3pPr lvl="2"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3pPr>
            <a:lvl4pPr lvl="3"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4pPr>
            <a:lvl5pPr lvl="4"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5pPr>
            <a:lvl6pPr lvl="5"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6pPr>
            <a:lvl7pPr lvl="6"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7pPr>
            <a:lvl8pPr lvl="7"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8pPr>
            <a:lvl9pPr lvl="8" rtl="0">
              <a:spcBef>
                <a:spcPts val="0"/>
              </a:spcBef>
              <a:spcAft>
                <a:spcPts val="0"/>
              </a:spcAft>
              <a:buClr>
                <a:srgbClr val="073763"/>
              </a:buClr>
              <a:buSzPts val="4800"/>
              <a:buFont typeface="Roboto"/>
              <a:buNone/>
              <a:defRPr sz="4800">
                <a:solidFill>
                  <a:srgbClr val="073763"/>
                </a:solidFill>
                <a:latin typeface="Roboto"/>
                <a:ea typeface="Roboto"/>
                <a:cs typeface="Roboto"/>
                <a:sym typeface="Roboto"/>
              </a:defRPr>
            </a:lvl9pPr>
          </a:lstStyle>
          <a:p/>
        </p:txBody>
      </p:sp>
      <p:sp>
        <p:nvSpPr>
          <p:cNvPr id="11" name="Google Shape;11;p2"/>
          <p:cNvSpPr/>
          <p:nvPr/>
        </p:nvSpPr>
        <p:spPr>
          <a:xfrm>
            <a:off x="-8100" y="4238450"/>
            <a:ext cx="9160200" cy="9153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 name="Google Shape;12;p2"/>
          <p:cNvSpPr txBox="1"/>
          <p:nvPr>
            <p:ph idx="1" type="subTitle"/>
          </p:nvPr>
        </p:nvSpPr>
        <p:spPr>
          <a:xfrm>
            <a:off x="311700" y="4490950"/>
            <a:ext cx="3576900" cy="458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400"/>
              <a:buFont typeface="Roboto Light"/>
              <a:buNone/>
              <a:defRPr>
                <a:solidFill>
                  <a:srgbClr val="FFFFFF"/>
                </a:solidFill>
                <a:latin typeface="Roboto Light"/>
                <a:ea typeface="Roboto Light"/>
                <a:cs typeface="Roboto Light"/>
                <a:sym typeface="Roboto Light"/>
              </a:defRPr>
            </a:lvl1pPr>
            <a:lvl2pPr lvl="1" rtl="0" algn="ctr">
              <a:lnSpc>
                <a:spcPct val="100000"/>
              </a:lnSpc>
              <a:spcBef>
                <a:spcPts val="0"/>
              </a:spcBef>
              <a:spcAft>
                <a:spcPts val="0"/>
              </a:spcAft>
              <a:buSzPts val="2400"/>
              <a:buFont typeface="Roboto"/>
              <a:buNone/>
              <a:defRPr sz="2400">
                <a:latin typeface="Roboto"/>
                <a:ea typeface="Roboto"/>
                <a:cs typeface="Roboto"/>
                <a:sym typeface="Roboto"/>
              </a:defRPr>
            </a:lvl2pPr>
            <a:lvl3pPr lvl="2" rtl="0" algn="ctr">
              <a:lnSpc>
                <a:spcPct val="100000"/>
              </a:lnSpc>
              <a:spcBef>
                <a:spcPts val="0"/>
              </a:spcBef>
              <a:spcAft>
                <a:spcPts val="0"/>
              </a:spcAft>
              <a:buSzPts val="2400"/>
              <a:buFont typeface="Roboto"/>
              <a:buNone/>
              <a:defRPr sz="2400">
                <a:latin typeface="Roboto"/>
                <a:ea typeface="Roboto"/>
                <a:cs typeface="Roboto"/>
                <a:sym typeface="Roboto"/>
              </a:defRPr>
            </a:lvl3pPr>
            <a:lvl4pPr lvl="3" rtl="0" algn="ctr">
              <a:lnSpc>
                <a:spcPct val="100000"/>
              </a:lnSpc>
              <a:spcBef>
                <a:spcPts val="0"/>
              </a:spcBef>
              <a:spcAft>
                <a:spcPts val="0"/>
              </a:spcAft>
              <a:buSzPts val="2400"/>
              <a:buFont typeface="Roboto"/>
              <a:buNone/>
              <a:defRPr sz="2400">
                <a:latin typeface="Roboto"/>
                <a:ea typeface="Roboto"/>
                <a:cs typeface="Roboto"/>
                <a:sym typeface="Roboto"/>
              </a:defRPr>
            </a:lvl4pPr>
            <a:lvl5pPr lvl="4" rtl="0" algn="ctr">
              <a:lnSpc>
                <a:spcPct val="100000"/>
              </a:lnSpc>
              <a:spcBef>
                <a:spcPts val="0"/>
              </a:spcBef>
              <a:spcAft>
                <a:spcPts val="0"/>
              </a:spcAft>
              <a:buSzPts val="2400"/>
              <a:buFont typeface="Roboto"/>
              <a:buNone/>
              <a:defRPr sz="2400">
                <a:latin typeface="Roboto"/>
                <a:ea typeface="Roboto"/>
                <a:cs typeface="Roboto"/>
                <a:sym typeface="Roboto"/>
              </a:defRPr>
            </a:lvl5pPr>
            <a:lvl6pPr lvl="5" rtl="0" algn="ctr">
              <a:lnSpc>
                <a:spcPct val="100000"/>
              </a:lnSpc>
              <a:spcBef>
                <a:spcPts val="0"/>
              </a:spcBef>
              <a:spcAft>
                <a:spcPts val="0"/>
              </a:spcAft>
              <a:buSzPts val="2400"/>
              <a:buFont typeface="Roboto"/>
              <a:buNone/>
              <a:defRPr sz="2400">
                <a:latin typeface="Roboto"/>
                <a:ea typeface="Roboto"/>
                <a:cs typeface="Roboto"/>
                <a:sym typeface="Roboto"/>
              </a:defRPr>
            </a:lvl6pPr>
            <a:lvl7pPr lvl="6" rtl="0" algn="ctr">
              <a:lnSpc>
                <a:spcPct val="100000"/>
              </a:lnSpc>
              <a:spcBef>
                <a:spcPts val="0"/>
              </a:spcBef>
              <a:spcAft>
                <a:spcPts val="0"/>
              </a:spcAft>
              <a:buSzPts val="2400"/>
              <a:buFont typeface="Roboto"/>
              <a:buNone/>
              <a:defRPr sz="2400">
                <a:latin typeface="Roboto"/>
                <a:ea typeface="Roboto"/>
                <a:cs typeface="Roboto"/>
                <a:sym typeface="Roboto"/>
              </a:defRPr>
            </a:lvl7pPr>
            <a:lvl8pPr lvl="7" rtl="0" algn="ctr">
              <a:lnSpc>
                <a:spcPct val="100000"/>
              </a:lnSpc>
              <a:spcBef>
                <a:spcPts val="0"/>
              </a:spcBef>
              <a:spcAft>
                <a:spcPts val="0"/>
              </a:spcAft>
              <a:buSzPts val="2400"/>
              <a:buFont typeface="Roboto"/>
              <a:buNone/>
              <a:defRPr sz="2400">
                <a:latin typeface="Roboto"/>
                <a:ea typeface="Roboto"/>
                <a:cs typeface="Roboto"/>
                <a:sym typeface="Roboto"/>
              </a:defRPr>
            </a:lvl8pPr>
            <a:lvl9pPr lvl="8" rtl="0" algn="ctr">
              <a:lnSpc>
                <a:spcPct val="100000"/>
              </a:lnSpc>
              <a:spcBef>
                <a:spcPts val="0"/>
              </a:spcBef>
              <a:spcAft>
                <a:spcPts val="0"/>
              </a:spcAft>
              <a:buSzPts val="2400"/>
              <a:buFont typeface="Roboto"/>
              <a:buNone/>
              <a:defRPr sz="2400">
                <a:latin typeface="Roboto"/>
                <a:ea typeface="Roboto"/>
                <a:cs typeface="Roboto"/>
                <a:sym typeface="Roboto"/>
              </a:defRPr>
            </a:lvl9pPr>
          </a:lstStyle>
          <a:p/>
        </p:txBody>
      </p:sp>
      <p:pic>
        <p:nvPicPr>
          <p:cNvPr id="13" name="Google Shape;13;p2"/>
          <p:cNvPicPr preferRelativeResize="0"/>
          <p:nvPr/>
        </p:nvPicPr>
        <p:blipFill>
          <a:blip r:embed="rId2">
            <a:alphaModFix/>
          </a:blip>
          <a:stretch>
            <a:fillRect/>
          </a:stretch>
        </p:blipFill>
        <p:spPr>
          <a:xfrm>
            <a:off x="462650" y="250076"/>
            <a:ext cx="2852902" cy="551300"/>
          </a:xfrm>
          <a:prstGeom prst="rect">
            <a:avLst/>
          </a:prstGeom>
          <a:noFill/>
          <a:ln>
            <a:noFill/>
          </a:ln>
        </p:spPr>
      </p:pic>
      <p:sp>
        <p:nvSpPr>
          <p:cNvPr id="14" name="Google Shape;14;p2"/>
          <p:cNvSpPr txBox="1"/>
          <p:nvPr>
            <p:ph idx="2" type="subTitle"/>
          </p:nvPr>
        </p:nvSpPr>
        <p:spPr>
          <a:xfrm>
            <a:off x="5255750" y="4490950"/>
            <a:ext cx="3576900" cy="4584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1400"/>
              <a:buFont typeface="Roboto Light"/>
              <a:buNone/>
              <a:defRPr>
                <a:solidFill>
                  <a:srgbClr val="FFFFFF"/>
                </a:solidFill>
                <a:latin typeface="Roboto Light"/>
                <a:ea typeface="Roboto Light"/>
                <a:cs typeface="Roboto Light"/>
                <a:sym typeface="Roboto Light"/>
              </a:defRPr>
            </a:lvl1pPr>
            <a:lvl2pPr lvl="1" rtl="0" algn="ctr">
              <a:lnSpc>
                <a:spcPct val="100000"/>
              </a:lnSpc>
              <a:spcBef>
                <a:spcPts val="0"/>
              </a:spcBef>
              <a:spcAft>
                <a:spcPts val="0"/>
              </a:spcAft>
              <a:buSzPts val="2400"/>
              <a:buFont typeface="Roboto"/>
              <a:buNone/>
              <a:defRPr sz="2400">
                <a:latin typeface="Roboto"/>
                <a:ea typeface="Roboto"/>
                <a:cs typeface="Roboto"/>
                <a:sym typeface="Roboto"/>
              </a:defRPr>
            </a:lvl2pPr>
            <a:lvl3pPr lvl="2" rtl="0" algn="ctr">
              <a:lnSpc>
                <a:spcPct val="100000"/>
              </a:lnSpc>
              <a:spcBef>
                <a:spcPts val="0"/>
              </a:spcBef>
              <a:spcAft>
                <a:spcPts val="0"/>
              </a:spcAft>
              <a:buSzPts val="2400"/>
              <a:buFont typeface="Roboto"/>
              <a:buNone/>
              <a:defRPr sz="2400">
                <a:latin typeface="Roboto"/>
                <a:ea typeface="Roboto"/>
                <a:cs typeface="Roboto"/>
                <a:sym typeface="Roboto"/>
              </a:defRPr>
            </a:lvl3pPr>
            <a:lvl4pPr lvl="3" rtl="0" algn="ctr">
              <a:lnSpc>
                <a:spcPct val="100000"/>
              </a:lnSpc>
              <a:spcBef>
                <a:spcPts val="0"/>
              </a:spcBef>
              <a:spcAft>
                <a:spcPts val="0"/>
              </a:spcAft>
              <a:buSzPts val="2400"/>
              <a:buFont typeface="Roboto"/>
              <a:buNone/>
              <a:defRPr sz="2400">
                <a:latin typeface="Roboto"/>
                <a:ea typeface="Roboto"/>
                <a:cs typeface="Roboto"/>
                <a:sym typeface="Roboto"/>
              </a:defRPr>
            </a:lvl4pPr>
            <a:lvl5pPr lvl="4" rtl="0" algn="ctr">
              <a:lnSpc>
                <a:spcPct val="100000"/>
              </a:lnSpc>
              <a:spcBef>
                <a:spcPts val="0"/>
              </a:spcBef>
              <a:spcAft>
                <a:spcPts val="0"/>
              </a:spcAft>
              <a:buSzPts val="2400"/>
              <a:buFont typeface="Roboto"/>
              <a:buNone/>
              <a:defRPr sz="2400">
                <a:latin typeface="Roboto"/>
                <a:ea typeface="Roboto"/>
                <a:cs typeface="Roboto"/>
                <a:sym typeface="Roboto"/>
              </a:defRPr>
            </a:lvl5pPr>
            <a:lvl6pPr lvl="5" rtl="0" algn="ctr">
              <a:lnSpc>
                <a:spcPct val="100000"/>
              </a:lnSpc>
              <a:spcBef>
                <a:spcPts val="0"/>
              </a:spcBef>
              <a:spcAft>
                <a:spcPts val="0"/>
              </a:spcAft>
              <a:buSzPts val="2400"/>
              <a:buFont typeface="Roboto"/>
              <a:buNone/>
              <a:defRPr sz="2400">
                <a:latin typeface="Roboto"/>
                <a:ea typeface="Roboto"/>
                <a:cs typeface="Roboto"/>
                <a:sym typeface="Roboto"/>
              </a:defRPr>
            </a:lvl6pPr>
            <a:lvl7pPr lvl="6" rtl="0" algn="ctr">
              <a:lnSpc>
                <a:spcPct val="100000"/>
              </a:lnSpc>
              <a:spcBef>
                <a:spcPts val="0"/>
              </a:spcBef>
              <a:spcAft>
                <a:spcPts val="0"/>
              </a:spcAft>
              <a:buSzPts val="2400"/>
              <a:buFont typeface="Roboto"/>
              <a:buNone/>
              <a:defRPr sz="2400">
                <a:latin typeface="Roboto"/>
                <a:ea typeface="Roboto"/>
                <a:cs typeface="Roboto"/>
                <a:sym typeface="Roboto"/>
              </a:defRPr>
            </a:lvl7pPr>
            <a:lvl8pPr lvl="7" rtl="0" algn="ctr">
              <a:lnSpc>
                <a:spcPct val="100000"/>
              </a:lnSpc>
              <a:spcBef>
                <a:spcPts val="0"/>
              </a:spcBef>
              <a:spcAft>
                <a:spcPts val="0"/>
              </a:spcAft>
              <a:buSzPts val="2400"/>
              <a:buFont typeface="Roboto"/>
              <a:buNone/>
              <a:defRPr sz="2400">
                <a:latin typeface="Roboto"/>
                <a:ea typeface="Roboto"/>
                <a:cs typeface="Roboto"/>
                <a:sym typeface="Roboto"/>
              </a:defRPr>
            </a:lvl8pPr>
            <a:lvl9pPr lvl="8" rtl="0" algn="ctr">
              <a:lnSpc>
                <a:spcPct val="100000"/>
              </a:lnSpc>
              <a:spcBef>
                <a:spcPts val="0"/>
              </a:spcBef>
              <a:spcAft>
                <a:spcPts val="0"/>
              </a:spcAft>
              <a:buSzPts val="2400"/>
              <a:buFont typeface="Roboto"/>
              <a:buNone/>
              <a:defRPr sz="2400">
                <a:latin typeface="Roboto"/>
                <a:ea typeface="Roboto"/>
                <a:cs typeface="Roboto"/>
                <a:sym typeface="Roboto"/>
              </a:defRPr>
            </a:lvl9pPr>
          </a:lstStyle>
          <a:p/>
        </p:txBody>
      </p:sp>
      <p:sp>
        <p:nvSpPr>
          <p:cNvPr id="15" name="Google Shape;15;p2"/>
          <p:cNvSpPr/>
          <p:nvPr/>
        </p:nvSpPr>
        <p:spPr>
          <a:xfrm>
            <a:off x="-8100" y="4238450"/>
            <a:ext cx="2227500" cy="73200"/>
          </a:xfrm>
          <a:prstGeom prst="rect">
            <a:avLst/>
          </a:prstGeom>
          <a:solidFill>
            <a:srgbClr val="1155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 name="Google Shape;16;p2"/>
          <p:cNvSpPr/>
          <p:nvPr/>
        </p:nvSpPr>
        <p:spPr>
          <a:xfrm>
            <a:off x="2219275" y="4238438"/>
            <a:ext cx="2278200" cy="73200"/>
          </a:xfrm>
          <a:prstGeom prst="rect">
            <a:avLst/>
          </a:prstGeom>
          <a:solidFill>
            <a:srgbClr val="F1C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7" name="Google Shape;17;p2"/>
          <p:cNvSpPr/>
          <p:nvPr/>
        </p:nvSpPr>
        <p:spPr>
          <a:xfrm>
            <a:off x="4497575" y="4238450"/>
            <a:ext cx="2241900" cy="73200"/>
          </a:xfrm>
          <a:prstGeom prst="rect">
            <a:avLst/>
          </a:prstGeom>
          <a:solidFill>
            <a:srgbClr val="CC00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8" name="Google Shape;18;p2"/>
          <p:cNvSpPr/>
          <p:nvPr/>
        </p:nvSpPr>
        <p:spPr>
          <a:xfrm>
            <a:off x="6739575" y="4238450"/>
            <a:ext cx="2404500" cy="73200"/>
          </a:xfrm>
          <a:prstGeom prst="rect">
            <a:avLst/>
          </a:prstGeom>
          <a:solidFill>
            <a:srgbClr val="6AA8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9" name="Shape 19"/>
        <p:cNvGrpSpPr/>
        <p:nvPr/>
      </p:nvGrpSpPr>
      <p:grpSpPr>
        <a:xfrm>
          <a:off x="0" y="0"/>
          <a:ext cx="0" cy="0"/>
          <a:chOff x="0" y="0"/>
          <a:chExt cx="0" cy="0"/>
        </a:xfrm>
      </p:grpSpPr>
      <p:sp>
        <p:nvSpPr>
          <p:cNvPr id="20" name="Google Shape;20;p3"/>
          <p:cNvSpPr txBox="1"/>
          <p:nvPr>
            <p:ph type="title"/>
          </p:nvPr>
        </p:nvSpPr>
        <p:spPr>
          <a:xfrm>
            <a:off x="311700" y="68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1" name="Google Shape;21;p3"/>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22" name="Google Shape;22;p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3" name="Google Shape;23;p3"/>
          <p:cNvSpPr/>
          <p:nvPr/>
        </p:nvSpPr>
        <p:spPr>
          <a:xfrm>
            <a:off x="50" y="0"/>
            <a:ext cx="9144000" cy="6996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 name="Google Shape;24;p3"/>
          <p:cNvSpPr txBox="1"/>
          <p:nvPr>
            <p:ph idx="2" type="title"/>
          </p:nvPr>
        </p:nvSpPr>
        <p:spPr>
          <a:xfrm>
            <a:off x="311700" y="6875"/>
            <a:ext cx="8520600" cy="6195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5" name="Google Shape;25;p3"/>
          <p:cNvSpPr/>
          <p:nvPr/>
        </p:nvSpPr>
        <p:spPr>
          <a:xfrm>
            <a:off x="0" y="626375"/>
            <a:ext cx="9144000" cy="73200"/>
          </a:xfrm>
          <a:prstGeom prst="rect">
            <a:avLst/>
          </a:prstGeom>
          <a:solidFill>
            <a:srgbClr val="1155CC"/>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2">
    <p:spTree>
      <p:nvGrpSpPr>
        <p:cNvPr id="26" name="Shape 26"/>
        <p:cNvGrpSpPr/>
        <p:nvPr/>
      </p:nvGrpSpPr>
      <p:grpSpPr>
        <a:xfrm>
          <a:off x="0" y="0"/>
          <a:ext cx="0" cy="0"/>
          <a:chOff x="0" y="0"/>
          <a:chExt cx="0" cy="0"/>
        </a:xfrm>
      </p:grpSpPr>
      <p:sp>
        <p:nvSpPr>
          <p:cNvPr id="27" name="Google Shape;27;p4"/>
          <p:cNvSpPr txBox="1"/>
          <p:nvPr>
            <p:ph type="title"/>
          </p:nvPr>
        </p:nvSpPr>
        <p:spPr>
          <a:xfrm>
            <a:off x="311700" y="68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28" name="Google Shape;28;p4"/>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29" name="Google Shape;29;p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0" name="Google Shape;30;p4"/>
          <p:cNvSpPr/>
          <p:nvPr/>
        </p:nvSpPr>
        <p:spPr>
          <a:xfrm>
            <a:off x="50" y="0"/>
            <a:ext cx="9144000" cy="6996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 name="Google Shape;31;p4"/>
          <p:cNvSpPr txBox="1"/>
          <p:nvPr>
            <p:ph idx="2" type="title"/>
          </p:nvPr>
        </p:nvSpPr>
        <p:spPr>
          <a:xfrm>
            <a:off x="311700" y="6875"/>
            <a:ext cx="8520600" cy="6195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2" name="Google Shape;32;p4"/>
          <p:cNvSpPr/>
          <p:nvPr/>
        </p:nvSpPr>
        <p:spPr>
          <a:xfrm>
            <a:off x="0" y="626375"/>
            <a:ext cx="9144000" cy="73200"/>
          </a:xfrm>
          <a:prstGeom prst="rect">
            <a:avLst/>
          </a:prstGeom>
          <a:solidFill>
            <a:srgbClr val="F1C23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1">
  <p:cSld name="TITLE_AND_BODY_2_1">
    <p:spTree>
      <p:nvGrpSpPr>
        <p:cNvPr id="33" name="Shape 33"/>
        <p:cNvGrpSpPr/>
        <p:nvPr/>
      </p:nvGrpSpPr>
      <p:grpSpPr>
        <a:xfrm>
          <a:off x="0" y="0"/>
          <a:ext cx="0" cy="0"/>
          <a:chOff x="0" y="0"/>
          <a:chExt cx="0" cy="0"/>
        </a:xfrm>
      </p:grpSpPr>
      <p:sp>
        <p:nvSpPr>
          <p:cNvPr id="34" name="Google Shape;34;p5"/>
          <p:cNvSpPr txBox="1"/>
          <p:nvPr>
            <p:ph type="title"/>
          </p:nvPr>
        </p:nvSpPr>
        <p:spPr>
          <a:xfrm>
            <a:off x="311700" y="68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5" name="Google Shape;35;p5"/>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36" name="Google Shape;36;p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37" name="Google Shape;37;p5"/>
          <p:cNvSpPr/>
          <p:nvPr/>
        </p:nvSpPr>
        <p:spPr>
          <a:xfrm>
            <a:off x="50" y="0"/>
            <a:ext cx="9144000" cy="6996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 name="Google Shape;38;p5"/>
          <p:cNvSpPr txBox="1"/>
          <p:nvPr>
            <p:ph idx="2" type="title"/>
          </p:nvPr>
        </p:nvSpPr>
        <p:spPr>
          <a:xfrm>
            <a:off x="311700" y="6875"/>
            <a:ext cx="8520600" cy="6195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39" name="Google Shape;39;p5"/>
          <p:cNvSpPr/>
          <p:nvPr/>
        </p:nvSpPr>
        <p:spPr>
          <a:xfrm>
            <a:off x="0" y="626375"/>
            <a:ext cx="9144000" cy="73200"/>
          </a:xfrm>
          <a:prstGeom prst="rect">
            <a:avLst/>
          </a:prstGeom>
          <a:solidFill>
            <a:srgbClr val="A61C00"/>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1 1">
  <p:cSld name="TITLE_AND_BODY_2_1_1">
    <p:spTree>
      <p:nvGrpSpPr>
        <p:cNvPr id="40" name="Shape 40"/>
        <p:cNvGrpSpPr/>
        <p:nvPr/>
      </p:nvGrpSpPr>
      <p:grpSpPr>
        <a:xfrm>
          <a:off x="0" y="0"/>
          <a:ext cx="0" cy="0"/>
          <a:chOff x="0" y="0"/>
          <a:chExt cx="0" cy="0"/>
        </a:xfrm>
      </p:grpSpPr>
      <p:sp>
        <p:nvSpPr>
          <p:cNvPr id="41" name="Google Shape;41;p6"/>
          <p:cNvSpPr txBox="1"/>
          <p:nvPr>
            <p:ph type="title"/>
          </p:nvPr>
        </p:nvSpPr>
        <p:spPr>
          <a:xfrm>
            <a:off x="311700" y="68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2" name="Google Shape;42;p6"/>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43" name="Google Shape;43;p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44" name="Google Shape;44;p6"/>
          <p:cNvSpPr/>
          <p:nvPr/>
        </p:nvSpPr>
        <p:spPr>
          <a:xfrm>
            <a:off x="50" y="0"/>
            <a:ext cx="9144000" cy="6996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 name="Google Shape;45;p6"/>
          <p:cNvSpPr txBox="1"/>
          <p:nvPr>
            <p:ph idx="2" type="title"/>
          </p:nvPr>
        </p:nvSpPr>
        <p:spPr>
          <a:xfrm>
            <a:off x="311700" y="6875"/>
            <a:ext cx="8520600" cy="619500"/>
          </a:xfrm>
          <a:prstGeom prst="rect">
            <a:avLst/>
          </a:prstGeom>
        </p:spPr>
        <p:txBody>
          <a:bodyPr anchorCtr="0" anchor="ctr" bIns="91425" lIns="91425" spcFirstLastPara="1" rIns="91425" wrap="square" tIns="91425">
            <a:no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46" name="Google Shape;46;p6"/>
          <p:cNvSpPr/>
          <p:nvPr/>
        </p:nvSpPr>
        <p:spPr>
          <a:xfrm>
            <a:off x="0" y="626375"/>
            <a:ext cx="9144000" cy="73200"/>
          </a:xfrm>
          <a:prstGeom prst="rect">
            <a:avLst/>
          </a:prstGeom>
          <a:solidFill>
            <a:srgbClr val="6AA84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47" name="Shape 47"/>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1">
  <p:cSld name="MAIN_POINT_1">
    <p:spTree>
      <p:nvGrpSpPr>
        <p:cNvPr id="48" name="Shape 48"/>
        <p:cNvGrpSpPr/>
        <p:nvPr/>
      </p:nvGrpSpPr>
      <p:grpSpPr>
        <a:xfrm>
          <a:off x="0" y="0"/>
          <a:ext cx="0" cy="0"/>
          <a:chOff x="0" y="0"/>
          <a:chExt cx="0" cy="0"/>
        </a:xfrm>
      </p:grpSpPr>
      <p:sp>
        <p:nvSpPr>
          <p:cNvPr id="49" name="Google Shape;49;p8"/>
          <p:cNvSpPr/>
          <p:nvPr/>
        </p:nvSpPr>
        <p:spPr>
          <a:xfrm>
            <a:off x="1643325" y="667100"/>
            <a:ext cx="5963100" cy="3953700"/>
          </a:xfrm>
          <a:prstGeom prst="rect">
            <a:avLst/>
          </a:prstGeom>
          <a:solidFill>
            <a:srgbClr val="FFFFFF"/>
          </a:solidFill>
          <a:ln cap="flat" cmpd="sng" w="9525">
            <a:solidFill>
              <a:srgbClr val="D9D9D9"/>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 name="Google Shape;50;p8"/>
          <p:cNvSpPr txBox="1"/>
          <p:nvPr/>
        </p:nvSpPr>
        <p:spPr>
          <a:xfrm>
            <a:off x="2025675" y="935550"/>
            <a:ext cx="5255400" cy="3400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a:latin typeface="Roboto"/>
                <a:ea typeface="Roboto"/>
                <a:cs typeface="Roboto"/>
                <a:sym typeface="Roboto"/>
              </a:rPr>
              <a:t>Text goes here.</a:t>
            </a:r>
            <a:endParaRPr>
              <a:latin typeface="Roboto"/>
              <a:ea typeface="Roboto"/>
              <a:cs typeface="Roboto"/>
              <a:sym typeface="Roboto"/>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51" name="Shape 51"/>
        <p:cNvGrpSpPr/>
        <p:nvPr/>
      </p:nvGrpSpPr>
      <p:grpSpPr>
        <a:xfrm>
          <a:off x="0" y="0"/>
          <a:ext cx="0" cy="0"/>
          <a:chOff x="0" y="0"/>
          <a:chExt cx="0" cy="0"/>
        </a:xfrm>
      </p:grpSpPr>
      <p:sp>
        <p:nvSpPr>
          <p:cNvPr id="52" name="Google Shape;52;p9"/>
          <p:cNvSpPr/>
          <p:nvPr/>
        </p:nvSpPr>
        <p:spPr>
          <a:xfrm>
            <a:off x="4572000" y="-125"/>
            <a:ext cx="4572000" cy="5143500"/>
          </a:xfrm>
          <a:prstGeom prst="rect">
            <a:avLst/>
          </a:prstGeom>
          <a:solidFill>
            <a:srgbClr val="073763"/>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3" name="Google Shape;53;p9"/>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54" name="Google Shape;54;p9"/>
          <p:cNvSpPr txBox="1"/>
          <p:nvPr>
            <p:ph idx="1" type="subTitle"/>
          </p:nvPr>
        </p:nvSpPr>
        <p:spPr>
          <a:xfrm>
            <a:off x="265500" y="175400"/>
            <a:ext cx="4045200" cy="12351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073763"/>
              </a:buClr>
              <a:buSzPts val="2100"/>
              <a:buFont typeface="Roboto Slab"/>
              <a:buNone/>
              <a:defRPr sz="2100">
                <a:solidFill>
                  <a:srgbClr val="073763"/>
                </a:solidFill>
                <a:latin typeface="Roboto Slab"/>
                <a:ea typeface="Roboto Slab"/>
                <a:cs typeface="Roboto Slab"/>
                <a:sym typeface="Roboto Slab"/>
              </a:defRPr>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55" name="Google Shape;55;p9"/>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17500" lvl="0" marL="457200" rtl="0">
              <a:spcBef>
                <a:spcPts val="0"/>
              </a:spcBef>
              <a:spcAft>
                <a:spcPts val="0"/>
              </a:spcAft>
              <a:buClr>
                <a:srgbClr val="FFFFFF"/>
              </a:buClr>
              <a:buSzPts val="1400"/>
              <a:buFont typeface="Roboto"/>
              <a:buChar char="●"/>
              <a:defRPr sz="1400">
                <a:solidFill>
                  <a:srgbClr val="FFFFFF"/>
                </a:solidFill>
                <a:latin typeface="Roboto"/>
                <a:ea typeface="Roboto"/>
                <a:cs typeface="Roboto"/>
                <a:sym typeface="Roboto"/>
              </a:defRPr>
            </a:lvl1pPr>
            <a:lvl2pPr indent="-317500" lvl="1" marL="9144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2pPr>
            <a:lvl3pPr indent="-317500" lvl="2" marL="13716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3pPr>
            <a:lvl4pPr indent="-317500" lvl="3" marL="18288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4pPr>
            <a:lvl5pPr indent="-317500" lvl="4" marL="22860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5pPr>
            <a:lvl6pPr indent="-317500" lvl="5" marL="27432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6pPr>
            <a:lvl7pPr indent="-317500" lvl="6" marL="32004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7pPr>
            <a:lvl8pPr indent="-317500" lvl="7" marL="3657600" rtl="0">
              <a:spcBef>
                <a:spcPts val="1600"/>
              </a:spcBef>
              <a:spcAft>
                <a:spcPts val="0"/>
              </a:spcAft>
              <a:buClr>
                <a:srgbClr val="FFFFFF"/>
              </a:buClr>
              <a:buSzPts val="1400"/>
              <a:buFont typeface="Roboto"/>
              <a:buChar char="○"/>
              <a:defRPr>
                <a:solidFill>
                  <a:srgbClr val="FFFFFF"/>
                </a:solidFill>
                <a:latin typeface="Roboto"/>
                <a:ea typeface="Roboto"/>
                <a:cs typeface="Roboto"/>
                <a:sym typeface="Roboto"/>
              </a:defRPr>
            </a:lvl8pPr>
            <a:lvl9pPr indent="-317500" lvl="8" marL="4114800" rtl="0">
              <a:spcBef>
                <a:spcPts val="1600"/>
              </a:spcBef>
              <a:spcAft>
                <a:spcPts val="1600"/>
              </a:spcAft>
              <a:buClr>
                <a:srgbClr val="FFFFFF"/>
              </a:buClr>
              <a:buSzPts val="1400"/>
              <a:buFont typeface="Roboto"/>
              <a:buChar char="■"/>
              <a:defRPr>
                <a:solidFill>
                  <a:srgbClr val="FFFFFF"/>
                </a:solidFill>
                <a:latin typeface="Roboto"/>
                <a:ea typeface="Roboto"/>
                <a:cs typeface="Roboto"/>
                <a:sym typeface="Roboto"/>
              </a:defRPr>
            </a:lvl9pPr>
          </a:lstStyle>
          <a:p/>
        </p:txBody>
      </p:sp>
      <p:sp>
        <p:nvSpPr>
          <p:cNvPr id="56" name="Google Shape;56;p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57" name="Shape 57"/>
        <p:cNvGrpSpPr/>
        <p:nvPr/>
      </p:nvGrpSpPr>
      <p:grpSpPr>
        <a:xfrm>
          <a:off x="0" y="0"/>
          <a:ext cx="0" cy="0"/>
          <a:chOff x="0" y="0"/>
          <a:chExt cx="0" cy="0"/>
        </a:xfrm>
      </p:grpSpPr>
      <p:sp>
        <p:nvSpPr>
          <p:cNvPr id="58" name="Google Shape;58;p10"/>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rtl="0" algn="ctr">
              <a:spcBef>
                <a:spcPts val="0"/>
              </a:spcBef>
              <a:spcAft>
                <a:spcPts val="0"/>
              </a:spcAft>
              <a:buSzPts val="3600"/>
              <a:buFont typeface="Varela Round"/>
              <a:buNone/>
              <a:defRPr sz="3600">
                <a:latin typeface="Varela Round"/>
                <a:ea typeface="Varela Round"/>
                <a:cs typeface="Varela Round"/>
                <a:sym typeface="Varela Round"/>
              </a:defRPr>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59" name="Google Shape;59;p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60" name="Shape 60"/>
        <p:cNvGrpSpPr/>
        <p:nvPr/>
      </p:nvGrpSpPr>
      <p:grpSpPr>
        <a:xfrm>
          <a:off x="0" y="0"/>
          <a:ext cx="0" cy="0"/>
          <a:chOff x="0" y="0"/>
          <a:chExt cx="0" cy="0"/>
        </a:xfrm>
      </p:grpSpPr>
      <p:sp>
        <p:nvSpPr>
          <p:cNvPr id="61" name="Google Shape;61;p11"/>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Varela Round"/>
              <a:buNone/>
              <a:defRPr>
                <a:latin typeface="Varela Round"/>
                <a:ea typeface="Varela Round"/>
                <a:cs typeface="Varela Round"/>
                <a:sym typeface="Varela Rou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62" name="Google Shape;62;p11"/>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Char char="●"/>
              <a:defRPr sz="1400">
                <a:solidFill>
                  <a:srgbClr val="000000"/>
                </a:solidFill>
              </a:defRPr>
            </a:lvl1pPr>
            <a:lvl2pPr indent="-317500" lvl="1" marL="914400" rtl="0">
              <a:spcBef>
                <a:spcPts val="1600"/>
              </a:spcBef>
              <a:spcAft>
                <a:spcPts val="0"/>
              </a:spcAft>
              <a:buClr>
                <a:srgbClr val="000000"/>
              </a:buClr>
              <a:buSzPts val="1400"/>
              <a:buChar char="○"/>
              <a:defRPr>
                <a:solidFill>
                  <a:srgbClr val="000000"/>
                </a:solidFill>
              </a:defRPr>
            </a:lvl2pPr>
            <a:lvl3pPr indent="-317500" lvl="2" marL="1371600" rtl="0">
              <a:spcBef>
                <a:spcPts val="1600"/>
              </a:spcBef>
              <a:spcAft>
                <a:spcPts val="0"/>
              </a:spcAft>
              <a:buClr>
                <a:srgbClr val="000000"/>
              </a:buClr>
              <a:buSzPts val="1400"/>
              <a:buChar char="■"/>
              <a:defRPr>
                <a:solidFill>
                  <a:srgbClr val="000000"/>
                </a:solidFill>
              </a:defRPr>
            </a:lvl3pPr>
            <a:lvl4pPr indent="-317500" lvl="3" marL="1828800" rtl="0">
              <a:spcBef>
                <a:spcPts val="1600"/>
              </a:spcBef>
              <a:spcAft>
                <a:spcPts val="0"/>
              </a:spcAft>
              <a:buClr>
                <a:srgbClr val="000000"/>
              </a:buClr>
              <a:buSzPts val="1400"/>
              <a:buChar char="●"/>
              <a:defRPr>
                <a:solidFill>
                  <a:srgbClr val="000000"/>
                </a:solidFill>
              </a:defRPr>
            </a:lvl4pPr>
            <a:lvl5pPr indent="-317500" lvl="4" marL="2286000" rtl="0">
              <a:spcBef>
                <a:spcPts val="1600"/>
              </a:spcBef>
              <a:spcAft>
                <a:spcPts val="0"/>
              </a:spcAft>
              <a:buClr>
                <a:srgbClr val="000000"/>
              </a:buClr>
              <a:buSzPts val="1400"/>
              <a:buChar char="○"/>
              <a:defRPr>
                <a:solidFill>
                  <a:srgbClr val="000000"/>
                </a:solidFill>
              </a:defRPr>
            </a:lvl5pPr>
            <a:lvl6pPr indent="-317500" lvl="5" marL="2743200" rtl="0">
              <a:spcBef>
                <a:spcPts val="1600"/>
              </a:spcBef>
              <a:spcAft>
                <a:spcPts val="0"/>
              </a:spcAft>
              <a:buClr>
                <a:srgbClr val="000000"/>
              </a:buClr>
              <a:buSzPts val="1400"/>
              <a:buChar char="■"/>
              <a:defRPr>
                <a:solidFill>
                  <a:srgbClr val="000000"/>
                </a:solidFill>
              </a:defRPr>
            </a:lvl6pPr>
            <a:lvl7pPr indent="-317500" lvl="6" marL="3200400" rtl="0">
              <a:spcBef>
                <a:spcPts val="1600"/>
              </a:spcBef>
              <a:spcAft>
                <a:spcPts val="0"/>
              </a:spcAft>
              <a:buClr>
                <a:srgbClr val="000000"/>
              </a:buClr>
              <a:buSzPts val="1400"/>
              <a:buChar char="●"/>
              <a:defRPr>
                <a:solidFill>
                  <a:srgbClr val="000000"/>
                </a:solidFill>
              </a:defRPr>
            </a:lvl7pPr>
            <a:lvl8pPr indent="-317500" lvl="7" marL="3657600" rtl="0">
              <a:spcBef>
                <a:spcPts val="1600"/>
              </a:spcBef>
              <a:spcAft>
                <a:spcPts val="0"/>
              </a:spcAft>
              <a:buClr>
                <a:srgbClr val="000000"/>
              </a:buClr>
              <a:buSzPts val="1400"/>
              <a:buChar char="○"/>
              <a:defRPr>
                <a:solidFill>
                  <a:srgbClr val="000000"/>
                </a:solidFill>
              </a:defRPr>
            </a:lvl8pPr>
            <a:lvl9pPr indent="-317500" lvl="8" marL="4114800" rtl="0">
              <a:spcBef>
                <a:spcPts val="1600"/>
              </a:spcBef>
              <a:spcAft>
                <a:spcPts val="1600"/>
              </a:spcAft>
              <a:buClr>
                <a:srgbClr val="000000"/>
              </a:buClr>
              <a:buSzPts val="1400"/>
              <a:buChar char="■"/>
              <a:defRPr>
                <a:solidFill>
                  <a:srgbClr val="000000"/>
                </a:solidFill>
              </a:defRPr>
            </a:lvl9pPr>
          </a:lstStyle>
          <a:p/>
        </p:txBody>
      </p:sp>
      <p:sp>
        <p:nvSpPr>
          <p:cNvPr id="63" name="Google Shape;63;p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64" name="Google Shape;64;p11"/>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5" name="Shape 65"/>
        <p:cNvGrpSpPr/>
        <p:nvPr/>
      </p:nvGrpSpPr>
      <p:grpSpPr>
        <a:xfrm>
          <a:off x="0" y="0"/>
          <a:ext cx="0" cy="0"/>
          <a:chOff x="0" y="0"/>
          <a:chExt cx="0" cy="0"/>
        </a:xfrm>
      </p:grpSpPr>
      <p:sp>
        <p:nvSpPr>
          <p:cNvPr id="66" name="Google Shape;66;p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1">
  <p:cSld name="TITLE_1">
    <p:spTree>
      <p:nvGrpSpPr>
        <p:cNvPr id="67" name="Shape 67"/>
        <p:cNvGrpSpPr/>
        <p:nvPr/>
      </p:nvGrpSpPr>
      <p:grpSpPr>
        <a:xfrm>
          <a:off x="0" y="0"/>
          <a:ext cx="0" cy="0"/>
          <a:chOff x="0" y="0"/>
          <a:chExt cx="0" cy="0"/>
        </a:xfrm>
      </p:grpSpPr>
      <p:sp>
        <p:nvSpPr>
          <p:cNvPr id="68" name="Google Shape;68;p13"/>
          <p:cNvSpPr txBox="1"/>
          <p:nvPr>
            <p:ph type="ctrTitle"/>
          </p:nvPr>
        </p:nvSpPr>
        <p:spPr>
          <a:xfrm>
            <a:off x="311708" y="194472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3600"/>
              <a:buFont typeface="Roboto"/>
              <a:buNone/>
              <a:defRPr b="1" sz="3600">
                <a:solidFill>
                  <a:srgbClr val="FFFFFF"/>
                </a:solidFill>
                <a:latin typeface="Roboto"/>
                <a:ea typeface="Roboto"/>
                <a:cs typeface="Roboto"/>
                <a:sym typeface="Roboto"/>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69" name="Google Shape;69;p13"/>
          <p:cNvSpPr txBox="1"/>
          <p:nvPr>
            <p:ph idx="1" type="subTitle"/>
          </p:nvPr>
        </p:nvSpPr>
        <p:spPr>
          <a:xfrm>
            <a:off x="311700" y="4167625"/>
            <a:ext cx="85206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2400"/>
              <a:buFont typeface="Roboto"/>
              <a:buNone/>
              <a:defRPr sz="2400">
                <a:solidFill>
                  <a:srgbClr val="FFFFFF"/>
                </a:solidFill>
                <a:latin typeface="Roboto"/>
                <a:ea typeface="Roboto"/>
                <a:cs typeface="Roboto"/>
                <a:sym typeface="Roboto"/>
              </a:defRPr>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70" name="Google Shape;70;p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71" name="Google Shape;71;p13"/>
          <p:cNvPicPr preferRelativeResize="0"/>
          <p:nvPr/>
        </p:nvPicPr>
        <p:blipFill>
          <a:blip r:embed="rId2">
            <a:alphaModFix/>
          </a:blip>
          <a:stretch>
            <a:fillRect/>
          </a:stretch>
        </p:blipFill>
        <p:spPr>
          <a:xfrm>
            <a:off x="6920757" y="213350"/>
            <a:ext cx="2036547" cy="393600"/>
          </a:xfrm>
          <a:prstGeom prst="rect">
            <a:avLst/>
          </a:prstGeom>
          <a:noFill/>
          <a:ln>
            <a:noFill/>
          </a:ln>
        </p:spPr>
      </p:pic>
      <p:cxnSp>
        <p:nvCxnSpPr>
          <p:cNvPr id="72" name="Google Shape;72;p13"/>
          <p:cNvCxnSpPr/>
          <p:nvPr/>
        </p:nvCxnSpPr>
        <p:spPr>
          <a:xfrm>
            <a:off x="470525" y="40424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73" name="Shape 73"/>
        <p:cNvGrpSpPr/>
        <p:nvPr/>
      </p:nvGrpSpPr>
      <p:grpSpPr>
        <a:xfrm>
          <a:off x="0" y="0"/>
          <a:ext cx="0" cy="0"/>
          <a:chOff x="0" y="0"/>
          <a:chExt cx="0" cy="0"/>
        </a:xfrm>
      </p:grpSpPr>
      <p:sp>
        <p:nvSpPr>
          <p:cNvPr id="74" name="Google Shape;74;p14"/>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SzPts val="1400"/>
              <a:buNone/>
              <a:defRPr/>
            </a:lvl1pPr>
          </a:lstStyle>
          <a:p/>
        </p:txBody>
      </p:sp>
      <p:sp>
        <p:nvSpPr>
          <p:cNvPr id="75" name="Google Shape;75;p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3">
  <p:cSld name="TITLE_AND_BODY_3">
    <p:spTree>
      <p:nvGrpSpPr>
        <p:cNvPr id="76" name="Shape 76"/>
        <p:cNvGrpSpPr/>
        <p:nvPr/>
      </p:nvGrpSpPr>
      <p:grpSpPr>
        <a:xfrm>
          <a:off x="0" y="0"/>
          <a:ext cx="0" cy="0"/>
          <a:chOff x="0" y="0"/>
          <a:chExt cx="0" cy="0"/>
        </a:xfrm>
      </p:grpSpPr>
      <p:sp>
        <p:nvSpPr>
          <p:cNvPr id="77" name="Google Shape;77;p15"/>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Varela Round"/>
              <a:buNone/>
              <a:defRPr>
                <a:latin typeface="Varela Round"/>
                <a:ea typeface="Varela Round"/>
                <a:cs typeface="Varela Round"/>
                <a:sym typeface="Varela Rou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78" name="Google Shape;78;p15"/>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Char char="●"/>
              <a:defRPr sz="1400">
                <a:solidFill>
                  <a:srgbClr val="000000"/>
                </a:solidFill>
              </a:defRPr>
            </a:lvl1pPr>
            <a:lvl2pPr indent="-317500" lvl="1" marL="914400" rtl="0">
              <a:spcBef>
                <a:spcPts val="1600"/>
              </a:spcBef>
              <a:spcAft>
                <a:spcPts val="0"/>
              </a:spcAft>
              <a:buClr>
                <a:srgbClr val="000000"/>
              </a:buClr>
              <a:buSzPts val="1400"/>
              <a:buChar char="○"/>
              <a:defRPr>
                <a:solidFill>
                  <a:srgbClr val="000000"/>
                </a:solidFill>
              </a:defRPr>
            </a:lvl2pPr>
            <a:lvl3pPr indent="-317500" lvl="2" marL="1371600" rtl="0">
              <a:spcBef>
                <a:spcPts val="1600"/>
              </a:spcBef>
              <a:spcAft>
                <a:spcPts val="0"/>
              </a:spcAft>
              <a:buClr>
                <a:srgbClr val="000000"/>
              </a:buClr>
              <a:buSzPts val="1400"/>
              <a:buChar char="■"/>
              <a:defRPr>
                <a:solidFill>
                  <a:srgbClr val="000000"/>
                </a:solidFill>
              </a:defRPr>
            </a:lvl3pPr>
            <a:lvl4pPr indent="-317500" lvl="3" marL="1828800" rtl="0">
              <a:spcBef>
                <a:spcPts val="1600"/>
              </a:spcBef>
              <a:spcAft>
                <a:spcPts val="0"/>
              </a:spcAft>
              <a:buClr>
                <a:srgbClr val="000000"/>
              </a:buClr>
              <a:buSzPts val="1400"/>
              <a:buChar char="●"/>
              <a:defRPr>
                <a:solidFill>
                  <a:srgbClr val="000000"/>
                </a:solidFill>
              </a:defRPr>
            </a:lvl4pPr>
            <a:lvl5pPr indent="-317500" lvl="4" marL="2286000" rtl="0">
              <a:spcBef>
                <a:spcPts val="1600"/>
              </a:spcBef>
              <a:spcAft>
                <a:spcPts val="0"/>
              </a:spcAft>
              <a:buClr>
                <a:srgbClr val="000000"/>
              </a:buClr>
              <a:buSzPts val="1400"/>
              <a:buChar char="○"/>
              <a:defRPr>
                <a:solidFill>
                  <a:srgbClr val="000000"/>
                </a:solidFill>
              </a:defRPr>
            </a:lvl5pPr>
            <a:lvl6pPr indent="-317500" lvl="5" marL="2743200" rtl="0">
              <a:spcBef>
                <a:spcPts val="1600"/>
              </a:spcBef>
              <a:spcAft>
                <a:spcPts val="0"/>
              </a:spcAft>
              <a:buClr>
                <a:srgbClr val="000000"/>
              </a:buClr>
              <a:buSzPts val="1400"/>
              <a:buChar char="■"/>
              <a:defRPr>
                <a:solidFill>
                  <a:srgbClr val="000000"/>
                </a:solidFill>
              </a:defRPr>
            </a:lvl6pPr>
            <a:lvl7pPr indent="-317500" lvl="6" marL="3200400" rtl="0">
              <a:spcBef>
                <a:spcPts val="1600"/>
              </a:spcBef>
              <a:spcAft>
                <a:spcPts val="0"/>
              </a:spcAft>
              <a:buClr>
                <a:srgbClr val="000000"/>
              </a:buClr>
              <a:buSzPts val="1400"/>
              <a:buChar char="●"/>
              <a:defRPr>
                <a:solidFill>
                  <a:srgbClr val="000000"/>
                </a:solidFill>
              </a:defRPr>
            </a:lvl7pPr>
            <a:lvl8pPr indent="-317500" lvl="7" marL="3657600" rtl="0">
              <a:spcBef>
                <a:spcPts val="1600"/>
              </a:spcBef>
              <a:spcAft>
                <a:spcPts val="0"/>
              </a:spcAft>
              <a:buClr>
                <a:srgbClr val="000000"/>
              </a:buClr>
              <a:buSzPts val="1400"/>
              <a:buChar char="○"/>
              <a:defRPr>
                <a:solidFill>
                  <a:srgbClr val="000000"/>
                </a:solidFill>
              </a:defRPr>
            </a:lvl8pPr>
            <a:lvl9pPr indent="-317500" lvl="8" marL="4114800" rtl="0">
              <a:spcBef>
                <a:spcPts val="1600"/>
              </a:spcBef>
              <a:spcAft>
                <a:spcPts val="1600"/>
              </a:spcAft>
              <a:buClr>
                <a:srgbClr val="000000"/>
              </a:buClr>
              <a:buSzPts val="1400"/>
              <a:buChar char="■"/>
              <a:defRPr>
                <a:solidFill>
                  <a:srgbClr val="000000"/>
                </a:solidFill>
              </a:defRPr>
            </a:lvl9pPr>
          </a:lstStyle>
          <a:p/>
        </p:txBody>
      </p:sp>
      <p:sp>
        <p:nvSpPr>
          <p:cNvPr id="79" name="Google Shape;79;p1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80" name="Google Shape;80;p15"/>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4">
  <p:cSld name="TITLE_AND_BODY_4">
    <p:spTree>
      <p:nvGrpSpPr>
        <p:cNvPr id="81" name="Shape 81"/>
        <p:cNvGrpSpPr/>
        <p:nvPr/>
      </p:nvGrpSpPr>
      <p:grpSpPr>
        <a:xfrm>
          <a:off x="0" y="0"/>
          <a:ext cx="0" cy="0"/>
          <a:chOff x="0" y="0"/>
          <a:chExt cx="0" cy="0"/>
        </a:xfrm>
      </p:grpSpPr>
      <p:sp>
        <p:nvSpPr>
          <p:cNvPr id="82" name="Google Shape;82;p16"/>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83" name="Google Shape;83;p16"/>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84" name="Google Shape;84;p1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85" name="Google Shape;85;p16"/>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2">
  <p:cSld name="TITLE_2">
    <p:spTree>
      <p:nvGrpSpPr>
        <p:cNvPr id="86" name="Shape 86"/>
        <p:cNvGrpSpPr/>
        <p:nvPr/>
      </p:nvGrpSpPr>
      <p:grpSpPr>
        <a:xfrm>
          <a:off x="0" y="0"/>
          <a:ext cx="0" cy="0"/>
          <a:chOff x="0" y="0"/>
          <a:chExt cx="0" cy="0"/>
        </a:xfrm>
      </p:grpSpPr>
      <p:sp>
        <p:nvSpPr>
          <p:cNvPr id="87" name="Google Shape;87;p17"/>
          <p:cNvSpPr txBox="1"/>
          <p:nvPr>
            <p:ph type="ctrTitle"/>
          </p:nvPr>
        </p:nvSpPr>
        <p:spPr>
          <a:xfrm>
            <a:off x="311708" y="194472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3600"/>
              <a:buFont typeface="Roboto"/>
              <a:buNone/>
              <a:defRPr b="1" sz="3600">
                <a:solidFill>
                  <a:srgbClr val="FFFFFF"/>
                </a:solidFill>
                <a:latin typeface="Roboto"/>
                <a:ea typeface="Roboto"/>
                <a:cs typeface="Roboto"/>
                <a:sym typeface="Roboto"/>
              </a:defRPr>
            </a:lvl1pPr>
            <a:lvl2pPr lvl="1" rtl="0">
              <a:spcBef>
                <a:spcPts val="0"/>
              </a:spcBef>
              <a:spcAft>
                <a:spcPts val="0"/>
              </a:spcAft>
              <a:buSzPts val="4800"/>
              <a:buFont typeface="Roboto"/>
              <a:buNone/>
              <a:defRPr sz="4800">
                <a:latin typeface="Roboto"/>
                <a:ea typeface="Roboto"/>
                <a:cs typeface="Roboto"/>
                <a:sym typeface="Roboto"/>
              </a:defRPr>
            </a:lvl2pPr>
            <a:lvl3pPr lvl="2" rtl="0">
              <a:spcBef>
                <a:spcPts val="0"/>
              </a:spcBef>
              <a:spcAft>
                <a:spcPts val="0"/>
              </a:spcAft>
              <a:buSzPts val="4800"/>
              <a:buFont typeface="Roboto"/>
              <a:buNone/>
              <a:defRPr sz="4800">
                <a:latin typeface="Roboto"/>
                <a:ea typeface="Roboto"/>
                <a:cs typeface="Roboto"/>
                <a:sym typeface="Roboto"/>
              </a:defRPr>
            </a:lvl3pPr>
            <a:lvl4pPr lvl="3" rtl="0">
              <a:spcBef>
                <a:spcPts val="0"/>
              </a:spcBef>
              <a:spcAft>
                <a:spcPts val="0"/>
              </a:spcAft>
              <a:buSzPts val="4800"/>
              <a:buFont typeface="Roboto"/>
              <a:buNone/>
              <a:defRPr sz="4800">
                <a:latin typeface="Roboto"/>
                <a:ea typeface="Roboto"/>
                <a:cs typeface="Roboto"/>
                <a:sym typeface="Roboto"/>
              </a:defRPr>
            </a:lvl4pPr>
            <a:lvl5pPr lvl="4" rtl="0">
              <a:spcBef>
                <a:spcPts val="0"/>
              </a:spcBef>
              <a:spcAft>
                <a:spcPts val="0"/>
              </a:spcAft>
              <a:buSzPts val="4800"/>
              <a:buFont typeface="Roboto"/>
              <a:buNone/>
              <a:defRPr sz="4800">
                <a:latin typeface="Roboto"/>
                <a:ea typeface="Roboto"/>
                <a:cs typeface="Roboto"/>
                <a:sym typeface="Roboto"/>
              </a:defRPr>
            </a:lvl5pPr>
            <a:lvl6pPr lvl="5" rtl="0">
              <a:spcBef>
                <a:spcPts val="0"/>
              </a:spcBef>
              <a:spcAft>
                <a:spcPts val="0"/>
              </a:spcAft>
              <a:buSzPts val="4800"/>
              <a:buFont typeface="Roboto"/>
              <a:buNone/>
              <a:defRPr sz="4800">
                <a:latin typeface="Roboto"/>
                <a:ea typeface="Roboto"/>
                <a:cs typeface="Roboto"/>
                <a:sym typeface="Roboto"/>
              </a:defRPr>
            </a:lvl6pPr>
            <a:lvl7pPr lvl="6" rtl="0">
              <a:spcBef>
                <a:spcPts val="0"/>
              </a:spcBef>
              <a:spcAft>
                <a:spcPts val="0"/>
              </a:spcAft>
              <a:buSzPts val="4800"/>
              <a:buFont typeface="Roboto"/>
              <a:buNone/>
              <a:defRPr sz="4800">
                <a:latin typeface="Roboto"/>
                <a:ea typeface="Roboto"/>
                <a:cs typeface="Roboto"/>
                <a:sym typeface="Roboto"/>
              </a:defRPr>
            </a:lvl7pPr>
            <a:lvl8pPr lvl="7" rtl="0">
              <a:spcBef>
                <a:spcPts val="0"/>
              </a:spcBef>
              <a:spcAft>
                <a:spcPts val="0"/>
              </a:spcAft>
              <a:buSzPts val="4800"/>
              <a:buFont typeface="Roboto"/>
              <a:buNone/>
              <a:defRPr sz="4800">
                <a:latin typeface="Roboto"/>
                <a:ea typeface="Roboto"/>
                <a:cs typeface="Roboto"/>
                <a:sym typeface="Roboto"/>
              </a:defRPr>
            </a:lvl8pPr>
            <a:lvl9pPr lvl="8" rtl="0">
              <a:spcBef>
                <a:spcPts val="0"/>
              </a:spcBef>
              <a:spcAft>
                <a:spcPts val="0"/>
              </a:spcAft>
              <a:buSzPts val="4800"/>
              <a:buFont typeface="Roboto"/>
              <a:buNone/>
              <a:defRPr sz="4800">
                <a:latin typeface="Roboto"/>
                <a:ea typeface="Roboto"/>
                <a:cs typeface="Roboto"/>
                <a:sym typeface="Roboto"/>
              </a:defRPr>
            </a:lvl9pPr>
          </a:lstStyle>
          <a:p/>
        </p:txBody>
      </p:sp>
      <p:sp>
        <p:nvSpPr>
          <p:cNvPr id="88" name="Google Shape;88;p17"/>
          <p:cNvSpPr txBox="1"/>
          <p:nvPr>
            <p:ph idx="1" type="subTitle"/>
          </p:nvPr>
        </p:nvSpPr>
        <p:spPr>
          <a:xfrm>
            <a:off x="311700" y="4167625"/>
            <a:ext cx="85206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2400"/>
              <a:buFont typeface="Roboto"/>
              <a:buNone/>
              <a:defRPr sz="2400">
                <a:solidFill>
                  <a:srgbClr val="FFFFFF"/>
                </a:solidFill>
                <a:latin typeface="Roboto"/>
                <a:ea typeface="Roboto"/>
                <a:cs typeface="Roboto"/>
                <a:sym typeface="Roboto"/>
              </a:defRPr>
            </a:lvl1pPr>
            <a:lvl2pPr lvl="1" rtl="0" algn="ctr">
              <a:lnSpc>
                <a:spcPct val="100000"/>
              </a:lnSpc>
              <a:spcBef>
                <a:spcPts val="0"/>
              </a:spcBef>
              <a:spcAft>
                <a:spcPts val="0"/>
              </a:spcAft>
              <a:buSzPts val="2400"/>
              <a:buFont typeface="Roboto"/>
              <a:buNone/>
              <a:defRPr sz="2400">
                <a:latin typeface="Roboto"/>
                <a:ea typeface="Roboto"/>
                <a:cs typeface="Roboto"/>
                <a:sym typeface="Roboto"/>
              </a:defRPr>
            </a:lvl2pPr>
            <a:lvl3pPr lvl="2" rtl="0" algn="ctr">
              <a:lnSpc>
                <a:spcPct val="100000"/>
              </a:lnSpc>
              <a:spcBef>
                <a:spcPts val="0"/>
              </a:spcBef>
              <a:spcAft>
                <a:spcPts val="0"/>
              </a:spcAft>
              <a:buSzPts val="2400"/>
              <a:buFont typeface="Roboto"/>
              <a:buNone/>
              <a:defRPr sz="2400">
                <a:latin typeface="Roboto"/>
                <a:ea typeface="Roboto"/>
                <a:cs typeface="Roboto"/>
                <a:sym typeface="Roboto"/>
              </a:defRPr>
            </a:lvl3pPr>
            <a:lvl4pPr lvl="3" rtl="0" algn="ctr">
              <a:lnSpc>
                <a:spcPct val="100000"/>
              </a:lnSpc>
              <a:spcBef>
                <a:spcPts val="0"/>
              </a:spcBef>
              <a:spcAft>
                <a:spcPts val="0"/>
              </a:spcAft>
              <a:buSzPts val="2400"/>
              <a:buFont typeface="Roboto"/>
              <a:buNone/>
              <a:defRPr sz="2400">
                <a:latin typeface="Roboto"/>
                <a:ea typeface="Roboto"/>
                <a:cs typeface="Roboto"/>
                <a:sym typeface="Roboto"/>
              </a:defRPr>
            </a:lvl4pPr>
            <a:lvl5pPr lvl="4" rtl="0" algn="ctr">
              <a:lnSpc>
                <a:spcPct val="100000"/>
              </a:lnSpc>
              <a:spcBef>
                <a:spcPts val="0"/>
              </a:spcBef>
              <a:spcAft>
                <a:spcPts val="0"/>
              </a:spcAft>
              <a:buSzPts val="2400"/>
              <a:buFont typeface="Roboto"/>
              <a:buNone/>
              <a:defRPr sz="2400">
                <a:latin typeface="Roboto"/>
                <a:ea typeface="Roboto"/>
                <a:cs typeface="Roboto"/>
                <a:sym typeface="Roboto"/>
              </a:defRPr>
            </a:lvl5pPr>
            <a:lvl6pPr lvl="5" rtl="0" algn="ctr">
              <a:lnSpc>
                <a:spcPct val="100000"/>
              </a:lnSpc>
              <a:spcBef>
                <a:spcPts val="0"/>
              </a:spcBef>
              <a:spcAft>
                <a:spcPts val="0"/>
              </a:spcAft>
              <a:buSzPts val="2400"/>
              <a:buFont typeface="Roboto"/>
              <a:buNone/>
              <a:defRPr sz="2400">
                <a:latin typeface="Roboto"/>
                <a:ea typeface="Roboto"/>
                <a:cs typeface="Roboto"/>
                <a:sym typeface="Roboto"/>
              </a:defRPr>
            </a:lvl6pPr>
            <a:lvl7pPr lvl="6" rtl="0" algn="ctr">
              <a:lnSpc>
                <a:spcPct val="100000"/>
              </a:lnSpc>
              <a:spcBef>
                <a:spcPts val="0"/>
              </a:spcBef>
              <a:spcAft>
                <a:spcPts val="0"/>
              </a:spcAft>
              <a:buSzPts val="2400"/>
              <a:buFont typeface="Roboto"/>
              <a:buNone/>
              <a:defRPr sz="2400">
                <a:latin typeface="Roboto"/>
                <a:ea typeface="Roboto"/>
                <a:cs typeface="Roboto"/>
                <a:sym typeface="Roboto"/>
              </a:defRPr>
            </a:lvl7pPr>
            <a:lvl8pPr lvl="7" rtl="0" algn="ctr">
              <a:lnSpc>
                <a:spcPct val="100000"/>
              </a:lnSpc>
              <a:spcBef>
                <a:spcPts val="0"/>
              </a:spcBef>
              <a:spcAft>
                <a:spcPts val="0"/>
              </a:spcAft>
              <a:buSzPts val="2400"/>
              <a:buFont typeface="Roboto"/>
              <a:buNone/>
              <a:defRPr sz="2400">
                <a:latin typeface="Roboto"/>
                <a:ea typeface="Roboto"/>
                <a:cs typeface="Roboto"/>
                <a:sym typeface="Roboto"/>
              </a:defRPr>
            </a:lvl8pPr>
            <a:lvl9pPr lvl="8" rtl="0" algn="ctr">
              <a:lnSpc>
                <a:spcPct val="100000"/>
              </a:lnSpc>
              <a:spcBef>
                <a:spcPts val="0"/>
              </a:spcBef>
              <a:spcAft>
                <a:spcPts val="0"/>
              </a:spcAft>
              <a:buSzPts val="2400"/>
              <a:buFont typeface="Roboto"/>
              <a:buNone/>
              <a:defRPr sz="2400">
                <a:latin typeface="Roboto"/>
                <a:ea typeface="Roboto"/>
                <a:cs typeface="Roboto"/>
                <a:sym typeface="Roboto"/>
              </a:defRPr>
            </a:lvl9pPr>
          </a:lstStyle>
          <a:p/>
        </p:txBody>
      </p:sp>
      <p:sp>
        <p:nvSpPr>
          <p:cNvPr id="89" name="Google Shape;89;p1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90" name="Google Shape;90;p17"/>
          <p:cNvPicPr preferRelativeResize="0"/>
          <p:nvPr/>
        </p:nvPicPr>
        <p:blipFill>
          <a:blip r:embed="rId2">
            <a:alphaModFix/>
          </a:blip>
          <a:stretch>
            <a:fillRect/>
          </a:stretch>
        </p:blipFill>
        <p:spPr>
          <a:xfrm>
            <a:off x="6920757" y="213350"/>
            <a:ext cx="2036547" cy="393600"/>
          </a:xfrm>
          <a:prstGeom prst="rect">
            <a:avLst/>
          </a:prstGeom>
          <a:noFill/>
          <a:ln>
            <a:noFill/>
          </a:ln>
        </p:spPr>
      </p:pic>
      <p:cxnSp>
        <p:nvCxnSpPr>
          <p:cNvPr id="91" name="Google Shape;91;p17"/>
          <p:cNvCxnSpPr/>
          <p:nvPr/>
        </p:nvCxnSpPr>
        <p:spPr>
          <a:xfrm>
            <a:off x="470525" y="40424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5">
  <p:cSld name="TITLE_AND_BODY_5">
    <p:spTree>
      <p:nvGrpSpPr>
        <p:cNvPr id="92" name="Shape 92"/>
        <p:cNvGrpSpPr/>
        <p:nvPr/>
      </p:nvGrpSpPr>
      <p:grpSpPr>
        <a:xfrm>
          <a:off x="0" y="0"/>
          <a:ext cx="0" cy="0"/>
          <a:chOff x="0" y="0"/>
          <a:chExt cx="0" cy="0"/>
        </a:xfrm>
      </p:grpSpPr>
      <p:sp>
        <p:nvSpPr>
          <p:cNvPr id="93" name="Google Shape;93;p18"/>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Roboto"/>
              <a:buNone/>
              <a:defRPr>
                <a:latin typeface="Roboto"/>
                <a:ea typeface="Roboto"/>
                <a:cs typeface="Roboto"/>
                <a:sym typeface="Roboto"/>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94" name="Google Shape;94;p18"/>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Font typeface="Roboto"/>
              <a:buChar char="●"/>
              <a:defRPr sz="1400">
                <a:solidFill>
                  <a:srgbClr val="000000"/>
                </a:solidFill>
                <a:latin typeface="Roboto"/>
                <a:ea typeface="Roboto"/>
                <a:cs typeface="Roboto"/>
                <a:sym typeface="Roboto"/>
              </a:defRPr>
            </a:lvl1pPr>
            <a:lvl2pPr indent="-317500" lvl="1" marL="914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2pPr>
            <a:lvl3pPr indent="-317500" lvl="2" marL="1371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3pPr>
            <a:lvl4pPr indent="-317500" lvl="3" marL="18288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4pPr>
            <a:lvl5pPr indent="-317500" lvl="4" marL="22860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5pPr>
            <a:lvl6pPr indent="-317500" lvl="5" marL="27432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6pPr>
            <a:lvl7pPr indent="-317500" lvl="6" marL="32004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7pPr>
            <a:lvl8pPr indent="-317500" lvl="7" marL="3657600" rtl="0">
              <a:spcBef>
                <a:spcPts val="1600"/>
              </a:spcBef>
              <a:spcAft>
                <a:spcPts val="0"/>
              </a:spcAft>
              <a:buClr>
                <a:srgbClr val="000000"/>
              </a:buClr>
              <a:buSzPts val="1400"/>
              <a:buFont typeface="Roboto"/>
              <a:buChar char="○"/>
              <a:defRPr>
                <a:solidFill>
                  <a:srgbClr val="000000"/>
                </a:solidFill>
                <a:latin typeface="Roboto"/>
                <a:ea typeface="Roboto"/>
                <a:cs typeface="Roboto"/>
                <a:sym typeface="Roboto"/>
              </a:defRPr>
            </a:lvl8pPr>
            <a:lvl9pPr indent="-317500" lvl="8" marL="4114800" rtl="0">
              <a:spcBef>
                <a:spcPts val="1600"/>
              </a:spcBef>
              <a:spcAft>
                <a:spcPts val="1600"/>
              </a:spcAft>
              <a:buClr>
                <a:srgbClr val="000000"/>
              </a:buClr>
              <a:buSzPts val="1400"/>
              <a:buFont typeface="Roboto"/>
              <a:buChar char="■"/>
              <a:defRPr>
                <a:solidFill>
                  <a:srgbClr val="000000"/>
                </a:solidFill>
                <a:latin typeface="Roboto"/>
                <a:ea typeface="Roboto"/>
                <a:cs typeface="Roboto"/>
                <a:sym typeface="Roboto"/>
              </a:defRPr>
            </a:lvl9pPr>
          </a:lstStyle>
          <a:p/>
        </p:txBody>
      </p:sp>
      <p:sp>
        <p:nvSpPr>
          <p:cNvPr id="95" name="Google Shape;95;p1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96" name="Google Shape;96;p18"/>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3">
  <p:cSld name="TITLE_3">
    <p:spTree>
      <p:nvGrpSpPr>
        <p:cNvPr id="97" name="Shape 97"/>
        <p:cNvGrpSpPr/>
        <p:nvPr/>
      </p:nvGrpSpPr>
      <p:grpSpPr>
        <a:xfrm>
          <a:off x="0" y="0"/>
          <a:ext cx="0" cy="0"/>
          <a:chOff x="0" y="0"/>
          <a:chExt cx="0" cy="0"/>
        </a:xfrm>
      </p:grpSpPr>
      <p:sp>
        <p:nvSpPr>
          <p:cNvPr id="98" name="Google Shape;98;p19"/>
          <p:cNvSpPr txBox="1"/>
          <p:nvPr>
            <p:ph type="ctrTitle"/>
          </p:nvPr>
        </p:nvSpPr>
        <p:spPr>
          <a:xfrm>
            <a:off x="311708" y="194472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3600"/>
              <a:buFont typeface="Roboto"/>
              <a:buNone/>
              <a:defRPr b="1" sz="3600">
                <a:solidFill>
                  <a:srgbClr val="FFFFFF"/>
                </a:solidFill>
                <a:latin typeface="Roboto"/>
                <a:ea typeface="Roboto"/>
                <a:cs typeface="Roboto"/>
                <a:sym typeface="Roboto"/>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99" name="Google Shape;99;p19"/>
          <p:cNvSpPr txBox="1"/>
          <p:nvPr>
            <p:ph idx="1" type="subTitle"/>
          </p:nvPr>
        </p:nvSpPr>
        <p:spPr>
          <a:xfrm>
            <a:off x="311700" y="4167625"/>
            <a:ext cx="85206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2400"/>
              <a:buFont typeface="Roboto"/>
              <a:buNone/>
              <a:defRPr sz="2400">
                <a:solidFill>
                  <a:srgbClr val="FFFFFF"/>
                </a:solidFill>
                <a:latin typeface="Roboto"/>
                <a:ea typeface="Roboto"/>
                <a:cs typeface="Roboto"/>
                <a:sym typeface="Roboto"/>
              </a:defRPr>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100" name="Google Shape;100;p1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01" name="Google Shape;101;p19"/>
          <p:cNvPicPr preferRelativeResize="0"/>
          <p:nvPr/>
        </p:nvPicPr>
        <p:blipFill>
          <a:blip r:embed="rId2">
            <a:alphaModFix/>
          </a:blip>
          <a:stretch>
            <a:fillRect/>
          </a:stretch>
        </p:blipFill>
        <p:spPr>
          <a:xfrm>
            <a:off x="6920757" y="213350"/>
            <a:ext cx="2036547" cy="393600"/>
          </a:xfrm>
          <a:prstGeom prst="rect">
            <a:avLst/>
          </a:prstGeom>
          <a:noFill/>
          <a:ln>
            <a:noFill/>
          </a:ln>
        </p:spPr>
      </p:pic>
      <p:cxnSp>
        <p:nvCxnSpPr>
          <p:cNvPr id="102" name="Google Shape;102;p19"/>
          <p:cNvCxnSpPr/>
          <p:nvPr/>
        </p:nvCxnSpPr>
        <p:spPr>
          <a:xfrm>
            <a:off x="470525" y="40424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6">
  <p:cSld name="TITLE_AND_BODY_6">
    <p:spTree>
      <p:nvGrpSpPr>
        <p:cNvPr id="103" name="Shape 103"/>
        <p:cNvGrpSpPr/>
        <p:nvPr/>
      </p:nvGrpSpPr>
      <p:grpSpPr>
        <a:xfrm>
          <a:off x="0" y="0"/>
          <a:ext cx="0" cy="0"/>
          <a:chOff x="0" y="0"/>
          <a:chExt cx="0" cy="0"/>
        </a:xfrm>
      </p:grpSpPr>
      <p:sp>
        <p:nvSpPr>
          <p:cNvPr id="104" name="Google Shape;104;p20"/>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Varela Round"/>
              <a:buNone/>
              <a:defRPr>
                <a:latin typeface="Varela Round"/>
                <a:ea typeface="Varela Round"/>
                <a:cs typeface="Varela Round"/>
                <a:sym typeface="Varela Rou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05" name="Google Shape;105;p20"/>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Char char="●"/>
              <a:defRPr sz="1400">
                <a:solidFill>
                  <a:srgbClr val="000000"/>
                </a:solidFill>
              </a:defRPr>
            </a:lvl1pPr>
            <a:lvl2pPr indent="-317500" lvl="1" marL="914400" rtl="0">
              <a:spcBef>
                <a:spcPts val="1600"/>
              </a:spcBef>
              <a:spcAft>
                <a:spcPts val="0"/>
              </a:spcAft>
              <a:buClr>
                <a:srgbClr val="000000"/>
              </a:buClr>
              <a:buSzPts val="1400"/>
              <a:buChar char="○"/>
              <a:defRPr>
                <a:solidFill>
                  <a:srgbClr val="000000"/>
                </a:solidFill>
              </a:defRPr>
            </a:lvl2pPr>
            <a:lvl3pPr indent="-317500" lvl="2" marL="1371600" rtl="0">
              <a:spcBef>
                <a:spcPts val="1600"/>
              </a:spcBef>
              <a:spcAft>
                <a:spcPts val="0"/>
              </a:spcAft>
              <a:buClr>
                <a:srgbClr val="000000"/>
              </a:buClr>
              <a:buSzPts val="1400"/>
              <a:buChar char="■"/>
              <a:defRPr>
                <a:solidFill>
                  <a:srgbClr val="000000"/>
                </a:solidFill>
              </a:defRPr>
            </a:lvl3pPr>
            <a:lvl4pPr indent="-317500" lvl="3" marL="1828800" rtl="0">
              <a:spcBef>
                <a:spcPts val="1600"/>
              </a:spcBef>
              <a:spcAft>
                <a:spcPts val="0"/>
              </a:spcAft>
              <a:buClr>
                <a:srgbClr val="000000"/>
              </a:buClr>
              <a:buSzPts val="1400"/>
              <a:buChar char="●"/>
              <a:defRPr>
                <a:solidFill>
                  <a:srgbClr val="000000"/>
                </a:solidFill>
              </a:defRPr>
            </a:lvl4pPr>
            <a:lvl5pPr indent="-317500" lvl="4" marL="2286000" rtl="0">
              <a:spcBef>
                <a:spcPts val="1600"/>
              </a:spcBef>
              <a:spcAft>
                <a:spcPts val="0"/>
              </a:spcAft>
              <a:buClr>
                <a:srgbClr val="000000"/>
              </a:buClr>
              <a:buSzPts val="1400"/>
              <a:buChar char="○"/>
              <a:defRPr>
                <a:solidFill>
                  <a:srgbClr val="000000"/>
                </a:solidFill>
              </a:defRPr>
            </a:lvl5pPr>
            <a:lvl6pPr indent="-317500" lvl="5" marL="2743200" rtl="0">
              <a:spcBef>
                <a:spcPts val="1600"/>
              </a:spcBef>
              <a:spcAft>
                <a:spcPts val="0"/>
              </a:spcAft>
              <a:buClr>
                <a:srgbClr val="000000"/>
              </a:buClr>
              <a:buSzPts val="1400"/>
              <a:buChar char="■"/>
              <a:defRPr>
                <a:solidFill>
                  <a:srgbClr val="000000"/>
                </a:solidFill>
              </a:defRPr>
            </a:lvl6pPr>
            <a:lvl7pPr indent="-317500" lvl="6" marL="3200400" rtl="0">
              <a:spcBef>
                <a:spcPts val="1600"/>
              </a:spcBef>
              <a:spcAft>
                <a:spcPts val="0"/>
              </a:spcAft>
              <a:buClr>
                <a:srgbClr val="000000"/>
              </a:buClr>
              <a:buSzPts val="1400"/>
              <a:buChar char="●"/>
              <a:defRPr>
                <a:solidFill>
                  <a:srgbClr val="000000"/>
                </a:solidFill>
              </a:defRPr>
            </a:lvl7pPr>
            <a:lvl8pPr indent="-317500" lvl="7" marL="3657600" rtl="0">
              <a:spcBef>
                <a:spcPts val="1600"/>
              </a:spcBef>
              <a:spcAft>
                <a:spcPts val="0"/>
              </a:spcAft>
              <a:buClr>
                <a:srgbClr val="000000"/>
              </a:buClr>
              <a:buSzPts val="1400"/>
              <a:buChar char="○"/>
              <a:defRPr>
                <a:solidFill>
                  <a:srgbClr val="000000"/>
                </a:solidFill>
              </a:defRPr>
            </a:lvl8pPr>
            <a:lvl9pPr indent="-317500" lvl="8" marL="4114800" rtl="0">
              <a:spcBef>
                <a:spcPts val="1600"/>
              </a:spcBef>
              <a:spcAft>
                <a:spcPts val="1600"/>
              </a:spcAft>
              <a:buClr>
                <a:srgbClr val="000000"/>
              </a:buClr>
              <a:buSzPts val="1400"/>
              <a:buChar char="■"/>
              <a:defRPr>
                <a:solidFill>
                  <a:srgbClr val="000000"/>
                </a:solidFill>
              </a:defRPr>
            </a:lvl9pPr>
          </a:lstStyle>
          <a:p/>
        </p:txBody>
      </p:sp>
      <p:sp>
        <p:nvSpPr>
          <p:cNvPr id="106" name="Google Shape;106;p2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107" name="Google Shape;107;p20"/>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4">
  <p:cSld name="TITLE_4">
    <p:spTree>
      <p:nvGrpSpPr>
        <p:cNvPr id="108" name="Shape 108"/>
        <p:cNvGrpSpPr/>
        <p:nvPr/>
      </p:nvGrpSpPr>
      <p:grpSpPr>
        <a:xfrm>
          <a:off x="0" y="0"/>
          <a:ext cx="0" cy="0"/>
          <a:chOff x="0" y="0"/>
          <a:chExt cx="0" cy="0"/>
        </a:xfrm>
      </p:grpSpPr>
      <p:sp>
        <p:nvSpPr>
          <p:cNvPr id="109" name="Google Shape;109;p21"/>
          <p:cNvSpPr txBox="1"/>
          <p:nvPr>
            <p:ph type="ctrTitle"/>
          </p:nvPr>
        </p:nvSpPr>
        <p:spPr>
          <a:xfrm>
            <a:off x="311708" y="1944725"/>
            <a:ext cx="8520600" cy="2052600"/>
          </a:xfrm>
          <a:prstGeom prst="rect">
            <a:avLst/>
          </a:prstGeom>
        </p:spPr>
        <p:txBody>
          <a:bodyPr anchorCtr="0" anchor="b" bIns="91425" lIns="91425" spcFirstLastPara="1" rIns="91425" wrap="square" tIns="91425">
            <a:noAutofit/>
          </a:bodyPr>
          <a:lstStyle>
            <a:lvl1pPr lvl="0" rtl="0">
              <a:spcBef>
                <a:spcPts val="0"/>
              </a:spcBef>
              <a:spcAft>
                <a:spcPts val="0"/>
              </a:spcAft>
              <a:buClr>
                <a:srgbClr val="FFFFFF"/>
              </a:buClr>
              <a:buSzPts val="3600"/>
              <a:buFont typeface="Roboto"/>
              <a:buNone/>
              <a:defRPr b="1" sz="3600">
                <a:solidFill>
                  <a:srgbClr val="FFFFFF"/>
                </a:solidFill>
                <a:latin typeface="Roboto"/>
                <a:ea typeface="Roboto"/>
                <a:cs typeface="Roboto"/>
                <a:sym typeface="Roboto"/>
              </a:defRPr>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10" name="Google Shape;110;p21"/>
          <p:cNvSpPr txBox="1"/>
          <p:nvPr>
            <p:ph idx="1" type="subTitle"/>
          </p:nvPr>
        </p:nvSpPr>
        <p:spPr>
          <a:xfrm>
            <a:off x="311700" y="4167625"/>
            <a:ext cx="8520600" cy="7926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rgbClr val="FFFFFF"/>
              </a:buClr>
              <a:buSzPts val="2400"/>
              <a:buFont typeface="Roboto"/>
              <a:buNone/>
              <a:defRPr sz="2400">
                <a:solidFill>
                  <a:srgbClr val="FFFFFF"/>
                </a:solidFill>
                <a:latin typeface="Roboto"/>
                <a:ea typeface="Roboto"/>
                <a:cs typeface="Roboto"/>
                <a:sym typeface="Roboto"/>
              </a:defRPr>
            </a:lvl1pPr>
            <a:lvl2pPr lvl="1" rtl="0" algn="ctr">
              <a:lnSpc>
                <a:spcPct val="100000"/>
              </a:lnSpc>
              <a:spcBef>
                <a:spcPts val="0"/>
              </a:spcBef>
              <a:spcAft>
                <a:spcPts val="0"/>
              </a:spcAft>
              <a:buSzPts val="2400"/>
              <a:buNone/>
              <a:defRPr sz="2400"/>
            </a:lvl2pPr>
            <a:lvl3pPr lvl="2" rtl="0" algn="ctr">
              <a:lnSpc>
                <a:spcPct val="100000"/>
              </a:lnSpc>
              <a:spcBef>
                <a:spcPts val="0"/>
              </a:spcBef>
              <a:spcAft>
                <a:spcPts val="0"/>
              </a:spcAft>
              <a:buSzPts val="2400"/>
              <a:buNone/>
              <a:defRPr sz="2400"/>
            </a:lvl3pPr>
            <a:lvl4pPr lvl="3" rtl="0" algn="ctr">
              <a:lnSpc>
                <a:spcPct val="100000"/>
              </a:lnSpc>
              <a:spcBef>
                <a:spcPts val="0"/>
              </a:spcBef>
              <a:spcAft>
                <a:spcPts val="0"/>
              </a:spcAft>
              <a:buSzPts val="2400"/>
              <a:buNone/>
              <a:defRPr sz="2400"/>
            </a:lvl4pPr>
            <a:lvl5pPr lvl="4" rtl="0" algn="ctr">
              <a:lnSpc>
                <a:spcPct val="100000"/>
              </a:lnSpc>
              <a:spcBef>
                <a:spcPts val="0"/>
              </a:spcBef>
              <a:spcAft>
                <a:spcPts val="0"/>
              </a:spcAft>
              <a:buSzPts val="2400"/>
              <a:buNone/>
              <a:defRPr sz="2400"/>
            </a:lvl5pPr>
            <a:lvl6pPr lvl="5" rtl="0" algn="ctr">
              <a:lnSpc>
                <a:spcPct val="100000"/>
              </a:lnSpc>
              <a:spcBef>
                <a:spcPts val="0"/>
              </a:spcBef>
              <a:spcAft>
                <a:spcPts val="0"/>
              </a:spcAft>
              <a:buSzPts val="2400"/>
              <a:buNone/>
              <a:defRPr sz="2400"/>
            </a:lvl6pPr>
            <a:lvl7pPr lvl="6" rtl="0" algn="ctr">
              <a:lnSpc>
                <a:spcPct val="100000"/>
              </a:lnSpc>
              <a:spcBef>
                <a:spcPts val="0"/>
              </a:spcBef>
              <a:spcAft>
                <a:spcPts val="0"/>
              </a:spcAft>
              <a:buSzPts val="2400"/>
              <a:buNone/>
              <a:defRPr sz="2400"/>
            </a:lvl7pPr>
            <a:lvl8pPr lvl="7" rtl="0" algn="ctr">
              <a:lnSpc>
                <a:spcPct val="100000"/>
              </a:lnSpc>
              <a:spcBef>
                <a:spcPts val="0"/>
              </a:spcBef>
              <a:spcAft>
                <a:spcPts val="0"/>
              </a:spcAft>
              <a:buSzPts val="2400"/>
              <a:buNone/>
              <a:defRPr sz="2400"/>
            </a:lvl8pPr>
            <a:lvl9pPr lvl="8" rtl="0" algn="ctr">
              <a:lnSpc>
                <a:spcPct val="100000"/>
              </a:lnSpc>
              <a:spcBef>
                <a:spcPts val="0"/>
              </a:spcBef>
              <a:spcAft>
                <a:spcPts val="0"/>
              </a:spcAft>
              <a:buSzPts val="2400"/>
              <a:buNone/>
              <a:defRPr sz="2400"/>
            </a:lvl9pPr>
          </a:lstStyle>
          <a:p/>
        </p:txBody>
      </p:sp>
      <p:sp>
        <p:nvSpPr>
          <p:cNvPr id="111" name="Google Shape;111;p2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pic>
        <p:nvPicPr>
          <p:cNvPr id="112" name="Google Shape;112;p21"/>
          <p:cNvPicPr preferRelativeResize="0"/>
          <p:nvPr/>
        </p:nvPicPr>
        <p:blipFill>
          <a:blip r:embed="rId2">
            <a:alphaModFix/>
          </a:blip>
          <a:stretch>
            <a:fillRect/>
          </a:stretch>
        </p:blipFill>
        <p:spPr>
          <a:xfrm>
            <a:off x="6920757" y="213350"/>
            <a:ext cx="2036547" cy="393600"/>
          </a:xfrm>
          <a:prstGeom prst="rect">
            <a:avLst/>
          </a:prstGeom>
          <a:noFill/>
          <a:ln>
            <a:noFill/>
          </a:ln>
        </p:spPr>
      </p:pic>
      <p:cxnSp>
        <p:nvCxnSpPr>
          <p:cNvPr id="113" name="Google Shape;113;p21"/>
          <p:cNvCxnSpPr/>
          <p:nvPr/>
        </p:nvCxnSpPr>
        <p:spPr>
          <a:xfrm>
            <a:off x="470525" y="40424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7">
  <p:cSld name="TITLE_AND_BODY_7">
    <p:spTree>
      <p:nvGrpSpPr>
        <p:cNvPr id="114" name="Shape 114"/>
        <p:cNvGrpSpPr/>
        <p:nvPr/>
      </p:nvGrpSpPr>
      <p:grpSpPr>
        <a:xfrm>
          <a:off x="0" y="0"/>
          <a:ext cx="0" cy="0"/>
          <a:chOff x="0" y="0"/>
          <a:chExt cx="0" cy="0"/>
        </a:xfrm>
      </p:grpSpPr>
      <p:sp>
        <p:nvSpPr>
          <p:cNvPr id="115" name="Google Shape;115;p22"/>
          <p:cNvSpPr txBox="1"/>
          <p:nvPr>
            <p:ph type="title"/>
          </p:nvPr>
        </p:nvSpPr>
        <p:spPr>
          <a:xfrm>
            <a:off x="311700" y="159275"/>
            <a:ext cx="8520600" cy="572700"/>
          </a:xfrm>
          <a:prstGeom prst="rect">
            <a:avLst/>
          </a:prstGeom>
        </p:spPr>
        <p:txBody>
          <a:bodyPr anchorCtr="0" anchor="t" bIns="91425" lIns="91425" spcFirstLastPara="1" rIns="91425" wrap="square" tIns="91425">
            <a:noAutofit/>
          </a:bodyPr>
          <a:lstStyle>
            <a:lvl1pPr lvl="0" rtl="0">
              <a:spcBef>
                <a:spcPts val="0"/>
              </a:spcBef>
              <a:spcAft>
                <a:spcPts val="0"/>
              </a:spcAft>
              <a:buSzPts val="2800"/>
              <a:buFont typeface="Varela Round"/>
              <a:buNone/>
              <a:defRPr>
                <a:latin typeface="Varela Round"/>
                <a:ea typeface="Varela Round"/>
                <a:cs typeface="Varela Round"/>
                <a:sym typeface="Varela Round"/>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16" name="Google Shape;116;p22"/>
          <p:cNvSpPr txBox="1"/>
          <p:nvPr>
            <p:ph idx="1" type="body"/>
          </p:nvPr>
        </p:nvSpPr>
        <p:spPr>
          <a:xfrm>
            <a:off x="311700" y="939750"/>
            <a:ext cx="8520600" cy="3416400"/>
          </a:xfrm>
          <a:prstGeom prst="rect">
            <a:avLst/>
          </a:prstGeom>
        </p:spPr>
        <p:txBody>
          <a:bodyPr anchorCtr="0" anchor="t" bIns="91425" lIns="91425" spcFirstLastPara="1" rIns="91425" wrap="square" tIns="91425">
            <a:noAutofit/>
          </a:bodyPr>
          <a:lstStyle>
            <a:lvl1pPr indent="-317500" lvl="0" marL="457200" rtl="0">
              <a:spcBef>
                <a:spcPts val="0"/>
              </a:spcBef>
              <a:spcAft>
                <a:spcPts val="0"/>
              </a:spcAft>
              <a:buClr>
                <a:srgbClr val="000000"/>
              </a:buClr>
              <a:buSzPts val="1400"/>
              <a:buChar char="●"/>
              <a:defRPr sz="1400">
                <a:solidFill>
                  <a:srgbClr val="000000"/>
                </a:solidFill>
              </a:defRPr>
            </a:lvl1pPr>
            <a:lvl2pPr indent="-317500" lvl="1" marL="914400" rtl="0">
              <a:spcBef>
                <a:spcPts val="1600"/>
              </a:spcBef>
              <a:spcAft>
                <a:spcPts val="0"/>
              </a:spcAft>
              <a:buClr>
                <a:srgbClr val="000000"/>
              </a:buClr>
              <a:buSzPts val="1400"/>
              <a:buChar char="○"/>
              <a:defRPr>
                <a:solidFill>
                  <a:srgbClr val="000000"/>
                </a:solidFill>
              </a:defRPr>
            </a:lvl2pPr>
            <a:lvl3pPr indent="-317500" lvl="2" marL="1371600" rtl="0">
              <a:spcBef>
                <a:spcPts val="1600"/>
              </a:spcBef>
              <a:spcAft>
                <a:spcPts val="0"/>
              </a:spcAft>
              <a:buClr>
                <a:srgbClr val="000000"/>
              </a:buClr>
              <a:buSzPts val="1400"/>
              <a:buChar char="■"/>
              <a:defRPr>
                <a:solidFill>
                  <a:srgbClr val="000000"/>
                </a:solidFill>
              </a:defRPr>
            </a:lvl3pPr>
            <a:lvl4pPr indent="-317500" lvl="3" marL="1828800" rtl="0">
              <a:spcBef>
                <a:spcPts val="1600"/>
              </a:spcBef>
              <a:spcAft>
                <a:spcPts val="0"/>
              </a:spcAft>
              <a:buClr>
                <a:srgbClr val="000000"/>
              </a:buClr>
              <a:buSzPts val="1400"/>
              <a:buChar char="●"/>
              <a:defRPr>
                <a:solidFill>
                  <a:srgbClr val="000000"/>
                </a:solidFill>
              </a:defRPr>
            </a:lvl4pPr>
            <a:lvl5pPr indent="-317500" lvl="4" marL="2286000" rtl="0">
              <a:spcBef>
                <a:spcPts val="1600"/>
              </a:spcBef>
              <a:spcAft>
                <a:spcPts val="0"/>
              </a:spcAft>
              <a:buClr>
                <a:srgbClr val="000000"/>
              </a:buClr>
              <a:buSzPts val="1400"/>
              <a:buChar char="○"/>
              <a:defRPr>
                <a:solidFill>
                  <a:srgbClr val="000000"/>
                </a:solidFill>
              </a:defRPr>
            </a:lvl5pPr>
            <a:lvl6pPr indent="-317500" lvl="5" marL="2743200" rtl="0">
              <a:spcBef>
                <a:spcPts val="1600"/>
              </a:spcBef>
              <a:spcAft>
                <a:spcPts val="0"/>
              </a:spcAft>
              <a:buClr>
                <a:srgbClr val="000000"/>
              </a:buClr>
              <a:buSzPts val="1400"/>
              <a:buChar char="■"/>
              <a:defRPr>
                <a:solidFill>
                  <a:srgbClr val="000000"/>
                </a:solidFill>
              </a:defRPr>
            </a:lvl6pPr>
            <a:lvl7pPr indent="-317500" lvl="6" marL="3200400" rtl="0">
              <a:spcBef>
                <a:spcPts val="1600"/>
              </a:spcBef>
              <a:spcAft>
                <a:spcPts val="0"/>
              </a:spcAft>
              <a:buClr>
                <a:srgbClr val="000000"/>
              </a:buClr>
              <a:buSzPts val="1400"/>
              <a:buChar char="●"/>
              <a:defRPr>
                <a:solidFill>
                  <a:srgbClr val="000000"/>
                </a:solidFill>
              </a:defRPr>
            </a:lvl7pPr>
            <a:lvl8pPr indent="-317500" lvl="7" marL="3657600" rtl="0">
              <a:spcBef>
                <a:spcPts val="1600"/>
              </a:spcBef>
              <a:spcAft>
                <a:spcPts val="0"/>
              </a:spcAft>
              <a:buClr>
                <a:srgbClr val="000000"/>
              </a:buClr>
              <a:buSzPts val="1400"/>
              <a:buChar char="○"/>
              <a:defRPr>
                <a:solidFill>
                  <a:srgbClr val="000000"/>
                </a:solidFill>
              </a:defRPr>
            </a:lvl8pPr>
            <a:lvl9pPr indent="-317500" lvl="8" marL="4114800" rtl="0">
              <a:spcBef>
                <a:spcPts val="1600"/>
              </a:spcBef>
              <a:spcAft>
                <a:spcPts val="1600"/>
              </a:spcAft>
              <a:buClr>
                <a:srgbClr val="000000"/>
              </a:buClr>
              <a:buSzPts val="1400"/>
              <a:buChar char="■"/>
              <a:defRPr>
                <a:solidFill>
                  <a:srgbClr val="000000"/>
                </a:solidFill>
              </a:defRPr>
            </a:lvl9pPr>
          </a:lstStyle>
          <a:p/>
        </p:txBody>
      </p:sp>
      <p:sp>
        <p:nvSpPr>
          <p:cNvPr id="117" name="Google Shape;117;p2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cxnSp>
        <p:nvCxnSpPr>
          <p:cNvPr id="118" name="Google Shape;118;p22"/>
          <p:cNvCxnSpPr/>
          <p:nvPr/>
        </p:nvCxnSpPr>
        <p:spPr>
          <a:xfrm>
            <a:off x="403850" y="803900"/>
            <a:ext cx="3190800" cy="0"/>
          </a:xfrm>
          <a:prstGeom prst="straightConnector1">
            <a:avLst/>
          </a:prstGeom>
          <a:noFill/>
          <a:ln cap="flat" cmpd="sng" w="28575">
            <a:solidFill>
              <a:srgbClr val="F1C232"/>
            </a:solidFill>
            <a:prstDash val="solid"/>
            <a:round/>
            <a:headEnd len="med" w="med" type="none"/>
            <a:tailEnd len="med" w="med" type="none"/>
          </a:ln>
        </p:spPr>
      </p:cxn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23" name="Shape 123"/>
        <p:cNvGrpSpPr/>
        <p:nvPr/>
      </p:nvGrpSpPr>
      <p:grpSpPr>
        <a:xfrm>
          <a:off x="0" y="0"/>
          <a:ext cx="0" cy="0"/>
          <a:chOff x="0" y="0"/>
          <a:chExt cx="0" cy="0"/>
        </a:xfrm>
      </p:grpSpPr>
      <p:sp>
        <p:nvSpPr>
          <p:cNvPr id="124" name="Google Shape;124;p24"/>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5200"/>
              <a:buNone/>
              <a:defRPr sz="5200"/>
            </a:lvl1pPr>
            <a:lvl2pPr lvl="1" rtl="0" algn="ctr">
              <a:spcBef>
                <a:spcPts val="0"/>
              </a:spcBef>
              <a:spcAft>
                <a:spcPts val="0"/>
              </a:spcAft>
              <a:buSzPts val="5200"/>
              <a:buNone/>
              <a:defRPr sz="5200"/>
            </a:lvl2pPr>
            <a:lvl3pPr lvl="2" rtl="0" algn="ctr">
              <a:spcBef>
                <a:spcPts val="0"/>
              </a:spcBef>
              <a:spcAft>
                <a:spcPts val="0"/>
              </a:spcAft>
              <a:buSzPts val="5200"/>
              <a:buNone/>
              <a:defRPr sz="5200"/>
            </a:lvl3pPr>
            <a:lvl4pPr lvl="3" rtl="0" algn="ctr">
              <a:spcBef>
                <a:spcPts val="0"/>
              </a:spcBef>
              <a:spcAft>
                <a:spcPts val="0"/>
              </a:spcAft>
              <a:buSzPts val="5200"/>
              <a:buNone/>
              <a:defRPr sz="5200"/>
            </a:lvl4pPr>
            <a:lvl5pPr lvl="4" rtl="0" algn="ctr">
              <a:spcBef>
                <a:spcPts val="0"/>
              </a:spcBef>
              <a:spcAft>
                <a:spcPts val="0"/>
              </a:spcAft>
              <a:buSzPts val="5200"/>
              <a:buNone/>
              <a:defRPr sz="5200"/>
            </a:lvl5pPr>
            <a:lvl6pPr lvl="5" rtl="0" algn="ctr">
              <a:spcBef>
                <a:spcPts val="0"/>
              </a:spcBef>
              <a:spcAft>
                <a:spcPts val="0"/>
              </a:spcAft>
              <a:buSzPts val="5200"/>
              <a:buNone/>
              <a:defRPr sz="5200"/>
            </a:lvl6pPr>
            <a:lvl7pPr lvl="6" rtl="0" algn="ctr">
              <a:spcBef>
                <a:spcPts val="0"/>
              </a:spcBef>
              <a:spcAft>
                <a:spcPts val="0"/>
              </a:spcAft>
              <a:buSzPts val="5200"/>
              <a:buNone/>
              <a:defRPr sz="5200"/>
            </a:lvl7pPr>
            <a:lvl8pPr lvl="7" rtl="0" algn="ctr">
              <a:spcBef>
                <a:spcPts val="0"/>
              </a:spcBef>
              <a:spcAft>
                <a:spcPts val="0"/>
              </a:spcAft>
              <a:buSzPts val="5200"/>
              <a:buNone/>
              <a:defRPr sz="5200"/>
            </a:lvl8pPr>
            <a:lvl9pPr lvl="8" rtl="0" algn="ctr">
              <a:spcBef>
                <a:spcPts val="0"/>
              </a:spcBef>
              <a:spcAft>
                <a:spcPts val="0"/>
              </a:spcAft>
              <a:buSzPts val="5200"/>
              <a:buNone/>
              <a:defRPr sz="5200"/>
            </a:lvl9pPr>
          </a:lstStyle>
          <a:p/>
        </p:txBody>
      </p:sp>
      <p:sp>
        <p:nvSpPr>
          <p:cNvPr id="125" name="Google Shape;125;p24"/>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800"/>
              <a:buNone/>
              <a:defRPr sz="2800"/>
            </a:lvl1pPr>
            <a:lvl2pPr lvl="1" rtl="0" algn="ctr">
              <a:lnSpc>
                <a:spcPct val="100000"/>
              </a:lnSpc>
              <a:spcBef>
                <a:spcPts val="0"/>
              </a:spcBef>
              <a:spcAft>
                <a:spcPts val="0"/>
              </a:spcAft>
              <a:buSzPts val="2800"/>
              <a:buNone/>
              <a:defRPr sz="2800"/>
            </a:lvl2pPr>
            <a:lvl3pPr lvl="2" rtl="0" algn="ctr">
              <a:lnSpc>
                <a:spcPct val="100000"/>
              </a:lnSpc>
              <a:spcBef>
                <a:spcPts val="0"/>
              </a:spcBef>
              <a:spcAft>
                <a:spcPts val="0"/>
              </a:spcAft>
              <a:buSzPts val="2800"/>
              <a:buNone/>
              <a:defRPr sz="2800"/>
            </a:lvl3pPr>
            <a:lvl4pPr lvl="3" rtl="0" algn="ctr">
              <a:lnSpc>
                <a:spcPct val="100000"/>
              </a:lnSpc>
              <a:spcBef>
                <a:spcPts val="0"/>
              </a:spcBef>
              <a:spcAft>
                <a:spcPts val="0"/>
              </a:spcAft>
              <a:buSzPts val="2800"/>
              <a:buNone/>
              <a:defRPr sz="2800"/>
            </a:lvl4pPr>
            <a:lvl5pPr lvl="4" rtl="0" algn="ctr">
              <a:lnSpc>
                <a:spcPct val="100000"/>
              </a:lnSpc>
              <a:spcBef>
                <a:spcPts val="0"/>
              </a:spcBef>
              <a:spcAft>
                <a:spcPts val="0"/>
              </a:spcAft>
              <a:buSzPts val="2800"/>
              <a:buNone/>
              <a:defRPr sz="2800"/>
            </a:lvl5pPr>
            <a:lvl6pPr lvl="5" rtl="0" algn="ctr">
              <a:lnSpc>
                <a:spcPct val="100000"/>
              </a:lnSpc>
              <a:spcBef>
                <a:spcPts val="0"/>
              </a:spcBef>
              <a:spcAft>
                <a:spcPts val="0"/>
              </a:spcAft>
              <a:buSzPts val="2800"/>
              <a:buNone/>
              <a:defRPr sz="2800"/>
            </a:lvl6pPr>
            <a:lvl7pPr lvl="6" rtl="0" algn="ctr">
              <a:lnSpc>
                <a:spcPct val="100000"/>
              </a:lnSpc>
              <a:spcBef>
                <a:spcPts val="0"/>
              </a:spcBef>
              <a:spcAft>
                <a:spcPts val="0"/>
              </a:spcAft>
              <a:buSzPts val="2800"/>
              <a:buNone/>
              <a:defRPr sz="2800"/>
            </a:lvl7pPr>
            <a:lvl8pPr lvl="7" rtl="0" algn="ctr">
              <a:lnSpc>
                <a:spcPct val="100000"/>
              </a:lnSpc>
              <a:spcBef>
                <a:spcPts val="0"/>
              </a:spcBef>
              <a:spcAft>
                <a:spcPts val="0"/>
              </a:spcAft>
              <a:buSzPts val="2800"/>
              <a:buNone/>
              <a:defRPr sz="2800"/>
            </a:lvl8pPr>
            <a:lvl9pPr lvl="8" rtl="0" algn="ctr">
              <a:lnSpc>
                <a:spcPct val="100000"/>
              </a:lnSpc>
              <a:spcBef>
                <a:spcPts val="0"/>
              </a:spcBef>
              <a:spcAft>
                <a:spcPts val="0"/>
              </a:spcAft>
              <a:buSzPts val="2800"/>
              <a:buNone/>
              <a:defRPr sz="2800"/>
            </a:lvl9pPr>
          </a:lstStyle>
          <a:p/>
        </p:txBody>
      </p:sp>
      <p:sp>
        <p:nvSpPr>
          <p:cNvPr id="126" name="Google Shape;126;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27" name="Shape 127"/>
        <p:cNvGrpSpPr/>
        <p:nvPr/>
      </p:nvGrpSpPr>
      <p:grpSpPr>
        <a:xfrm>
          <a:off x="0" y="0"/>
          <a:ext cx="0" cy="0"/>
          <a:chOff x="0" y="0"/>
          <a:chExt cx="0" cy="0"/>
        </a:xfrm>
      </p:grpSpPr>
      <p:sp>
        <p:nvSpPr>
          <p:cNvPr id="128" name="Google Shape;128;p25"/>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rtl="0" algn="ctr">
              <a:spcBef>
                <a:spcPts val="0"/>
              </a:spcBef>
              <a:spcAft>
                <a:spcPts val="0"/>
              </a:spcAft>
              <a:buSzPts val="3600"/>
              <a:buNone/>
              <a:defRPr sz="3600"/>
            </a:lvl1pPr>
            <a:lvl2pPr lvl="1" rtl="0" algn="ctr">
              <a:spcBef>
                <a:spcPts val="0"/>
              </a:spcBef>
              <a:spcAft>
                <a:spcPts val="0"/>
              </a:spcAft>
              <a:buSzPts val="3600"/>
              <a:buNone/>
              <a:defRPr sz="3600"/>
            </a:lvl2pPr>
            <a:lvl3pPr lvl="2" rtl="0" algn="ctr">
              <a:spcBef>
                <a:spcPts val="0"/>
              </a:spcBef>
              <a:spcAft>
                <a:spcPts val="0"/>
              </a:spcAft>
              <a:buSzPts val="3600"/>
              <a:buNone/>
              <a:defRPr sz="3600"/>
            </a:lvl3pPr>
            <a:lvl4pPr lvl="3" rtl="0" algn="ctr">
              <a:spcBef>
                <a:spcPts val="0"/>
              </a:spcBef>
              <a:spcAft>
                <a:spcPts val="0"/>
              </a:spcAft>
              <a:buSzPts val="3600"/>
              <a:buNone/>
              <a:defRPr sz="3600"/>
            </a:lvl4pPr>
            <a:lvl5pPr lvl="4" rtl="0" algn="ctr">
              <a:spcBef>
                <a:spcPts val="0"/>
              </a:spcBef>
              <a:spcAft>
                <a:spcPts val="0"/>
              </a:spcAft>
              <a:buSzPts val="3600"/>
              <a:buNone/>
              <a:defRPr sz="3600"/>
            </a:lvl5pPr>
            <a:lvl6pPr lvl="5" rtl="0" algn="ctr">
              <a:spcBef>
                <a:spcPts val="0"/>
              </a:spcBef>
              <a:spcAft>
                <a:spcPts val="0"/>
              </a:spcAft>
              <a:buSzPts val="3600"/>
              <a:buNone/>
              <a:defRPr sz="3600"/>
            </a:lvl6pPr>
            <a:lvl7pPr lvl="6" rtl="0" algn="ctr">
              <a:spcBef>
                <a:spcPts val="0"/>
              </a:spcBef>
              <a:spcAft>
                <a:spcPts val="0"/>
              </a:spcAft>
              <a:buSzPts val="3600"/>
              <a:buNone/>
              <a:defRPr sz="3600"/>
            </a:lvl7pPr>
            <a:lvl8pPr lvl="7" rtl="0" algn="ctr">
              <a:spcBef>
                <a:spcPts val="0"/>
              </a:spcBef>
              <a:spcAft>
                <a:spcPts val="0"/>
              </a:spcAft>
              <a:buSzPts val="3600"/>
              <a:buNone/>
              <a:defRPr sz="3600"/>
            </a:lvl8pPr>
            <a:lvl9pPr lvl="8" rtl="0" algn="ctr">
              <a:spcBef>
                <a:spcPts val="0"/>
              </a:spcBef>
              <a:spcAft>
                <a:spcPts val="0"/>
              </a:spcAft>
              <a:buSzPts val="3600"/>
              <a:buNone/>
              <a:defRPr sz="3600"/>
            </a:lvl9pPr>
          </a:lstStyle>
          <a:p/>
        </p:txBody>
      </p:sp>
      <p:sp>
        <p:nvSpPr>
          <p:cNvPr id="129" name="Google Shape;129;p2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30" name="Shape 130"/>
        <p:cNvGrpSpPr/>
        <p:nvPr/>
      </p:nvGrpSpPr>
      <p:grpSpPr>
        <a:xfrm>
          <a:off x="0" y="0"/>
          <a:ext cx="0" cy="0"/>
          <a:chOff x="0" y="0"/>
          <a:chExt cx="0" cy="0"/>
        </a:xfrm>
      </p:grpSpPr>
      <p:sp>
        <p:nvSpPr>
          <p:cNvPr id="131" name="Google Shape;131;p2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2" name="Google Shape;132;p26"/>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33" name="Google Shape;133;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34" name="Shape 134"/>
        <p:cNvGrpSpPr/>
        <p:nvPr/>
      </p:nvGrpSpPr>
      <p:grpSpPr>
        <a:xfrm>
          <a:off x="0" y="0"/>
          <a:ext cx="0" cy="0"/>
          <a:chOff x="0" y="0"/>
          <a:chExt cx="0" cy="0"/>
        </a:xfrm>
      </p:grpSpPr>
      <p:sp>
        <p:nvSpPr>
          <p:cNvPr id="135" name="Google Shape;135;p27"/>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36" name="Google Shape;136;p27"/>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37" name="Google Shape;137;p27"/>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rtl="0">
              <a:spcBef>
                <a:spcPts val="0"/>
              </a:spcBef>
              <a:spcAft>
                <a:spcPts val="0"/>
              </a:spcAft>
              <a:buSzPts val="1400"/>
              <a:buChar char="●"/>
              <a:defRPr sz="14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38" name="Google Shape;138;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39" name="Shape 139"/>
        <p:cNvGrpSpPr/>
        <p:nvPr/>
      </p:nvGrpSpPr>
      <p:grpSpPr>
        <a:xfrm>
          <a:off x="0" y="0"/>
          <a:ext cx="0" cy="0"/>
          <a:chOff x="0" y="0"/>
          <a:chExt cx="0" cy="0"/>
        </a:xfrm>
      </p:grpSpPr>
      <p:sp>
        <p:nvSpPr>
          <p:cNvPr id="140" name="Google Shape;140;p28"/>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rtl="0">
              <a:spcBef>
                <a:spcPts val="0"/>
              </a:spcBef>
              <a:spcAft>
                <a:spcPts val="0"/>
              </a:spcAft>
              <a:buSzPts val="2800"/>
              <a:buNone/>
              <a:defRPr/>
            </a:lvl1pPr>
            <a:lvl2pPr lvl="1" rtl="0">
              <a:spcBef>
                <a:spcPts val="0"/>
              </a:spcBef>
              <a:spcAft>
                <a:spcPts val="0"/>
              </a:spcAft>
              <a:buSzPts val="2800"/>
              <a:buNone/>
              <a:defRPr/>
            </a:lvl2pPr>
            <a:lvl3pPr lvl="2" rtl="0">
              <a:spcBef>
                <a:spcPts val="0"/>
              </a:spcBef>
              <a:spcAft>
                <a:spcPts val="0"/>
              </a:spcAft>
              <a:buSzPts val="2800"/>
              <a:buNone/>
              <a:defRPr/>
            </a:lvl3pPr>
            <a:lvl4pPr lvl="3" rtl="0">
              <a:spcBef>
                <a:spcPts val="0"/>
              </a:spcBef>
              <a:spcAft>
                <a:spcPts val="0"/>
              </a:spcAft>
              <a:buSzPts val="2800"/>
              <a:buNone/>
              <a:defRPr/>
            </a:lvl4pPr>
            <a:lvl5pPr lvl="4" rtl="0">
              <a:spcBef>
                <a:spcPts val="0"/>
              </a:spcBef>
              <a:spcAft>
                <a:spcPts val="0"/>
              </a:spcAft>
              <a:buSzPts val="2800"/>
              <a:buNone/>
              <a:defRPr/>
            </a:lvl5pPr>
            <a:lvl6pPr lvl="5" rtl="0">
              <a:spcBef>
                <a:spcPts val="0"/>
              </a:spcBef>
              <a:spcAft>
                <a:spcPts val="0"/>
              </a:spcAft>
              <a:buSzPts val="2800"/>
              <a:buNone/>
              <a:defRPr/>
            </a:lvl6pPr>
            <a:lvl7pPr lvl="6" rtl="0">
              <a:spcBef>
                <a:spcPts val="0"/>
              </a:spcBef>
              <a:spcAft>
                <a:spcPts val="0"/>
              </a:spcAft>
              <a:buSzPts val="2800"/>
              <a:buNone/>
              <a:defRPr/>
            </a:lvl7pPr>
            <a:lvl8pPr lvl="7" rtl="0">
              <a:spcBef>
                <a:spcPts val="0"/>
              </a:spcBef>
              <a:spcAft>
                <a:spcPts val="0"/>
              </a:spcAft>
              <a:buSzPts val="2800"/>
              <a:buNone/>
              <a:defRPr/>
            </a:lvl8pPr>
            <a:lvl9pPr lvl="8" rtl="0">
              <a:spcBef>
                <a:spcPts val="0"/>
              </a:spcBef>
              <a:spcAft>
                <a:spcPts val="0"/>
              </a:spcAft>
              <a:buSzPts val="2800"/>
              <a:buNone/>
              <a:defRPr/>
            </a:lvl9pPr>
          </a:lstStyle>
          <a:p/>
        </p:txBody>
      </p:sp>
      <p:sp>
        <p:nvSpPr>
          <p:cNvPr id="141" name="Google Shape;141;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42" name="Shape 142"/>
        <p:cNvGrpSpPr/>
        <p:nvPr/>
      </p:nvGrpSpPr>
      <p:grpSpPr>
        <a:xfrm>
          <a:off x="0" y="0"/>
          <a:ext cx="0" cy="0"/>
          <a:chOff x="0" y="0"/>
          <a:chExt cx="0" cy="0"/>
        </a:xfrm>
      </p:grpSpPr>
      <p:sp>
        <p:nvSpPr>
          <p:cNvPr id="143" name="Google Shape;143;p29"/>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rtl="0">
              <a:spcBef>
                <a:spcPts val="0"/>
              </a:spcBef>
              <a:spcAft>
                <a:spcPts val="0"/>
              </a:spcAft>
              <a:buSzPts val="2400"/>
              <a:buNone/>
              <a:defRPr sz="2400"/>
            </a:lvl1pPr>
            <a:lvl2pPr lvl="1" rtl="0">
              <a:spcBef>
                <a:spcPts val="0"/>
              </a:spcBef>
              <a:spcAft>
                <a:spcPts val="0"/>
              </a:spcAft>
              <a:buSzPts val="2400"/>
              <a:buNone/>
              <a:defRPr sz="2400"/>
            </a:lvl2pPr>
            <a:lvl3pPr lvl="2" rtl="0">
              <a:spcBef>
                <a:spcPts val="0"/>
              </a:spcBef>
              <a:spcAft>
                <a:spcPts val="0"/>
              </a:spcAft>
              <a:buSzPts val="2400"/>
              <a:buNone/>
              <a:defRPr sz="2400"/>
            </a:lvl3pPr>
            <a:lvl4pPr lvl="3" rtl="0">
              <a:spcBef>
                <a:spcPts val="0"/>
              </a:spcBef>
              <a:spcAft>
                <a:spcPts val="0"/>
              </a:spcAft>
              <a:buSzPts val="2400"/>
              <a:buNone/>
              <a:defRPr sz="2400"/>
            </a:lvl4pPr>
            <a:lvl5pPr lvl="4" rtl="0">
              <a:spcBef>
                <a:spcPts val="0"/>
              </a:spcBef>
              <a:spcAft>
                <a:spcPts val="0"/>
              </a:spcAft>
              <a:buSzPts val="2400"/>
              <a:buNone/>
              <a:defRPr sz="2400"/>
            </a:lvl5pPr>
            <a:lvl6pPr lvl="5" rtl="0">
              <a:spcBef>
                <a:spcPts val="0"/>
              </a:spcBef>
              <a:spcAft>
                <a:spcPts val="0"/>
              </a:spcAft>
              <a:buSzPts val="2400"/>
              <a:buNone/>
              <a:defRPr sz="2400"/>
            </a:lvl6pPr>
            <a:lvl7pPr lvl="6" rtl="0">
              <a:spcBef>
                <a:spcPts val="0"/>
              </a:spcBef>
              <a:spcAft>
                <a:spcPts val="0"/>
              </a:spcAft>
              <a:buSzPts val="2400"/>
              <a:buNone/>
              <a:defRPr sz="2400"/>
            </a:lvl7pPr>
            <a:lvl8pPr lvl="7" rtl="0">
              <a:spcBef>
                <a:spcPts val="0"/>
              </a:spcBef>
              <a:spcAft>
                <a:spcPts val="0"/>
              </a:spcAft>
              <a:buSzPts val="2400"/>
              <a:buNone/>
              <a:defRPr sz="2400"/>
            </a:lvl8pPr>
            <a:lvl9pPr lvl="8" rtl="0">
              <a:spcBef>
                <a:spcPts val="0"/>
              </a:spcBef>
              <a:spcAft>
                <a:spcPts val="0"/>
              </a:spcAft>
              <a:buSzPts val="2400"/>
              <a:buNone/>
              <a:defRPr sz="2400"/>
            </a:lvl9pPr>
          </a:lstStyle>
          <a:p/>
        </p:txBody>
      </p:sp>
      <p:sp>
        <p:nvSpPr>
          <p:cNvPr id="144" name="Google Shape;144;p29"/>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rtl="0">
              <a:spcBef>
                <a:spcPts val="0"/>
              </a:spcBef>
              <a:spcAft>
                <a:spcPts val="0"/>
              </a:spcAft>
              <a:buSzPts val="1200"/>
              <a:buChar char="●"/>
              <a:defRPr sz="1200"/>
            </a:lvl1pPr>
            <a:lvl2pPr indent="-304800" lvl="1" marL="914400" rtl="0">
              <a:spcBef>
                <a:spcPts val="0"/>
              </a:spcBef>
              <a:spcAft>
                <a:spcPts val="0"/>
              </a:spcAft>
              <a:buSzPts val="1200"/>
              <a:buChar char="○"/>
              <a:defRPr sz="1200"/>
            </a:lvl2pPr>
            <a:lvl3pPr indent="-304800" lvl="2" marL="1371600" rtl="0">
              <a:spcBef>
                <a:spcPts val="0"/>
              </a:spcBef>
              <a:spcAft>
                <a:spcPts val="0"/>
              </a:spcAft>
              <a:buSzPts val="1200"/>
              <a:buChar char="■"/>
              <a:defRPr sz="1200"/>
            </a:lvl3pPr>
            <a:lvl4pPr indent="-304800" lvl="3" marL="1828800" rtl="0">
              <a:spcBef>
                <a:spcPts val="0"/>
              </a:spcBef>
              <a:spcAft>
                <a:spcPts val="0"/>
              </a:spcAft>
              <a:buSzPts val="1200"/>
              <a:buChar char="●"/>
              <a:defRPr sz="1200"/>
            </a:lvl4pPr>
            <a:lvl5pPr indent="-304800" lvl="4" marL="2286000" rtl="0">
              <a:spcBef>
                <a:spcPts val="0"/>
              </a:spcBef>
              <a:spcAft>
                <a:spcPts val="0"/>
              </a:spcAft>
              <a:buSzPts val="1200"/>
              <a:buChar char="○"/>
              <a:defRPr sz="1200"/>
            </a:lvl5pPr>
            <a:lvl6pPr indent="-304800" lvl="5" marL="2743200" rtl="0">
              <a:spcBef>
                <a:spcPts val="0"/>
              </a:spcBef>
              <a:spcAft>
                <a:spcPts val="0"/>
              </a:spcAft>
              <a:buSzPts val="1200"/>
              <a:buChar char="■"/>
              <a:defRPr sz="1200"/>
            </a:lvl6pPr>
            <a:lvl7pPr indent="-304800" lvl="6" marL="3200400" rtl="0">
              <a:spcBef>
                <a:spcPts val="0"/>
              </a:spcBef>
              <a:spcAft>
                <a:spcPts val="0"/>
              </a:spcAft>
              <a:buSzPts val="1200"/>
              <a:buChar char="●"/>
              <a:defRPr sz="1200"/>
            </a:lvl7pPr>
            <a:lvl8pPr indent="-304800" lvl="7" marL="3657600" rtl="0">
              <a:spcBef>
                <a:spcPts val="0"/>
              </a:spcBef>
              <a:spcAft>
                <a:spcPts val="0"/>
              </a:spcAft>
              <a:buSzPts val="1200"/>
              <a:buChar char="○"/>
              <a:defRPr sz="1200"/>
            </a:lvl8pPr>
            <a:lvl9pPr indent="-304800" lvl="8" marL="4114800" rtl="0">
              <a:spcBef>
                <a:spcPts val="0"/>
              </a:spcBef>
              <a:spcAft>
                <a:spcPts val="0"/>
              </a:spcAft>
              <a:buSzPts val="1200"/>
              <a:buChar char="■"/>
              <a:defRPr sz="1200"/>
            </a:lvl9pPr>
          </a:lstStyle>
          <a:p/>
        </p:txBody>
      </p:sp>
      <p:sp>
        <p:nvSpPr>
          <p:cNvPr id="145" name="Google Shape;145;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46" name="Shape 146"/>
        <p:cNvGrpSpPr/>
        <p:nvPr/>
      </p:nvGrpSpPr>
      <p:grpSpPr>
        <a:xfrm>
          <a:off x="0" y="0"/>
          <a:ext cx="0" cy="0"/>
          <a:chOff x="0" y="0"/>
          <a:chExt cx="0" cy="0"/>
        </a:xfrm>
      </p:grpSpPr>
      <p:sp>
        <p:nvSpPr>
          <p:cNvPr id="147" name="Google Shape;147;p30"/>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rtl="0">
              <a:spcBef>
                <a:spcPts val="0"/>
              </a:spcBef>
              <a:spcAft>
                <a:spcPts val="0"/>
              </a:spcAft>
              <a:buSzPts val="4800"/>
              <a:buNone/>
              <a:defRPr sz="4800"/>
            </a:lvl1pPr>
            <a:lvl2pPr lvl="1" rtl="0">
              <a:spcBef>
                <a:spcPts val="0"/>
              </a:spcBef>
              <a:spcAft>
                <a:spcPts val="0"/>
              </a:spcAft>
              <a:buSzPts val="4800"/>
              <a:buNone/>
              <a:defRPr sz="4800"/>
            </a:lvl2pPr>
            <a:lvl3pPr lvl="2" rtl="0">
              <a:spcBef>
                <a:spcPts val="0"/>
              </a:spcBef>
              <a:spcAft>
                <a:spcPts val="0"/>
              </a:spcAft>
              <a:buSzPts val="4800"/>
              <a:buNone/>
              <a:defRPr sz="4800"/>
            </a:lvl3pPr>
            <a:lvl4pPr lvl="3" rtl="0">
              <a:spcBef>
                <a:spcPts val="0"/>
              </a:spcBef>
              <a:spcAft>
                <a:spcPts val="0"/>
              </a:spcAft>
              <a:buSzPts val="4800"/>
              <a:buNone/>
              <a:defRPr sz="4800"/>
            </a:lvl4pPr>
            <a:lvl5pPr lvl="4" rtl="0">
              <a:spcBef>
                <a:spcPts val="0"/>
              </a:spcBef>
              <a:spcAft>
                <a:spcPts val="0"/>
              </a:spcAft>
              <a:buSzPts val="4800"/>
              <a:buNone/>
              <a:defRPr sz="4800"/>
            </a:lvl5pPr>
            <a:lvl6pPr lvl="5" rtl="0">
              <a:spcBef>
                <a:spcPts val="0"/>
              </a:spcBef>
              <a:spcAft>
                <a:spcPts val="0"/>
              </a:spcAft>
              <a:buSzPts val="4800"/>
              <a:buNone/>
              <a:defRPr sz="4800"/>
            </a:lvl6pPr>
            <a:lvl7pPr lvl="6" rtl="0">
              <a:spcBef>
                <a:spcPts val="0"/>
              </a:spcBef>
              <a:spcAft>
                <a:spcPts val="0"/>
              </a:spcAft>
              <a:buSzPts val="4800"/>
              <a:buNone/>
              <a:defRPr sz="4800"/>
            </a:lvl7pPr>
            <a:lvl8pPr lvl="7" rtl="0">
              <a:spcBef>
                <a:spcPts val="0"/>
              </a:spcBef>
              <a:spcAft>
                <a:spcPts val="0"/>
              </a:spcAft>
              <a:buSzPts val="4800"/>
              <a:buNone/>
              <a:defRPr sz="4800"/>
            </a:lvl8pPr>
            <a:lvl9pPr lvl="8" rtl="0">
              <a:spcBef>
                <a:spcPts val="0"/>
              </a:spcBef>
              <a:spcAft>
                <a:spcPts val="0"/>
              </a:spcAft>
              <a:buSzPts val="4800"/>
              <a:buNone/>
              <a:defRPr sz="4800"/>
            </a:lvl9pPr>
          </a:lstStyle>
          <a:p/>
        </p:txBody>
      </p:sp>
      <p:sp>
        <p:nvSpPr>
          <p:cNvPr id="148" name="Google Shape;148;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49" name="Shape 149"/>
        <p:cNvGrpSpPr/>
        <p:nvPr/>
      </p:nvGrpSpPr>
      <p:grpSpPr>
        <a:xfrm>
          <a:off x="0" y="0"/>
          <a:ext cx="0" cy="0"/>
          <a:chOff x="0" y="0"/>
          <a:chExt cx="0" cy="0"/>
        </a:xfrm>
      </p:grpSpPr>
      <p:sp>
        <p:nvSpPr>
          <p:cNvPr id="150" name="Google Shape;150;p31"/>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1" name="Google Shape;151;p31"/>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4200"/>
              <a:buNone/>
              <a:defRPr sz="4200"/>
            </a:lvl1pPr>
            <a:lvl2pPr lvl="1" rtl="0" algn="ctr">
              <a:spcBef>
                <a:spcPts val="0"/>
              </a:spcBef>
              <a:spcAft>
                <a:spcPts val="0"/>
              </a:spcAft>
              <a:buSzPts val="4200"/>
              <a:buNone/>
              <a:defRPr sz="4200"/>
            </a:lvl2pPr>
            <a:lvl3pPr lvl="2" rtl="0" algn="ctr">
              <a:spcBef>
                <a:spcPts val="0"/>
              </a:spcBef>
              <a:spcAft>
                <a:spcPts val="0"/>
              </a:spcAft>
              <a:buSzPts val="4200"/>
              <a:buNone/>
              <a:defRPr sz="4200"/>
            </a:lvl3pPr>
            <a:lvl4pPr lvl="3" rtl="0" algn="ctr">
              <a:spcBef>
                <a:spcPts val="0"/>
              </a:spcBef>
              <a:spcAft>
                <a:spcPts val="0"/>
              </a:spcAft>
              <a:buSzPts val="4200"/>
              <a:buNone/>
              <a:defRPr sz="4200"/>
            </a:lvl4pPr>
            <a:lvl5pPr lvl="4" rtl="0" algn="ctr">
              <a:spcBef>
                <a:spcPts val="0"/>
              </a:spcBef>
              <a:spcAft>
                <a:spcPts val="0"/>
              </a:spcAft>
              <a:buSzPts val="4200"/>
              <a:buNone/>
              <a:defRPr sz="4200"/>
            </a:lvl5pPr>
            <a:lvl6pPr lvl="5" rtl="0" algn="ctr">
              <a:spcBef>
                <a:spcPts val="0"/>
              </a:spcBef>
              <a:spcAft>
                <a:spcPts val="0"/>
              </a:spcAft>
              <a:buSzPts val="4200"/>
              <a:buNone/>
              <a:defRPr sz="4200"/>
            </a:lvl6pPr>
            <a:lvl7pPr lvl="6" rtl="0" algn="ctr">
              <a:spcBef>
                <a:spcPts val="0"/>
              </a:spcBef>
              <a:spcAft>
                <a:spcPts val="0"/>
              </a:spcAft>
              <a:buSzPts val="4200"/>
              <a:buNone/>
              <a:defRPr sz="4200"/>
            </a:lvl7pPr>
            <a:lvl8pPr lvl="7" rtl="0" algn="ctr">
              <a:spcBef>
                <a:spcPts val="0"/>
              </a:spcBef>
              <a:spcAft>
                <a:spcPts val="0"/>
              </a:spcAft>
              <a:buSzPts val="4200"/>
              <a:buNone/>
              <a:defRPr sz="4200"/>
            </a:lvl8pPr>
            <a:lvl9pPr lvl="8" rtl="0" algn="ctr">
              <a:spcBef>
                <a:spcPts val="0"/>
              </a:spcBef>
              <a:spcAft>
                <a:spcPts val="0"/>
              </a:spcAft>
              <a:buSzPts val="4200"/>
              <a:buNone/>
              <a:defRPr sz="4200"/>
            </a:lvl9pPr>
          </a:lstStyle>
          <a:p/>
        </p:txBody>
      </p:sp>
      <p:sp>
        <p:nvSpPr>
          <p:cNvPr id="152" name="Google Shape;152;p31"/>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rtl="0" algn="ctr">
              <a:lnSpc>
                <a:spcPct val="100000"/>
              </a:lnSpc>
              <a:spcBef>
                <a:spcPts val="0"/>
              </a:spcBef>
              <a:spcAft>
                <a:spcPts val="0"/>
              </a:spcAft>
              <a:buSzPts val="2100"/>
              <a:buNone/>
              <a:defRPr sz="2100"/>
            </a:lvl1pPr>
            <a:lvl2pPr lvl="1" rtl="0" algn="ctr">
              <a:lnSpc>
                <a:spcPct val="100000"/>
              </a:lnSpc>
              <a:spcBef>
                <a:spcPts val="0"/>
              </a:spcBef>
              <a:spcAft>
                <a:spcPts val="0"/>
              </a:spcAft>
              <a:buSzPts val="2100"/>
              <a:buNone/>
              <a:defRPr sz="2100"/>
            </a:lvl2pPr>
            <a:lvl3pPr lvl="2" rtl="0" algn="ctr">
              <a:lnSpc>
                <a:spcPct val="100000"/>
              </a:lnSpc>
              <a:spcBef>
                <a:spcPts val="0"/>
              </a:spcBef>
              <a:spcAft>
                <a:spcPts val="0"/>
              </a:spcAft>
              <a:buSzPts val="2100"/>
              <a:buNone/>
              <a:defRPr sz="2100"/>
            </a:lvl3pPr>
            <a:lvl4pPr lvl="3" rtl="0" algn="ctr">
              <a:lnSpc>
                <a:spcPct val="100000"/>
              </a:lnSpc>
              <a:spcBef>
                <a:spcPts val="0"/>
              </a:spcBef>
              <a:spcAft>
                <a:spcPts val="0"/>
              </a:spcAft>
              <a:buSzPts val="2100"/>
              <a:buNone/>
              <a:defRPr sz="2100"/>
            </a:lvl4pPr>
            <a:lvl5pPr lvl="4" rtl="0" algn="ctr">
              <a:lnSpc>
                <a:spcPct val="100000"/>
              </a:lnSpc>
              <a:spcBef>
                <a:spcPts val="0"/>
              </a:spcBef>
              <a:spcAft>
                <a:spcPts val="0"/>
              </a:spcAft>
              <a:buSzPts val="2100"/>
              <a:buNone/>
              <a:defRPr sz="2100"/>
            </a:lvl5pPr>
            <a:lvl6pPr lvl="5" rtl="0" algn="ctr">
              <a:lnSpc>
                <a:spcPct val="100000"/>
              </a:lnSpc>
              <a:spcBef>
                <a:spcPts val="0"/>
              </a:spcBef>
              <a:spcAft>
                <a:spcPts val="0"/>
              </a:spcAft>
              <a:buSzPts val="2100"/>
              <a:buNone/>
              <a:defRPr sz="2100"/>
            </a:lvl6pPr>
            <a:lvl7pPr lvl="6" rtl="0" algn="ctr">
              <a:lnSpc>
                <a:spcPct val="100000"/>
              </a:lnSpc>
              <a:spcBef>
                <a:spcPts val="0"/>
              </a:spcBef>
              <a:spcAft>
                <a:spcPts val="0"/>
              </a:spcAft>
              <a:buSzPts val="2100"/>
              <a:buNone/>
              <a:defRPr sz="2100"/>
            </a:lvl7pPr>
            <a:lvl8pPr lvl="7" rtl="0" algn="ctr">
              <a:lnSpc>
                <a:spcPct val="100000"/>
              </a:lnSpc>
              <a:spcBef>
                <a:spcPts val="0"/>
              </a:spcBef>
              <a:spcAft>
                <a:spcPts val="0"/>
              </a:spcAft>
              <a:buSzPts val="2100"/>
              <a:buNone/>
              <a:defRPr sz="2100"/>
            </a:lvl8pPr>
            <a:lvl9pPr lvl="8" rtl="0" algn="ctr">
              <a:lnSpc>
                <a:spcPct val="100000"/>
              </a:lnSpc>
              <a:spcBef>
                <a:spcPts val="0"/>
              </a:spcBef>
              <a:spcAft>
                <a:spcPts val="0"/>
              </a:spcAft>
              <a:buSzPts val="2100"/>
              <a:buNone/>
              <a:defRPr sz="2100"/>
            </a:lvl9pPr>
          </a:lstStyle>
          <a:p/>
        </p:txBody>
      </p:sp>
      <p:sp>
        <p:nvSpPr>
          <p:cNvPr id="153" name="Google Shape;153;p31"/>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rtl="0">
              <a:spcBef>
                <a:spcPts val="0"/>
              </a:spcBef>
              <a:spcAft>
                <a:spcPts val="0"/>
              </a:spcAft>
              <a:buSzPts val="1800"/>
              <a:buChar char="●"/>
              <a:defRPr/>
            </a:lvl1pPr>
            <a:lvl2pPr indent="-317500" lvl="1" marL="914400" rtl="0">
              <a:spcBef>
                <a:spcPts val="0"/>
              </a:spcBef>
              <a:spcAft>
                <a:spcPts val="0"/>
              </a:spcAft>
              <a:buSzPts val="1400"/>
              <a:buChar char="○"/>
              <a:defRPr/>
            </a:lvl2pPr>
            <a:lvl3pPr indent="-317500" lvl="2" marL="1371600" rtl="0">
              <a:spcBef>
                <a:spcPts val="0"/>
              </a:spcBef>
              <a:spcAft>
                <a:spcPts val="0"/>
              </a:spcAft>
              <a:buSzPts val="1400"/>
              <a:buChar char="■"/>
              <a:defRPr/>
            </a:lvl3pPr>
            <a:lvl4pPr indent="-317500" lvl="3" marL="1828800" rtl="0">
              <a:spcBef>
                <a:spcPts val="0"/>
              </a:spcBef>
              <a:spcAft>
                <a:spcPts val="0"/>
              </a:spcAft>
              <a:buSzPts val="1400"/>
              <a:buChar char="●"/>
              <a:defRPr/>
            </a:lvl4pPr>
            <a:lvl5pPr indent="-317500" lvl="4" marL="2286000" rtl="0">
              <a:spcBef>
                <a:spcPts val="0"/>
              </a:spcBef>
              <a:spcAft>
                <a:spcPts val="0"/>
              </a:spcAft>
              <a:buSzPts val="1400"/>
              <a:buChar char="○"/>
              <a:defRPr/>
            </a:lvl5pPr>
            <a:lvl6pPr indent="-317500" lvl="5" marL="2743200" rtl="0">
              <a:spcBef>
                <a:spcPts val="0"/>
              </a:spcBef>
              <a:spcAft>
                <a:spcPts val="0"/>
              </a:spcAft>
              <a:buSzPts val="1400"/>
              <a:buChar char="■"/>
              <a:defRPr/>
            </a:lvl6pPr>
            <a:lvl7pPr indent="-317500" lvl="6" marL="3200400" rtl="0">
              <a:spcBef>
                <a:spcPts val="0"/>
              </a:spcBef>
              <a:spcAft>
                <a:spcPts val="0"/>
              </a:spcAft>
              <a:buSzPts val="1400"/>
              <a:buChar char="●"/>
              <a:defRPr/>
            </a:lvl7pPr>
            <a:lvl8pPr indent="-317500" lvl="7" marL="3657600" rtl="0">
              <a:spcBef>
                <a:spcPts val="0"/>
              </a:spcBef>
              <a:spcAft>
                <a:spcPts val="0"/>
              </a:spcAft>
              <a:buSzPts val="1400"/>
              <a:buChar char="○"/>
              <a:defRPr/>
            </a:lvl8pPr>
            <a:lvl9pPr indent="-317500" lvl="8" marL="4114800" rtl="0">
              <a:spcBef>
                <a:spcPts val="0"/>
              </a:spcBef>
              <a:spcAft>
                <a:spcPts val="0"/>
              </a:spcAft>
              <a:buSzPts val="1400"/>
              <a:buChar char="■"/>
              <a:defRPr/>
            </a:lvl9pPr>
          </a:lstStyle>
          <a:p/>
        </p:txBody>
      </p:sp>
      <p:sp>
        <p:nvSpPr>
          <p:cNvPr id="154" name="Google Shape;154;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55" name="Shape 155"/>
        <p:cNvGrpSpPr/>
        <p:nvPr/>
      </p:nvGrpSpPr>
      <p:grpSpPr>
        <a:xfrm>
          <a:off x="0" y="0"/>
          <a:ext cx="0" cy="0"/>
          <a:chOff x="0" y="0"/>
          <a:chExt cx="0" cy="0"/>
        </a:xfrm>
      </p:grpSpPr>
      <p:sp>
        <p:nvSpPr>
          <p:cNvPr id="156" name="Google Shape;156;p32"/>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rtl="0">
              <a:lnSpc>
                <a:spcPct val="100000"/>
              </a:lnSpc>
              <a:spcBef>
                <a:spcPts val="0"/>
              </a:spcBef>
              <a:spcAft>
                <a:spcPts val="0"/>
              </a:spcAft>
              <a:buSzPts val="1800"/>
              <a:buNone/>
              <a:defRPr/>
            </a:lvl1pPr>
          </a:lstStyle>
          <a:p/>
        </p:txBody>
      </p:sp>
      <p:sp>
        <p:nvSpPr>
          <p:cNvPr id="157" name="Google Shape;157;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58" name="Shape 158"/>
        <p:cNvGrpSpPr/>
        <p:nvPr/>
      </p:nvGrpSpPr>
      <p:grpSpPr>
        <a:xfrm>
          <a:off x="0" y="0"/>
          <a:ext cx="0" cy="0"/>
          <a:chOff x="0" y="0"/>
          <a:chExt cx="0" cy="0"/>
        </a:xfrm>
      </p:grpSpPr>
      <p:sp>
        <p:nvSpPr>
          <p:cNvPr id="159" name="Google Shape;159;p33"/>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rtl="0" algn="ctr">
              <a:spcBef>
                <a:spcPts val="0"/>
              </a:spcBef>
              <a:spcAft>
                <a:spcPts val="0"/>
              </a:spcAft>
              <a:buSzPts val="12000"/>
              <a:buNone/>
              <a:defRPr sz="12000"/>
            </a:lvl1pPr>
            <a:lvl2pPr lvl="1" rtl="0" algn="ctr">
              <a:spcBef>
                <a:spcPts val="0"/>
              </a:spcBef>
              <a:spcAft>
                <a:spcPts val="0"/>
              </a:spcAft>
              <a:buSzPts val="12000"/>
              <a:buNone/>
              <a:defRPr sz="12000"/>
            </a:lvl2pPr>
            <a:lvl3pPr lvl="2" rtl="0" algn="ctr">
              <a:spcBef>
                <a:spcPts val="0"/>
              </a:spcBef>
              <a:spcAft>
                <a:spcPts val="0"/>
              </a:spcAft>
              <a:buSzPts val="12000"/>
              <a:buNone/>
              <a:defRPr sz="12000"/>
            </a:lvl3pPr>
            <a:lvl4pPr lvl="3" rtl="0" algn="ctr">
              <a:spcBef>
                <a:spcPts val="0"/>
              </a:spcBef>
              <a:spcAft>
                <a:spcPts val="0"/>
              </a:spcAft>
              <a:buSzPts val="12000"/>
              <a:buNone/>
              <a:defRPr sz="12000"/>
            </a:lvl4pPr>
            <a:lvl5pPr lvl="4" rtl="0" algn="ctr">
              <a:spcBef>
                <a:spcPts val="0"/>
              </a:spcBef>
              <a:spcAft>
                <a:spcPts val="0"/>
              </a:spcAft>
              <a:buSzPts val="12000"/>
              <a:buNone/>
              <a:defRPr sz="12000"/>
            </a:lvl5pPr>
            <a:lvl6pPr lvl="5" rtl="0" algn="ctr">
              <a:spcBef>
                <a:spcPts val="0"/>
              </a:spcBef>
              <a:spcAft>
                <a:spcPts val="0"/>
              </a:spcAft>
              <a:buSzPts val="12000"/>
              <a:buNone/>
              <a:defRPr sz="12000"/>
            </a:lvl6pPr>
            <a:lvl7pPr lvl="6" rtl="0" algn="ctr">
              <a:spcBef>
                <a:spcPts val="0"/>
              </a:spcBef>
              <a:spcAft>
                <a:spcPts val="0"/>
              </a:spcAft>
              <a:buSzPts val="12000"/>
              <a:buNone/>
              <a:defRPr sz="12000"/>
            </a:lvl7pPr>
            <a:lvl8pPr lvl="7" rtl="0" algn="ctr">
              <a:spcBef>
                <a:spcPts val="0"/>
              </a:spcBef>
              <a:spcAft>
                <a:spcPts val="0"/>
              </a:spcAft>
              <a:buSzPts val="12000"/>
              <a:buNone/>
              <a:defRPr sz="12000"/>
            </a:lvl8pPr>
            <a:lvl9pPr lvl="8" rtl="0" algn="ctr">
              <a:spcBef>
                <a:spcPts val="0"/>
              </a:spcBef>
              <a:spcAft>
                <a:spcPts val="0"/>
              </a:spcAft>
              <a:buSzPts val="12000"/>
              <a:buNone/>
              <a:defRPr sz="12000"/>
            </a:lvl9pPr>
          </a:lstStyle>
          <a:p>
            <a:r>
              <a:t>xx%</a:t>
            </a:r>
          </a:p>
        </p:txBody>
      </p:sp>
      <p:sp>
        <p:nvSpPr>
          <p:cNvPr id="160" name="Google Shape;160;p33"/>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rtl="0" algn="ctr">
              <a:spcBef>
                <a:spcPts val="0"/>
              </a:spcBef>
              <a:spcAft>
                <a:spcPts val="0"/>
              </a:spcAft>
              <a:buSzPts val="1800"/>
              <a:buChar char="●"/>
              <a:defRPr/>
            </a:lvl1pPr>
            <a:lvl2pPr indent="-317500" lvl="1" marL="914400" rtl="0" algn="ctr">
              <a:spcBef>
                <a:spcPts val="0"/>
              </a:spcBef>
              <a:spcAft>
                <a:spcPts val="0"/>
              </a:spcAft>
              <a:buSzPts val="1400"/>
              <a:buChar char="○"/>
              <a:defRPr/>
            </a:lvl2pPr>
            <a:lvl3pPr indent="-317500" lvl="2" marL="1371600" rtl="0" algn="ctr">
              <a:spcBef>
                <a:spcPts val="0"/>
              </a:spcBef>
              <a:spcAft>
                <a:spcPts val="0"/>
              </a:spcAft>
              <a:buSzPts val="1400"/>
              <a:buChar char="■"/>
              <a:defRPr/>
            </a:lvl3pPr>
            <a:lvl4pPr indent="-317500" lvl="3" marL="1828800" rtl="0" algn="ctr">
              <a:spcBef>
                <a:spcPts val="0"/>
              </a:spcBef>
              <a:spcAft>
                <a:spcPts val="0"/>
              </a:spcAft>
              <a:buSzPts val="1400"/>
              <a:buChar char="●"/>
              <a:defRPr/>
            </a:lvl4pPr>
            <a:lvl5pPr indent="-317500" lvl="4" marL="2286000" rtl="0" algn="ctr">
              <a:spcBef>
                <a:spcPts val="0"/>
              </a:spcBef>
              <a:spcAft>
                <a:spcPts val="0"/>
              </a:spcAft>
              <a:buSzPts val="1400"/>
              <a:buChar char="○"/>
              <a:defRPr/>
            </a:lvl5pPr>
            <a:lvl6pPr indent="-317500" lvl="5" marL="2743200" rtl="0" algn="ctr">
              <a:spcBef>
                <a:spcPts val="0"/>
              </a:spcBef>
              <a:spcAft>
                <a:spcPts val="0"/>
              </a:spcAft>
              <a:buSzPts val="1400"/>
              <a:buChar char="■"/>
              <a:defRPr/>
            </a:lvl6pPr>
            <a:lvl7pPr indent="-317500" lvl="6" marL="3200400" rtl="0" algn="ctr">
              <a:spcBef>
                <a:spcPts val="0"/>
              </a:spcBef>
              <a:spcAft>
                <a:spcPts val="0"/>
              </a:spcAft>
              <a:buSzPts val="1400"/>
              <a:buChar char="●"/>
              <a:defRPr/>
            </a:lvl7pPr>
            <a:lvl8pPr indent="-317500" lvl="7" marL="3657600" rtl="0" algn="ctr">
              <a:spcBef>
                <a:spcPts val="0"/>
              </a:spcBef>
              <a:spcAft>
                <a:spcPts val="0"/>
              </a:spcAft>
              <a:buSzPts val="1400"/>
              <a:buChar char="○"/>
              <a:defRPr/>
            </a:lvl8pPr>
            <a:lvl9pPr indent="-317500" lvl="8" marL="4114800" rtl="0" algn="ctr">
              <a:spcBef>
                <a:spcPts val="0"/>
              </a:spcBef>
              <a:spcAft>
                <a:spcPts val="0"/>
              </a:spcAft>
              <a:buSzPts val="1400"/>
              <a:buChar char="■"/>
              <a:defRPr/>
            </a:lvl9pPr>
          </a:lstStyle>
          <a:p/>
        </p:txBody>
      </p:sp>
      <p:sp>
        <p:nvSpPr>
          <p:cNvPr id="161" name="Google Shape;161;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62" name="Shape 162"/>
        <p:cNvGrpSpPr/>
        <p:nvPr/>
      </p:nvGrpSpPr>
      <p:grpSpPr>
        <a:xfrm>
          <a:off x="0" y="0"/>
          <a:ext cx="0" cy="0"/>
          <a:chOff x="0" y="0"/>
          <a:chExt cx="0" cy="0"/>
        </a:xfrm>
      </p:grpSpPr>
      <p:sp>
        <p:nvSpPr>
          <p:cNvPr id="163" name="Google Shape;163;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68" name="Shape 168"/>
        <p:cNvGrpSpPr/>
        <p:nvPr/>
      </p:nvGrpSpPr>
      <p:grpSpPr>
        <a:xfrm>
          <a:off x="0" y="0"/>
          <a:ext cx="0" cy="0"/>
          <a:chOff x="0" y="0"/>
          <a:chExt cx="0" cy="0"/>
        </a:xfrm>
      </p:grpSpPr>
      <p:sp>
        <p:nvSpPr>
          <p:cNvPr id="169" name="Google Shape;169;p36"/>
          <p:cNvSpPr txBox="1"/>
          <p:nvPr>
            <p:ph type="ctrTitle"/>
          </p:nvPr>
        </p:nvSpPr>
        <p:spPr>
          <a:xfrm>
            <a:off x="311708" y="744575"/>
            <a:ext cx="8520600" cy="2052600"/>
          </a:xfrm>
          <a:prstGeom prst="rect">
            <a:avLst/>
          </a:prstGeom>
        </p:spPr>
        <p:txBody>
          <a:bodyPr anchorCtr="0" anchor="b" bIns="91425" lIns="91425" spcFirstLastPara="1" rIns="91425" wrap="square" tIns="91425">
            <a:no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70" name="Google Shape;170;p36"/>
          <p:cNvSpPr txBox="1"/>
          <p:nvPr>
            <p:ph idx="1" type="subTitle"/>
          </p:nvPr>
        </p:nvSpPr>
        <p:spPr>
          <a:xfrm>
            <a:off x="311700" y="2834125"/>
            <a:ext cx="8520600" cy="7926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71" name="Google Shape;171;p3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72" name="Shape 172"/>
        <p:cNvGrpSpPr/>
        <p:nvPr/>
      </p:nvGrpSpPr>
      <p:grpSpPr>
        <a:xfrm>
          <a:off x="0" y="0"/>
          <a:ext cx="0" cy="0"/>
          <a:chOff x="0" y="0"/>
          <a:chExt cx="0" cy="0"/>
        </a:xfrm>
      </p:grpSpPr>
      <p:sp>
        <p:nvSpPr>
          <p:cNvPr id="173" name="Google Shape;173;p37"/>
          <p:cNvSpPr txBox="1"/>
          <p:nvPr>
            <p:ph type="title"/>
          </p:nvPr>
        </p:nvSpPr>
        <p:spPr>
          <a:xfrm>
            <a:off x="311700" y="2150850"/>
            <a:ext cx="8520600" cy="841800"/>
          </a:xfrm>
          <a:prstGeom prst="rect">
            <a:avLst/>
          </a:prstGeom>
        </p:spPr>
        <p:txBody>
          <a:bodyPr anchorCtr="0" anchor="ctr"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74" name="Google Shape;174;p3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75" name="Shape 175"/>
        <p:cNvGrpSpPr/>
        <p:nvPr/>
      </p:nvGrpSpPr>
      <p:grpSpPr>
        <a:xfrm>
          <a:off x="0" y="0"/>
          <a:ext cx="0" cy="0"/>
          <a:chOff x="0" y="0"/>
          <a:chExt cx="0" cy="0"/>
        </a:xfrm>
      </p:grpSpPr>
      <p:sp>
        <p:nvSpPr>
          <p:cNvPr id="176" name="Google Shape;176;p38"/>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77" name="Google Shape;177;p38"/>
          <p:cNvSpPr txBox="1"/>
          <p:nvPr>
            <p:ph idx="1" type="body"/>
          </p:nvPr>
        </p:nvSpPr>
        <p:spPr>
          <a:xfrm>
            <a:off x="311700" y="1152475"/>
            <a:ext cx="8520600" cy="34164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78" name="Google Shape;178;p3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79" name="Shape 179"/>
        <p:cNvGrpSpPr/>
        <p:nvPr/>
      </p:nvGrpSpPr>
      <p:grpSpPr>
        <a:xfrm>
          <a:off x="0" y="0"/>
          <a:ext cx="0" cy="0"/>
          <a:chOff x="0" y="0"/>
          <a:chExt cx="0" cy="0"/>
        </a:xfrm>
      </p:grpSpPr>
      <p:sp>
        <p:nvSpPr>
          <p:cNvPr id="180" name="Google Shape;180;p39"/>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1" name="Google Shape;181;p39"/>
          <p:cNvSpPr txBox="1"/>
          <p:nvPr>
            <p:ph idx="1" type="body"/>
          </p:nvPr>
        </p:nvSpPr>
        <p:spPr>
          <a:xfrm>
            <a:off x="3117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182" name="Google Shape;182;p39"/>
          <p:cNvSpPr txBox="1"/>
          <p:nvPr>
            <p:ph idx="2" type="body"/>
          </p:nvPr>
        </p:nvSpPr>
        <p:spPr>
          <a:xfrm>
            <a:off x="4832400" y="1152475"/>
            <a:ext cx="3999900" cy="3416400"/>
          </a:xfrm>
          <a:prstGeom prst="rect">
            <a:avLst/>
          </a:prstGeom>
        </p:spPr>
        <p:txBody>
          <a:bodyPr anchorCtr="0" anchor="t" bIns="91425" lIns="91425" spcFirstLastPara="1" rIns="91425" wrap="square" tIns="91425">
            <a:noAutofit/>
          </a:bodyPr>
          <a:lstStyle>
            <a:lvl1pPr indent="-317500" lvl="0" marL="457200">
              <a:spcBef>
                <a:spcPts val="0"/>
              </a:spcBef>
              <a:spcAft>
                <a:spcPts val="0"/>
              </a:spcAft>
              <a:buSzPts val="1400"/>
              <a:buChar char="●"/>
              <a:defRPr sz="14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183" name="Google Shape;183;p3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84" name="Shape 184"/>
        <p:cNvGrpSpPr/>
        <p:nvPr/>
      </p:nvGrpSpPr>
      <p:grpSpPr>
        <a:xfrm>
          <a:off x="0" y="0"/>
          <a:ext cx="0" cy="0"/>
          <a:chOff x="0" y="0"/>
          <a:chExt cx="0" cy="0"/>
        </a:xfrm>
      </p:grpSpPr>
      <p:sp>
        <p:nvSpPr>
          <p:cNvPr id="185" name="Google Shape;185;p40"/>
          <p:cNvSpPr txBox="1"/>
          <p:nvPr>
            <p:ph type="title"/>
          </p:nvPr>
        </p:nvSpPr>
        <p:spPr>
          <a:xfrm>
            <a:off x="311700" y="445025"/>
            <a:ext cx="8520600" cy="5727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6" name="Google Shape;186;p4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87" name="Shape 187"/>
        <p:cNvGrpSpPr/>
        <p:nvPr/>
      </p:nvGrpSpPr>
      <p:grpSpPr>
        <a:xfrm>
          <a:off x="0" y="0"/>
          <a:ext cx="0" cy="0"/>
          <a:chOff x="0" y="0"/>
          <a:chExt cx="0" cy="0"/>
        </a:xfrm>
      </p:grpSpPr>
      <p:sp>
        <p:nvSpPr>
          <p:cNvPr id="188" name="Google Shape;188;p41"/>
          <p:cNvSpPr txBox="1"/>
          <p:nvPr>
            <p:ph type="title"/>
          </p:nvPr>
        </p:nvSpPr>
        <p:spPr>
          <a:xfrm>
            <a:off x="311700" y="555600"/>
            <a:ext cx="2808000" cy="755700"/>
          </a:xfrm>
          <a:prstGeom prst="rect">
            <a:avLst/>
          </a:prstGeom>
        </p:spPr>
        <p:txBody>
          <a:bodyPr anchorCtr="0" anchor="b" bIns="91425" lIns="91425" spcFirstLastPara="1" rIns="91425" wrap="square" tIns="91425">
            <a:no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89" name="Google Shape;189;p41"/>
          <p:cNvSpPr txBox="1"/>
          <p:nvPr>
            <p:ph idx="1" type="body"/>
          </p:nvPr>
        </p:nvSpPr>
        <p:spPr>
          <a:xfrm>
            <a:off x="311700" y="1389600"/>
            <a:ext cx="2808000" cy="3179400"/>
          </a:xfrm>
          <a:prstGeom prst="rect">
            <a:avLst/>
          </a:prstGeom>
        </p:spPr>
        <p:txBody>
          <a:bodyPr anchorCtr="0" anchor="t" bIns="91425" lIns="91425" spcFirstLastPara="1" rIns="91425" wrap="square" tIns="91425">
            <a:noAutofit/>
          </a:bodyPr>
          <a:lstStyle>
            <a:lvl1pPr indent="-304800" lvl="0" marL="457200">
              <a:spcBef>
                <a:spcPts val="0"/>
              </a:spcBef>
              <a:spcAft>
                <a:spcPts val="0"/>
              </a:spcAft>
              <a:buSzPts val="1200"/>
              <a:buChar char="●"/>
              <a:defRPr sz="1200"/>
            </a:lvl1pPr>
            <a:lvl2pPr indent="-304800" lvl="1" marL="914400">
              <a:spcBef>
                <a:spcPts val="1600"/>
              </a:spcBef>
              <a:spcAft>
                <a:spcPts val="0"/>
              </a:spcAft>
              <a:buSzPts val="1200"/>
              <a:buChar char="○"/>
              <a:defRPr sz="1200"/>
            </a:lvl2pPr>
            <a:lvl3pPr indent="-304800" lvl="2" marL="1371600">
              <a:spcBef>
                <a:spcPts val="1600"/>
              </a:spcBef>
              <a:spcAft>
                <a:spcPts val="0"/>
              </a:spcAft>
              <a:buSzPts val="1200"/>
              <a:buChar char="■"/>
              <a:defRPr sz="1200"/>
            </a:lvl3pPr>
            <a:lvl4pPr indent="-304800" lvl="3" marL="1828800">
              <a:spcBef>
                <a:spcPts val="1600"/>
              </a:spcBef>
              <a:spcAft>
                <a:spcPts val="0"/>
              </a:spcAft>
              <a:buSzPts val="1200"/>
              <a:buChar char="●"/>
              <a:defRPr sz="1200"/>
            </a:lvl4pPr>
            <a:lvl5pPr indent="-304800" lvl="4" marL="2286000">
              <a:spcBef>
                <a:spcPts val="1600"/>
              </a:spcBef>
              <a:spcAft>
                <a:spcPts val="0"/>
              </a:spcAft>
              <a:buSzPts val="1200"/>
              <a:buChar char="○"/>
              <a:defRPr sz="1200"/>
            </a:lvl5pPr>
            <a:lvl6pPr indent="-304800" lvl="5" marL="2743200">
              <a:spcBef>
                <a:spcPts val="1600"/>
              </a:spcBef>
              <a:spcAft>
                <a:spcPts val="0"/>
              </a:spcAft>
              <a:buSzPts val="1200"/>
              <a:buChar char="■"/>
              <a:defRPr sz="1200"/>
            </a:lvl6pPr>
            <a:lvl7pPr indent="-304800" lvl="6" marL="3200400">
              <a:spcBef>
                <a:spcPts val="1600"/>
              </a:spcBef>
              <a:spcAft>
                <a:spcPts val="0"/>
              </a:spcAft>
              <a:buSzPts val="1200"/>
              <a:buChar char="●"/>
              <a:defRPr sz="1200"/>
            </a:lvl7pPr>
            <a:lvl8pPr indent="-304800" lvl="7" marL="3657600">
              <a:spcBef>
                <a:spcPts val="1600"/>
              </a:spcBef>
              <a:spcAft>
                <a:spcPts val="0"/>
              </a:spcAft>
              <a:buSzPts val="1200"/>
              <a:buChar char="○"/>
              <a:defRPr sz="1200"/>
            </a:lvl8pPr>
            <a:lvl9pPr indent="-304800" lvl="8" marL="4114800">
              <a:spcBef>
                <a:spcPts val="1600"/>
              </a:spcBef>
              <a:spcAft>
                <a:spcPts val="1600"/>
              </a:spcAft>
              <a:buSzPts val="1200"/>
              <a:buChar char="■"/>
              <a:defRPr sz="1200"/>
            </a:lvl9pPr>
          </a:lstStyle>
          <a:p/>
        </p:txBody>
      </p:sp>
      <p:sp>
        <p:nvSpPr>
          <p:cNvPr id="190" name="Google Shape;190;p4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91" name="Shape 191"/>
        <p:cNvGrpSpPr/>
        <p:nvPr/>
      </p:nvGrpSpPr>
      <p:grpSpPr>
        <a:xfrm>
          <a:off x="0" y="0"/>
          <a:ext cx="0" cy="0"/>
          <a:chOff x="0" y="0"/>
          <a:chExt cx="0" cy="0"/>
        </a:xfrm>
      </p:grpSpPr>
      <p:sp>
        <p:nvSpPr>
          <p:cNvPr id="192" name="Google Shape;192;p42"/>
          <p:cNvSpPr txBox="1"/>
          <p:nvPr>
            <p:ph type="title"/>
          </p:nvPr>
        </p:nvSpPr>
        <p:spPr>
          <a:xfrm>
            <a:off x="490250" y="450150"/>
            <a:ext cx="6367800" cy="4090800"/>
          </a:xfrm>
          <a:prstGeom prst="rect">
            <a:avLst/>
          </a:prstGeom>
        </p:spPr>
        <p:txBody>
          <a:bodyPr anchorCtr="0" anchor="ctr" bIns="91425" lIns="91425" spcFirstLastPara="1" rIns="91425" wrap="square" tIns="91425">
            <a:no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193" name="Google Shape;193;p4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94" name="Shape 194"/>
        <p:cNvGrpSpPr/>
        <p:nvPr/>
      </p:nvGrpSpPr>
      <p:grpSpPr>
        <a:xfrm>
          <a:off x="0" y="0"/>
          <a:ext cx="0" cy="0"/>
          <a:chOff x="0" y="0"/>
          <a:chExt cx="0" cy="0"/>
        </a:xfrm>
      </p:grpSpPr>
      <p:sp>
        <p:nvSpPr>
          <p:cNvPr id="195" name="Google Shape;195;p43"/>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p43"/>
          <p:cNvSpPr txBox="1"/>
          <p:nvPr>
            <p:ph type="title"/>
          </p:nvPr>
        </p:nvSpPr>
        <p:spPr>
          <a:xfrm>
            <a:off x="265500" y="1233175"/>
            <a:ext cx="4045200" cy="1482300"/>
          </a:xfrm>
          <a:prstGeom prst="rect">
            <a:avLst/>
          </a:prstGeom>
        </p:spPr>
        <p:txBody>
          <a:bodyPr anchorCtr="0" anchor="b" bIns="91425" lIns="91425" spcFirstLastPara="1" rIns="91425" wrap="square" tIns="91425">
            <a:no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197" name="Google Shape;197;p43"/>
          <p:cNvSpPr txBox="1"/>
          <p:nvPr>
            <p:ph idx="1" type="subTitle"/>
          </p:nvPr>
        </p:nvSpPr>
        <p:spPr>
          <a:xfrm>
            <a:off x="265500" y="2803075"/>
            <a:ext cx="4045200" cy="1235100"/>
          </a:xfrm>
          <a:prstGeom prst="rect">
            <a:avLst/>
          </a:prstGeom>
        </p:spPr>
        <p:txBody>
          <a:bodyPr anchorCtr="0" anchor="t" bIns="91425" lIns="91425" spcFirstLastPara="1" rIns="91425" wrap="square" tIns="91425">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198" name="Google Shape;198;p43"/>
          <p:cNvSpPr txBox="1"/>
          <p:nvPr>
            <p:ph idx="2" type="body"/>
          </p:nvPr>
        </p:nvSpPr>
        <p:spPr>
          <a:xfrm>
            <a:off x="4939500" y="724075"/>
            <a:ext cx="3837000" cy="3695100"/>
          </a:xfrm>
          <a:prstGeom prst="rect">
            <a:avLst/>
          </a:prstGeom>
        </p:spPr>
        <p:txBody>
          <a:bodyPr anchorCtr="0" anchor="ctr" bIns="91425" lIns="91425" spcFirstLastPara="1" rIns="91425" wrap="square" tIns="91425">
            <a:noAutofit/>
          </a:bodyPr>
          <a:lstStyle>
            <a:lvl1pPr indent="-342900" lvl="0" marL="457200">
              <a:spcBef>
                <a:spcPts val="0"/>
              </a:spcBef>
              <a:spcAft>
                <a:spcPts val="0"/>
              </a:spcAft>
              <a:buSzPts val="1800"/>
              <a:buChar char="●"/>
              <a:defRPr/>
            </a:lvl1pPr>
            <a:lvl2pPr indent="-317500" lvl="1" marL="914400">
              <a:spcBef>
                <a:spcPts val="1600"/>
              </a:spcBef>
              <a:spcAft>
                <a:spcPts val="0"/>
              </a:spcAft>
              <a:buSzPts val="1400"/>
              <a:buChar char="○"/>
              <a:defRPr/>
            </a:lvl2pPr>
            <a:lvl3pPr indent="-317500" lvl="2" marL="1371600">
              <a:spcBef>
                <a:spcPts val="1600"/>
              </a:spcBef>
              <a:spcAft>
                <a:spcPts val="0"/>
              </a:spcAft>
              <a:buSzPts val="1400"/>
              <a:buChar char="■"/>
              <a:defRPr/>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199" name="Google Shape;199;p4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00" name="Shape 200"/>
        <p:cNvGrpSpPr/>
        <p:nvPr/>
      </p:nvGrpSpPr>
      <p:grpSpPr>
        <a:xfrm>
          <a:off x="0" y="0"/>
          <a:ext cx="0" cy="0"/>
          <a:chOff x="0" y="0"/>
          <a:chExt cx="0" cy="0"/>
        </a:xfrm>
      </p:grpSpPr>
      <p:sp>
        <p:nvSpPr>
          <p:cNvPr id="201" name="Google Shape;201;p44"/>
          <p:cNvSpPr txBox="1"/>
          <p:nvPr>
            <p:ph idx="1" type="body"/>
          </p:nvPr>
        </p:nvSpPr>
        <p:spPr>
          <a:xfrm>
            <a:off x="311700" y="4230575"/>
            <a:ext cx="5998800" cy="605100"/>
          </a:xfrm>
          <a:prstGeom prst="rect">
            <a:avLst/>
          </a:prstGeom>
        </p:spPr>
        <p:txBody>
          <a:bodyPr anchorCtr="0" anchor="ctr" bIns="91425" lIns="91425" spcFirstLastPara="1" rIns="91425" wrap="square" tIns="91425">
            <a:noAutofit/>
          </a:bodyPr>
          <a:lstStyle>
            <a:lvl1pPr indent="-228600" lvl="0" marL="457200">
              <a:lnSpc>
                <a:spcPct val="100000"/>
              </a:lnSpc>
              <a:spcBef>
                <a:spcPts val="0"/>
              </a:spcBef>
              <a:spcAft>
                <a:spcPts val="0"/>
              </a:spcAft>
              <a:buSzPts val="1800"/>
              <a:buNone/>
              <a:defRPr/>
            </a:lvl1pPr>
          </a:lstStyle>
          <a:p/>
        </p:txBody>
      </p:sp>
      <p:sp>
        <p:nvSpPr>
          <p:cNvPr id="202" name="Google Shape;202;p4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203" name="Shape 203"/>
        <p:cNvGrpSpPr/>
        <p:nvPr/>
      </p:nvGrpSpPr>
      <p:grpSpPr>
        <a:xfrm>
          <a:off x="0" y="0"/>
          <a:ext cx="0" cy="0"/>
          <a:chOff x="0" y="0"/>
          <a:chExt cx="0" cy="0"/>
        </a:xfrm>
      </p:grpSpPr>
      <p:sp>
        <p:nvSpPr>
          <p:cNvPr id="204" name="Google Shape;204;p45"/>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205" name="Google Shape;205;p45"/>
          <p:cNvSpPr txBox="1"/>
          <p:nvPr>
            <p:ph idx="1" type="body"/>
          </p:nvPr>
        </p:nvSpPr>
        <p:spPr>
          <a:xfrm>
            <a:off x="311700" y="3152225"/>
            <a:ext cx="8520600" cy="1300800"/>
          </a:xfrm>
          <a:prstGeom prst="rect">
            <a:avLst/>
          </a:prstGeom>
        </p:spPr>
        <p:txBody>
          <a:bodyPr anchorCtr="0" anchor="t" bIns="91425" lIns="91425" spcFirstLastPara="1" rIns="91425" wrap="square" tIns="91425">
            <a:noAutofit/>
          </a:bodyPr>
          <a:lstStyle>
            <a:lvl1pPr indent="-342900" lvl="0" marL="457200" algn="ctr">
              <a:spcBef>
                <a:spcPts val="0"/>
              </a:spcBef>
              <a:spcAft>
                <a:spcPts val="0"/>
              </a:spcAft>
              <a:buSzPts val="1800"/>
              <a:buChar char="●"/>
              <a:defRPr/>
            </a:lvl1pPr>
            <a:lvl2pPr indent="-317500" lvl="1" marL="914400" algn="ctr">
              <a:spcBef>
                <a:spcPts val="1600"/>
              </a:spcBef>
              <a:spcAft>
                <a:spcPts val="0"/>
              </a:spcAft>
              <a:buSzPts val="1400"/>
              <a:buChar char="○"/>
              <a:defRPr/>
            </a:lvl2pPr>
            <a:lvl3pPr indent="-317500" lvl="2" marL="1371600" algn="ctr">
              <a:spcBef>
                <a:spcPts val="1600"/>
              </a:spcBef>
              <a:spcAft>
                <a:spcPts val="0"/>
              </a:spcAft>
              <a:buSzPts val="1400"/>
              <a:buChar char="■"/>
              <a:defRPr/>
            </a:lvl3pPr>
            <a:lvl4pPr indent="-317500" lvl="3" marL="1828800" algn="ctr">
              <a:spcBef>
                <a:spcPts val="1600"/>
              </a:spcBef>
              <a:spcAft>
                <a:spcPts val="0"/>
              </a:spcAft>
              <a:buSzPts val="1400"/>
              <a:buChar char="●"/>
              <a:defRPr/>
            </a:lvl4pPr>
            <a:lvl5pPr indent="-317500" lvl="4" marL="2286000" algn="ctr">
              <a:spcBef>
                <a:spcPts val="1600"/>
              </a:spcBef>
              <a:spcAft>
                <a:spcPts val="0"/>
              </a:spcAft>
              <a:buSzPts val="1400"/>
              <a:buChar char="○"/>
              <a:defRPr/>
            </a:lvl5pPr>
            <a:lvl6pPr indent="-317500" lvl="5" marL="2743200" algn="ctr">
              <a:spcBef>
                <a:spcPts val="1600"/>
              </a:spcBef>
              <a:spcAft>
                <a:spcPts val="0"/>
              </a:spcAft>
              <a:buSzPts val="1400"/>
              <a:buChar char="■"/>
              <a:defRPr/>
            </a:lvl6pPr>
            <a:lvl7pPr indent="-317500" lvl="6" marL="3200400" algn="ctr">
              <a:spcBef>
                <a:spcPts val="1600"/>
              </a:spcBef>
              <a:spcAft>
                <a:spcPts val="0"/>
              </a:spcAft>
              <a:buSzPts val="1400"/>
              <a:buChar char="●"/>
              <a:defRPr/>
            </a:lvl7pPr>
            <a:lvl8pPr indent="-317500" lvl="7" marL="3657600" algn="ctr">
              <a:spcBef>
                <a:spcPts val="1600"/>
              </a:spcBef>
              <a:spcAft>
                <a:spcPts val="0"/>
              </a:spcAft>
              <a:buSzPts val="1400"/>
              <a:buChar char="○"/>
              <a:defRPr/>
            </a:lvl8pPr>
            <a:lvl9pPr indent="-317500" lvl="8" marL="4114800" algn="ctr">
              <a:spcBef>
                <a:spcPts val="1600"/>
              </a:spcBef>
              <a:spcAft>
                <a:spcPts val="1600"/>
              </a:spcAft>
              <a:buSzPts val="1400"/>
              <a:buChar char="■"/>
              <a:defRPr/>
            </a:lvl9pPr>
          </a:lstStyle>
          <a:p/>
        </p:txBody>
      </p:sp>
      <p:sp>
        <p:nvSpPr>
          <p:cNvPr id="206" name="Google Shape;206;p4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07" name="Shape 207"/>
        <p:cNvGrpSpPr/>
        <p:nvPr/>
      </p:nvGrpSpPr>
      <p:grpSpPr>
        <a:xfrm>
          <a:off x="0" y="0"/>
          <a:ext cx="0" cy="0"/>
          <a:chOff x="0" y="0"/>
          <a:chExt cx="0" cy="0"/>
        </a:xfrm>
      </p:grpSpPr>
      <p:sp>
        <p:nvSpPr>
          <p:cNvPr id="208" name="Google Shape;208;p4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p:cSld name="TITLE_1">
    <p:spTree>
      <p:nvGrpSpPr>
        <p:cNvPr id="209" name="Shape 209"/>
        <p:cNvGrpSpPr/>
        <p:nvPr/>
      </p:nvGrpSpPr>
      <p:grpSpPr>
        <a:xfrm>
          <a:off x="0" y="0"/>
          <a:ext cx="0" cy="0"/>
          <a:chOff x="0" y="0"/>
          <a:chExt cx="0" cy="0"/>
        </a:xfrm>
      </p:grpSpPr>
      <p:sp>
        <p:nvSpPr>
          <p:cNvPr id="210" name="Google Shape;210;p47"/>
          <p:cNvSpPr/>
          <p:nvPr/>
        </p:nvSpPr>
        <p:spPr>
          <a:xfrm>
            <a:off x="7668138" y="4623011"/>
            <a:ext cx="559200" cy="5592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1" name="Google Shape;211;p47"/>
          <p:cNvSpPr/>
          <p:nvPr/>
        </p:nvSpPr>
        <p:spPr>
          <a:xfrm rot="2700000">
            <a:off x="24133" y="2719061"/>
            <a:ext cx="542634" cy="542634"/>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2" name="Google Shape;212;p47"/>
          <p:cNvSpPr/>
          <p:nvPr/>
        </p:nvSpPr>
        <p:spPr>
          <a:xfrm rot="2700000">
            <a:off x="8554394" y="1033337"/>
            <a:ext cx="805677" cy="805677"/>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3" name="Google Shape;213;p47"/>
          <p:cNvSpPr/>
          <p:nvPr/>
        </p:nvSpPr>
        <p:spPr>
          <a:xfrm>
            <a:off x="544450" y="1432591"/>
            <a:ext cx="625800" cy="6258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4" name="Google Shape;214;p47"/>
          <p:cNvSpPr/>
          <p:nvPr/>
        </p:nvSpPr>
        <p:spPr>
          <a:xfrm rot="-1799860">
            <a:off x="8526950" y="3105703"/>
            <a:ext cx="607243" cy="607243"/>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5" name="Google Shape;215;p47"/>
          <p:cNvSpPr/>
          <p:nvPr/>
        </p:nvSpPr>
        <p:spPr>
          <a:xfrm rot="-1527899">
            <a:off x="453203" y="3864921"/>
            <a:ext cx="901480" cy="90148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6" name="Google Shape;216;p47"/>
          <p:cNvSpPr/>
          <p:nvPr/>
        </p:nvSpPr>
        <p:spPr>
          <a:xfrm>
            <a:off x="1775778" y="3374078"/>
            <a:ext cx="450000" cy="4500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7" name="Google Shape;217;p47"/>
          <p:cNvSpPr/>
          <p:nvPr/>
        </p:nvSpPr>
        <p:spPr>
          <a:xfrm>
            <a:off x="7559892" y="831025"/>
            <a:ext cx="436800" cy="436800"/>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47"/>
          <p:cNvSpPr/>
          <p:nvPr/>
        </p:nvSpPr>
        <p:spPr>
          <a:xfrm rot="-722907">
            <a:off x="1537971" y="647226"/>
            <a:ext cx="648178" cy="648178"/>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9" name="Google Shape;219;p47"/>
          <p:cNvSpPr/>
          <p:nvPr/>
        </p:nvSpPr>
        <p:spPr>
          <a:xfrm>
            <a:off x="6827225" y="-36363"/>
            <a:ext cx="398100" cy="3981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0" name="Google Shape;220;p47"/>
          <p:cNvSpPr/>
          <p:nvPr/>
        </p:nvSpPr>
        <p:spPr>
          <a:xfrm rot="1498435">
            <a:off x="607987" y="273510"/>
            <a:ext cx="386542" cy="386542"/>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1" name="Google Shape;221;p47"/>
          <p:cNvSpPr/>
          <p:nvPr/>
        </p:nvSpPr>
        <p:spPr>
          <a:xfrm>
            <a:off x="7094543" y="3312272"/>
            <a:ext cx="573600" cy="57360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2" name="Google Shape;222;p47"/>
          <p:cNvSpPr/>
          <p:nvPr/>
        </p:nvSpPr>
        <p:spPr>
          <a:xfrm>
            <a:off x="2947575" y="209975"/>
            <a:ext cx="268200" cy="2682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3" name="Google Shape;223;p47"/>
          <p:cNvSpPr/>
          <p:nvPr/>
        </p:nvSpPr>
        <p:spPr>
          <a:xfrm>
            <a:off x="2423393" y="4259284"/>
            <a:ext cx="260100" cy="260100"/>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47"/>
          <p:cNvSpPr/>
          <p:nvPr/>
        </p:nvSpPr>
        <p:spPr>
          <a:xfrm>
            <a:off x="4083290" y="425479"/>
            <a:ext cx="386100" cy="38610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5" name="Google Shape;225;p47"/>
          <p:cNvSpPr/>
          <p:nvPr/>
        </p:nvSpPr>
        <p:spPr>
          <a:xfrm>
            <a:off x="7755550" y="2148500"/>
            <a:ext cx="268200" cy="2682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6" name="Google Shape;226;p47"/>
          <p:cNvSpPr/>
          <p:nvPr/>
        </p:nvSpPr>
        <p:spPr>
          <a:xfrm>
            <a:off x="3415225" y="4449550"/>
            <a:ext cx="268200" cy="268200"/>
          </a:xfrm>
          <a:prstGeom prst="donut">
            <a:avLst>
              <a:gd fmla="val 31040" name="adj"/>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7" name="Google Shape;227;p47"/>
          <p:cNvSpPr/>
          <p:nvPr/>
        </p:nvSpPr>
        <p:spPr>
          <a:xfrm>
            <a:off x="1479240" y="2220579"/>
            <a:ext cx="386100" cy="38610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8" name="Google Shape;228;p47"/>
          <p:cNvSpPr/>
          <p:nvPr/>
        </p:nvSpPr>
        <p:spPr>
          <a:xfrm>
            <a:off x="5371265" y="4390604"/>
            <a:ext cx="386100" cy="386100"/>
          </a:xfrm>
          <a:prstGeom prst="mathMultiply">
            <a:avLst>
              <a:gd fmla="val 23520"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9" name="Google Shape;229;p47"/>
          <p:cNvSpPr/>
          <p:nvPr/>
        </p:nvSpPr>
        <p:spPr>
          <a:xfrm rot="-2700000">
            <a:off x="6337338" y="4348472"/>
            <a:ext cx="260074" cy="260074"/>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0" name="Google Shape;230;p47"/>
          <p:cNvSpPr/>
          <p:nvPr/>
        </p:nvSpPr>
        <p:spPr>
          <a:xfrm>
            <a:off x="5622218" y="263309"/>
            <a:ext cx="260100" cy="260100"/>
          </a:xfrm>
          <a:prstGeom prst="frame">
            <a:avLst>
              <a:gd fmla="val 28897" name="adj1"/>
            </a:avLst>
          </a:prstGeom>
          <a:solidFill>
            <a:srgbClr val="007A87"/>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1" name="Google Shape;231;p47"/>
          <p:cNvSpPr/>
          <p:nvPr/>
        </p:nvSpPr>
        <p:spPr>
          <a:xfrm>
            <a:off x="-25" y="0"/>
            <a:ext cx="9144000" cy="5143500"/>
          </a:xfrm>
          <a:prstGeom prst="rect">
            <a:avLst/>
          </a:prstGeom>
          <a:solidFill>
            <a:srgbClr val="FFFFFF">
              <a:alpha val="64999"/>
            </a:srgbClr>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32" name="Google Shape;232;p47"/>
          <p:cNvSpPr txBox="1"/>
          <p:nvPr>
            <p:ph type="ctrTitle"/>
          </p:nvPr>
        </p:nvSpPr>
        <p:spPr>
          <a:xfrm>
            <a:off x="2068850" y="1991825"/>
            <a:ext cx="5006400" cy="1159800"/>
          </a:xfrm>
          <a:prstGeom prst="rect">
            <a:avLst/>
          </a:prstGeom>
          <a:noFill/>
        </p:spPr>
        <p:txBody>
          <a:bodyPr anchorCtr="0" anchor="ctr" bIns="91425" lIns="91425" spcFirstLastPara="1" rIns="91425" wrap="square" tIns="91425">
            <a:noAutofit/>
          </a:bodyPr>
          <a:lstStyle>
            <a:lvl1pPr lvl="0" algn="ctr">
              <a:spcBef>
                <a:spcPts val="0"/>
              </a:spcBef>
              <a:spcAft>
                <a:spcPts val="0"/>
              </a:spcAft>
              <a:buClr>
                <a:srgbClr val="434343"/>
              </a:buClr>
              <a:buSzPts val="4800"/>
              <a:buNone/>
              <a:defRPr sz="4800">
                <a:solidFill>
                  <a:srgbClr val="434343"/>
                </a:solidFill>
              </a:defRPr>
            </a:lvl1pPr>
            <a:lvl2pPr lvl="1" algn="ctr">
              <a:spcBef>
                <a:spcPts val="0"/>
              </a:spcBef>
              <a:spcAft>
                <a:spcPts val="0"/>
              </a:spcAft>
              <a:buSzPts val="4800"/>
              <a:buNone/>
              <a:defRPr sz="4800"/>
            </a:lvl2pPr>
            <a:lvl3pPr lvl="2" algn="ctr">
              <a:spcBef>
                <a:spcPts val="0"/>
              </a:spcBef>
              <a:spcAft>
                <a:spcPts val="0"/>
              </a:spcAft>
              <a:buSzPts val="4800"/>
              <a:buNone/>
              <a:defRPr sz="4800"/>
            </a:lvl3pPr>
            <a:lvl4pPr lvl="3" algn="ctr">
              <a:spcBef>
                <a:spcPts val="0"/>
              </a:spcBef>
              <a:spcAft>
                <a:spcPts val="0"/>
              </a:spcAft>
              <a:buSzPts val="4800"/>
              <a:buNone/>
              <a:defRPr sz="4800"/>
            </a:lvl4pPr>
            <a:lvl5pPr lvl="4" algn="ctr">
              <a:spcBef>
                <a:spcPts val="0"/>
              </a:spcBef>
              <a:spcAft>
                <a:spcPts val="0"/>
              </a:spcAft>
              <a:buSzPts val="4800"/>
              <a:buNone/>
              <a:defRPr sz="4800"/>
            </a:lvl5pPr>
            <a:lvl6pPr lvl="5" algn="ctr">
              <a:spcBef>
                <a:spcPts val="0"/>
              </a:spcBef>
              <a:spcAft>
                <a:spcPts val="0"/>
              </a:spcAft>
              <a:buSzPts val="4800"/>
              <a:buNone/>
              <a:defRPr sz="4800"/>
            </a:lvl6pPr>
            <a:lvl7pPr lvl="6" algn="ctr">
              <a:spcBef>
                <a:spcPts val="0"/>
              </a:spcBef>
              <a:spcAft>
                <a:spcPts val="0"/>
              </a:spcAft>
              <a:buSzPts val="4800"/>
              <a:buNone/>
              <a:defRPr sz="4800"/>
            </a:lvl7pPr>
            <a:lvl8pPr lvl="7" algn="ctr">
              <a:spcBef>
                <a:spcPts val="0"/>
              </a:spcBef>
              <a:spcAft>
                <a:spcPts val="0"/>
              </a:spcAft>
              <a:buSzPts val="4800"/>
              <a:buNone/>
              <a:defRPr sz="4800"/>
            </a:lvl8pPr>
            <a:lvl9pPr lvl="8" algn="ctr">
              <a:spcBef>
                <a:spcPts val="0"/>
              </a:spcBef>
              <a:spcAft>
                <a:spcPts val="0"/>
              </a:spcAft>
              <a:buSzPts val="4800"/>
              <a:buNone/>
              <a:defRPr sz="4800"/>
            </a:lvl9pPr>
          </a:lstStyle>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ubtitle">
  <p:cSld name="TITLE_1_1">
    <p:spTree>
      <p:nvGrpSpPr>
        <p:cNvPr id="233" name="Shape 233"/>
        <p:cNvGrpSpPr/>
        <p:nvPr/>
      </p:nvGrpSpPr>
      <p:grpSpPr>
        <a:xfrm>
          <a:off x="0" y="0"/>
          <a:ext cx="0" cy="0"/>
          <a:chOff x="0" y="0"/>
          <a:chExt cx="0" cy="0"/>
        </a:xfrm>
      </p:grpSpPr>
      <p:sp>
        <p:nvSpPr>
          <p:cNvPr id="234" name="Google Shape;234;p48"/>
          <p:cNvSpPr/>
          <p:nvPr/>
        </p:nvSpPr>
        <p:spPr>
          <a:xfrm>
            <a:off x="-25" y="0"/>
            <a:ext cx="9144000" cy="5143500"/>
          </a:xfrm>
          <a:prstGeom prst="rect">
            <a:avLst/>
          </a:prstGeom>
          <a:gradFill>
            <a:gsLst>
              <a:gs pos="0">
                <a:srgbClr val="000000">
                  <a:alpha val="0"/>
                </a:srgbClr>
              </a:gs>
              <a:gs pos="100000">
                <a:srgbClr val="000000">
                  <a:alpha val="29803"/>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35" name="Google Shape;235;p48"/>
          <p:cNvSpPr/>
          <p:nvPr/>
        </p:nvSpPr>
        <p:spPr>
          <a:xfrm>
            <a:off x="7613863" y="4623011"/>
            <a:ext cx="559200" cy="559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6" name="Google Shape;236;p48"/>
          <p:cNvSpPr/>
          <p:nvPr/>
        </p:nvSpPr>
        <p:spPr>
          <a:xfrm rot="2700000">
            <a:off x="24133" y="2719061"/>
            <a:ext cx="542634" cy="542634"/>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7" name="Google Shape;237;p48"/>
          <p:cNvSpPr/>
          <p:nvPr/>
        </p:nvSpPr>
        <p:spPr>
          <a:xfrm rot="2700000">
            <a:off x="8500119" y="1033337"/>
            <a:ext cx="805677" cy="805677"/>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8" name="Google Shape;238;p48"/>
          <p:cNvSpPr/>
          <p:nvPr/>
        </p:nvSpPr>
        <p:spPr>
          <a:xfrm>
            <a:off x="544450" y="1432591"/>
            <a:ext cx="625800" cy="6258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39" name="Google Shape;239;p48"/>
          <p:cNvSpPr/>
          <p:nvPr/>
        </p:nvSpPr>
        <p:spPr>
          <a:xfrm rot="-1799860">
            <a:off x="8472675" y="3105703"/>
            <a:ext cx="607243" cy="607243"/>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0" name="Google Shape;240;p48"/>
          <p:cNvSpPr/>
          <p:nvPr/>
        </p:nvSpPr>
        <p:spPr>
          <a:xfrm rot="-1527899">
            <a:off x="453203" y="3864921"/>
            <a:ext cx="901480" cy="90148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1" name="Google Shape;241;p48"/>
          <p:cNvSpPr/>
          <p:nvPr/>
        </p:nvSpPr>
        <p:spPr>
          <a:xfrm>
            <a:off x="1775778" y="3374078"/>
            <a:ext cx="450000" cy="4500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2" name="Google Shape;242;p48"/>
          <p:cNvSpPr/>
          <p:nvPr/>
        </p:nvSpPr>
        <p:spPr>
          <a:xfrm>
            <a:off x="7505617" y="831025"/>
            <a:ext cx="436800" cy="436800"/>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3" name="Google Shape;243;p48"/>
          <p:cNvSpPr/>
          <p:nvPr/>
        </p:nvSpPr>
        <p:spPr>
          <a:xfrm rot="-722907">
            <a:off x="1483696" y="647226"/>
            <a:ext cx="648178" cy="648178"/>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4" name="Google Shape;244;p48"/>
          <p:cNvSpPr/>
          <p:nvPr/>
        </p:nvSpPr>
        <p:spPr>
          <a:xfrm>
            <a:off x="6772950" y="-36363"/>
            <a:ext cx="398100" cy="3981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5" name="Google Shape;245;p48"/>
          <p:cNvSpPr/>
          <p:nvPr/>
        </p:nvSpPr>
        <p:spPr>
          <a:xfrm rot="1498435">
            <a:off x="553712" y="273510"/>
            <a:ext cx="386542" cy="386542"/>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6" name="Google Shape;246;p48"/>
          <p:cNvSpPr/>
          <p:nvPr/>
        </p:nvSpPr>
        <p:spPr>
          <a:xfrm>
            <a:off x="7040268" y="3312272"/>
            <a:ext cx="573600" cy="5736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7" name="Google Shape;247;p48"/>
          <p:cNvSpPr/>
          <p:nvPr/>
        </p:nvSpPr>
        <p:spPr>
          <a:xfrm>
            <a:off x="2893300" y="209975"/>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8" name="Google Shape;248;p48"/>
          <p:cNvSpPr/>
          <p:nvPr/>
        </p:nvSpPr>
        <p:spPr>
          <a:xfrm>
            <a:off x="2423393" y="4259284"/>
            <a:ext cx="260100" cy="260100"/>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48"/>
          <p:cNvSpPr/>
          <p:nvPr/>
        </p:nvSpPr>
        <p:spPr>
          <a:xfrm>
            <a:off x="4029015" y="425479"/>
            <a:ext cx="386100" cy="3861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0" name="Google Shape;250;p48"/>
          <p:cNvSpPr/>
          <p:nvPr/>
        </p:nvSpPr>
        <p:spPr>
          <a:xfrm>
            <a:off x="7701275" y="2148500"/>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1" name="Google Shape;251;p48"/>
          <p:cNvSpPr/>
          <p:nvPr/>
        </p:nvSpPr>
        <p:spPr>
          <a:xfrm>
            <a:off x="3415225" y="4449550"/>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2" name="Google Shape;252;p48"/>
          <p:cNvSpPr/>
          <p:nvPr/>
        </p:nvSpPr>
        <p:spPr>
          <a:xfrm>
            <a:off x="1479240" y="2220579"/>
            <a:ext cx="386100" cy="3861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3" name="Google Shape;253;p48"/>
          <p:cNvSpPr/>
          <p:nvPr/>
        </p:nvSpPr>
        <p:spPr>
          <a:xfrm>
            <a:off x="5371265" y="4390604"/>
            <a:ext cx="386100" cy="3861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4" name="Google Shape;254;p48"/>
          <p:cNvSpPr/>
          <p:nvPr/>
        </p:nvSpPr>
        <p:spPr>
          <a:xfrm rot="-2700000">
            <a:off x="6337338" y="4348472"/>
            <a:ext cx="260074" cy="260074"/>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5" name="Google Shape;255;p48"/>
          <p:cNvSpPr/>
          <p:nvPr/>
        </p:nvSpPr>
        <p:spPr>
          <a:xfrm>
            <a:off x="5567943" y="263309"/>
            <a:ext cx="260100" cy="260100"/>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48"/>
          <p:cNvSpPr txBox="1"/>
          <p:nvPr>
            <p:ph type="ctrTitle"/>
          </p:nvPr>
        </p:nvSpPr>
        <p:spPr>
          <a:xfrm>
            <a:off x="2068850" y="1354750"/>
            <a:ext cx="5006400" cy="1159800"/>
          </a:xfrm>
          <a:prstGeom prst="rect">
            <a:avLst/>
          </a:prstGeom>
        </p:spPr>
        <p:txBody>
          <a:bodyPr anchorCtr="0" anchor="b" bIns="91425" lIns="91425" spcFirstLastPara="1" rIns="91425" wrap="square" tIns="91425">
            <a:no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257" name="Google Shape;257;p48"/>
          <p:cNvSpPr txBox="1"/>
          <p:nvPr>
            <p:ph idx="1" type="subTitle"/>
          </p:nvPr>
        </p:nvSpPr>
        <p:spPr>
          <a:xfrm>
            <a:off x="2961650" y="2992450"/>
            <a:ext cx="3220800" cy="784800"/>
          </a:xfrm>
          <a:prstGeom prst="rect">
            <a:avLst/>
          </a:prstGeom>
        </p:spPr>
        <p:txBody>
          <a:bodyPr anchorCtr="0" anchor="t" bIns="91425" lIns="91425" spcFirstLastPara="1" rIns="91425" wrap="square" tIns="91425">
            <a:noAutofit/>
          </a:bodyPr>
          <a:lstStyle>
            <a:lvl1pPr lvl="0" algn="ctr">
              <a:spcBef>
                <a:spcPts val="0"/>
              </a:spcBef>
              <a:spcAft>
                <a:spcPts val="0"/>
              </a:spcAft>
              <a:buClr>
                <a:srgbClr val="434343"/>
              </a:buClr>
              <a:buSzPts val="1800"/>
              <a:buNone/>
              <a:defRPr sz="1800">
                <a:solidFill>
                  <a:srgbClr val="434343"/>
                </a:solidFill>
              </a:defRPr>
            </a:lvl1pPr>
            <a:lvl2pPr lvl="1" algn="ctr">
              <a:spcBef>
                <a:spcPts val="1600"/>
              </a:spcBef>
              <a:spcAft>
                <a:spcPts val="0"/>
              </a:spcAft>
              <a:buClr>
                <a:srgbClr val="434343"/>
              </a:buClr>
              <a:buSzPts val="1800"/>
              <a:buNone/>
              <a:defRPr sz="1800">
                <a:solidFill>
                  <a:srgbClr val="434343"/>
                </a:solidFill>
              </a:defRPr>
            </a:lvl2pPr>
            <a:lvl3pPr lvl="2" algn="ctr">
              <a:spcBef>
                <a:spcPts val="1600"/>
              </a:spcBef>
              <a:spcAft>
                <a:spcPts val="0"/>
              </a:spcAft>
              <a:buClr>
                <a:srgbClr val="434343"/>
              </a:buClr>
              <a:buSzPts val="1800"/>
              <a:buNone/>
              <a:defRPr sz="1800">
                <a:solidFill>
                  <a:srgbClr val="434343"/>
                </a:solidFill>
              </a:defRPr>
            </a:lvl3pPr>
            <a:lvl4pPr lvl="3" algn="ctr">
              <a:spcBef>
                <a:spcPts val="1600"/>
              </a:spcBef>
              <a:spcAft>
                <a:spcPts val="0"/>
              </a:spcAft>
              <a:buClr>
                <a:srgbClr val="434343"/>
              </a:buClr>
              <a:buSzPts val="1400"/>
              <a:buNone/>
              <a:defRPr>
                <a:solidFill>
                  <a:srgbClr val="434343"/>
                </a:solidFill>
              </a:defRPr>
            </a:lvl4pPr>
            <a:lvl5pPr lvl="4" algn="ctr">
              <a:spcBef>
                <a:spcPts val="1600"/>
              </a:spcBef>
              <a:spcAft>
                <a:spcPts val="0"/>
              </a:spcAft>
              <a:buClr>
                <a:srgbClr val="434343"/>
              </a:buClr>
              <a:buSzPts val="1400"/>
              <a:buNone/>
              <a:defRPr>
                <a:solidFill>
                  <a:srgbClr val="434343"/>
                </a:solidFill>
              </a:defRPr>
            </a:lvl5pPr>
            <a:lvl6pPr lvl="5" algn="ctr">
              <a:spcBef>
                <a:spcPts val="1600"/>
              </a:spcBef>
              <a:spcAft>
                <a:spcPts val="0"/>
              </a:spcAft>
              <a:buClr>
                <a:srgbClr val="434343"/>
              </a:buClr>
              <a:buSzPts val="1400"/>
              <a:buNone/>
              <a:defRPr>
                <a:solidFill>
                  <a:srgbClr val="434343"/>
                </a:solidFill>
              </a:defRPr>
            </a:lvl6pPr>
            <a:lvl7pPr lvl="6" algn="ctr">
              <a:spcBef>
                <a:spcPts val="1600"/>
              </a:spcBef>
              <a:spcAft>
                <a:spcPts val="0"/>
              </a:spcAft>
              <a:buClr>
                <a:srgbClr val="434343"/>
              </a:buClr>
              <a:buSzPts val="1400"/>
              <a:buNone/>
              <a:defRPr>
                <a:solidFill>
                  <a:srgbClr val="434343"/>
                </a:solidFill>
              </a:defRPr>
            </a:lvl7pPr>
            <a:lvl8pPr lvl="7" algn="ctr">
              <a:spcBef>
                <a:spcPts val="1600"/>
              </a:spcBef>
              <a:spcAft>
                <a:spcPts val="0"/>
              </a:spcAft>
              <a:buClr>
                <a:srgbClr val="434343"/>
              </a:buClr>
              <a:buSzPts val="1400"/>
              <a:buNone/>
              <a:defRPr>
                <a:solidFill>
                  <a:srgbClr val="434343"/>
                </a:solidFill>
              </a:defRPr>
            </a:lvl8pPr>
            <a:lvl9pPr lvl="8" algn="ctr">
              <a:spcBef>
                <a:spcPts val="1600"/>
              </a:spcBef>
              <a:spcAft>
                <a:spcPts val="1600"/>
              </a:spcAft>
              <a:buClr>
                <a:srgbClr val="434343"/>
              </a:buClr>
              <a:buSzPts val="1400"/>
              <a:buNone/>
              <a:defRPr>
                <a:solidFill>
                  <a:srgbClr val="434343"/>
                </a:solidFill>
              </a:defRPr>
            </a:lvl9pPr>
          </a:lstStyle>
          <a:p/>
        </p:txBody>
      </p:sp>
      <p:sp>
        <p:nvSpPr>
          <p:cNvPr id="258" name="Google Shape;258;p48"/>
          <p:cNvSpPr/>
          <p:nvPr/>
        </p:nvSpPr>
        <p:spPr>
          <a:xfrm>
            <a:off x="4409077" y="2598899"/>
            <a:ext cx="325800" cy="325800"/>
          </a:xfrm>
          <a:prstGeom prst="mathMultiply">
            <a:avLst>
              <a:gd fmla="val 23520" name="adj1"/>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9" name="Google Shape;259;p48"/>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lvl1pPr lvl="0">
              <a:buNone/>
              <a:defRPr>
                <a:solidFill>
                  <a:srgbClr val="FFFFFF"/>
                </a:solidFill>
              </a:defRPr>
            </a:lvl1pPr>
            <a:lvl2pPr lvl="1">
              <a:buNone/>
              <a:defRPr>
                <a:solidFill>
                  <a:srgbClr val="FFFFFF"/>
                </a:solidFill>
              </a:defRPr>
            </a:lvl2pPr>
            <a:lvl3pPr lvl="2">
              <a:buNone/>
              <a:defRPr>
                <a:solidFill>
                  <a:srgbClr val="FFFFFF"/>
                </a:solidFill>
              </a:defRPr>
            </a:lvl3pPr>
            <a:lvl4pPr lvl="3">
              <a:buNone/>
              <a:defRPr>
                <a:solidFill>
                  <a:srgbClr val="FFFFFF"/>
                </a:solidFill>
              </a:defRPr>
            </a:lvl4pPr>
            <a:lvl5pPr lvl="4">
              <a:buNone/>
              <a:defRPr>
                <a:solidFill>
                  <a:srgbClr val="FFFFFF"/>
                </a:solidFill>
              </a:defRPr>
            </a:lvl5pPr>
            <a:lvl6pPr lvl="5">
              <a:buNone/>
              <a:defRPr>
                <a:solidFill>
                  <a:srgbClr val="FFFFFF"/>
                </a:solidFill>
              </a:defRPr>
            </a:lvl6pPr>
            <a:lvl7pPr lvl="6">
              <a:buNone/>
              <a:defRPr>
                <a:solidFill>
                  <a:srgbClr val="FFFFFF"/>
                </a:solidFill>
              </a:defRPr>
            </a:lvl7pPr>
            <a:lvl8pPr lvl="7">
              <a:buNone/>
              <a:defRPr>
                <a:solidFill>
                  <a:srgbClr val="FFFFFF"/>
                </a:solidFill>
              </a:defRPr>
            </a:lvl8pPr>
            <a:lvl9pPr lvl="8">
              <a:buNone/>
              <a:defRPr>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TITLE_1_1_1">
    <p:spTree>
      <p:nvGrpSpPr>
        <p:cNvPr id="260" name="Shape 260"/>
        <p:cNvGrpSpPr/>
        <p:nvPr/>
      </p:nvGrpSpPr>
      <p:grpSpPr>
        <a:xfrm>
          <a:off x="0" y="0"/>
          <a:ext cx="0" cy="0"/>
          <a:chOff x="0" y="0"/>
          <a:chExt cx="0" cy="0"/>
        </a:xfrm>
      </p:grpSpPr>
      <p:sp>
        <p:nvSpPr>
          <p:cNvPr id="261" name="Google Shape;261;p49"/>
          <p:cNvSpPr txBox="1"/>
          <p:nvPr>
            <p:ph idx="1" type="body"/>
          </p:nvPr>
        </p:nvSpPr>
        <p:spPr>
          <a:xfrm>
            <a:off x="2032675" y="2161800"/>
            <a:ext cx="5078700" cy="819900"/>
          </a:xfrm>
          <a:prstGeom prst="rect">
            <a:avLst/>
          </a:prstGeom>
        </p:spPr>
        <p:txBody>
          <a:bodyPr anchorCtr="0" anchor="ctr" bIns="91425" lIns="91425" spcFirstLastPara="1" rIns="91425" wrap="square" tIns="91425">
            <a:noAutofit/>
          </a:bodyPr>
          <a:lstStyle>
            <a:lvl1pPr indent="-381000" lvl="0" marL="457200" algn="ctr">
              <a:spcBef>
                <a:spcPts val="0"/>
              </a:spcBef>
              <a:spcAft>
                <a:spcPts val="0"/>
              </a:spcAft>
              <a:buSzPts val="2400"/>
              <a:buChar char="●"/>
              <a:defRPr i="1" sz="2400"/>
            </a:lvl1pPr>
            <a:lvl2pPr indent="-317500" lvl="1" marL="914400" algn="ctr">
              <a:spcBef>
                <a:spcPts val="1600"/>
              </a:spcBef>
              <a:spcAft>
                <a:spcPts val="0"/>
              </a:spcAft>
              <a:buSzPts val="1400"/>
              <a:buChar char="○"/>
              <a:defRPr i="1"/>
            </a:lvl2pPr>
            <a:lvl3pPr indent="-317500" lvl="2" marL="1371600" algn="ctr">
              <a:spcBef>
                <a:spcPts val="1600"/>
              </a:spcBef>
              <a:spcAft>
                <a:spcPts val="0"/>
              </a:spcAft>
              <a:buSzPts val="1400"/>
              <a:buChar char="■"/>
              <a:defRPr i="1"/>
            </a:lvl3pPr>
            <a:lvl4pPr indent="-381000" lvl="3" marL="1828800" algn="ctr">
              <a:spcBef>
                <a:spcPts val="1600"/>
              </a:spcBef>
              <a:spcAft>
                <a:spcPts val="0"/>
              </a:spcAft>
              <a:buSzPts val="2400"/>
              <a:buChar char="●"/>
              <a:defRPr i="1" sz="2400"/>
            </a:lvl4pPr>
            <a:lvl5pPr indent="-381000" lvl="4" marL="2286000" algn="ctr">
              <a:spcBef>
                <a:spcPts val="1600"/>
              </a:spcBef>
              <a:spcAft>
                <a:spcPts val="0"/>
              </a:spcAft>
              <a:buSzPts val="2400"/>
              <a:buChar char="○"/>
              <a:defRPr i="1" sz="2400"/>
            </a:lvl5pPr>
            <a:lvl6pPr indent="-381000" lvl="5" marL="2743200" algn="ctr">
              <a:spcBef>
                <a:spcPts val="1600"/>
              </a:spcBef>
              <a:spcAft>
                <a:spcPts val="0"/>
              </a:spcAft>
              <a:buSzPts val="2400"/>
              <a:buChar char="■"/>
              <a:defRPr i="1" sz="2400"/>
            </a:lvl6pPr>
            <a:lvl7pPr indent="-381000" lvl="6" marL="3200400" algn="ctr">
              <a:spcBef>
                <a:spcPts val="1600"/>
              </a:spcBef>
              <a:spcAft>
                <a:spcPts val="0"/>
              </a:spcAft>
              <a:buSzPts val="2400"/>
              <a:buChar char="●"/>
              <a:defRPr i="1" sz="2400"/>
            </a:lvl7pPr>
            <a:lvl8pPr indent="-381000" lvl="7" marL="3657600" algn="ctr">
              <a:spcBef>
                <a:spcPts val="1600"/>
              </a:spcBef>
              <a:spcAft>
                <a:spcPts val="0"/>
              </a:spcAft>
              <a:buSzPts val="2400"/>
              <a:buChar char="○"/>
              <a:defRPr i="1" sz="2400"/>
            </a:lvl8pPr>
            <a:lvl9pPr indent="-381000" lvl="8" marL="4114800" algn="ctr">
              <a:spcBef>
                <a:spcPts val="1600"/>
              </a:spcBef>
              <a:spcAft>
                <a:spcPts val="1600"/>
              </a:spcAft>
              <a:buSzPts val="2400"/>
              <a:buChar char="■"/>
              <a:defRPr i="1" sz="2400"/>
            </a:lvl9pPr>
          </a:lstStyle>
          <a:p/>
        </p:txBody>
      </p:sp>
      <p:sp>
        <p:nvSpPr>
          <p:cNvPr id="262" name="Google Shape;262;p49"/>
          <p:cNvSpPr txBox="1"/>
          <p:nvPr/>
        </p:nvSpPr>
        <p:spPr>
          <a:xfrm>
            <a:off x="3689900" y="133119"/>
            <a:ext cx="1957200" cy="653700"/>
          </a:xfrm>
          <a:prstGeom prst="rect">
            <a:avLst/>
          </a:prstGeom>
          <a:noFill/>
          <a:ln>
            <a:noFill/>
          </a:ln>
        </p:spPr>
        <p:txBody>
          <a:bodyPr anchorCtr="0" anchor="t" bIns="91425" lIns="91425" spcFirstLastPara="1" rIns="91425" wrap="square" tIns="91425">
            <a:noAutofit/>
          </a:bodyPr>
          <a:lstStyle/>
          <a:p>
            <a:pPr indent="0" lvl="0" marL="0" rtl="0" algn="ctr">
              <a:spcBef>
                <a:spcPts val="0"/>
              </a:spcBef>
              <a:spcAft>
                <a:spcPts val="0"/>
              </a:spcAft>
              <a:buNone/>
            </a:pPr>
            <a:r>
              <a:rPr lang="en" sz="9600">
                <a:solidFill>
                  <a:srgbClr val="434343"/>
                </a:solidFill>
                <a:latin typeface="Varela Round"/>
                <a:ea typeface="Varela Round"/>
                <a:cs typeface="Varela Round"/>
                <a:sym typeface="Varela Round"/>
              </a:rPr>
              <a:t>“</a:t>
            </a:r>
            <a:endParaRPr sz="9600">
              <a:solidFill>
                <a:srgbClr val="434343"/>
              </a:solidFill>
              <a:latin typeface="Varela Round"/>
              <a:ea typeface="Varela Round"/>
              <a:cs typeface="Varela Round"/>
              <a:sym typeface="Varela Round"/>
            </a:endParaRPr>
          </a:p>
        </p:txBody>
      </p:sp>
      <p:sp>
        <p:nvSpPr>
          <p:cNvPr id="263" name="Google Shape;263;p49"/>
          <p:cNvSpPr/>
          <p:nvPr/>
        </p:nvSpPr>
        <p:spPr>
          <a:xfrm>
            <a:off x="7613863" y="4623011"/>
            <a:ext cx="559200" cy="5592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4" name="Google Shape;264;p49"/>
          <p:cNvSpPr/>
          <p:nvPr/>
        </p:nvSpPr>
        <p:spPr>
          <a:xfrm rot="2700000">
            <a:off x="24133" y="2719061"/>
            <a:ext cx="542634" cy="542634"/>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5" name="Google Shape;265;p49"/>
          <p:cNvSpPr/>
          <p:nvPr/>
        </p:nvSpPr>
        <p:spPr>
          <a:xfrm rot="2700000">
            <a:off x="8500119" y="1033337"/>
            <a:ext cx="805677" cy="805677"/>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49"/>
          <p:cNvSpPr/>
          <p:nvPr/>
        </p:nvSpPr>
        <p:spPr>
          <a:xfrm>
            <a:off x="544450" y="1432591"/>
            <a:ext cx="625800" cy="6258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7" name="Google Shape;267;p49"/>
          <p:cNvSpPr/>
          <p:nvPr/>
        </p:nvSpPr>
        <p:spPr>
          <a:xfrm rot="-1799860">
            <a:off x="8472675" y="3105703"/>
            <a:ext cx="607243" cy="607243"/>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8" name="Google Shape;268;p49"/>
          <p:cNvSpPr/>
          <p:nvPr/>
        </p:nvSpPr>
        <p:spPr>
          <a:xfrm rot="-1527899">
            <a:off x="453203" y="3864921"/>
            <a:ext cx="901480" cy="90148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9" name="Google Shape;269;p49"/>
          <p:cNvSpPr/>
          <p:nvPr/>
        </p:nvSpPr>
        <p:spPr>
          <a:xfrm>
            <a:off x="1775778" y="3374078"/>
            <a:ext cx="450000" cy="4500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0" name="Google Shape;270;p49"/>
          <p:cNvSpPr/>
          <p:nvPr/>
        </p:nvSpPr>
        <p:spPr>
          <a:xfrm>
            <a:off x="7505617" y="831025"/>
            <a:ext cx="436800" cy="436800"/>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1" name="Google Shape;271;p49"/>
          <p:cNvSpPr/>
          <p:nvPr/>
        </p:nvSpPr>
        <p:spPr>
          <a:xfrm rot="-722907">
            <a:off x="1483696" y="647226"/>
            <a:ext cx="648178" cy="648178"/>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2" name="Google Shape;272;p49"/>
          <p:cNvSpPr/>
          <p:nvPr/>
        </p:nvSpPr>
        <p:spPr>
          <a:xfrm>
            <a:off x="6772950" y="-36363"/>
            <a:ext cx="398100" cy="3981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3" name="Google Shape;273;p49"/>
          <p:cNvSpPr/>
          <p:nvPr/>
        </p:nvSpPr>
        <p:spPr>
          <a:xfrm rot="1498435">
            <a:off x="553712" y="273510"/>
            <a:ext cx="386542" cy="386542"/>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4" name="Google Shape;274;p49"/>
          <p:cNvSpPr/>
          <p:nvPr/>
        </p:nvSpPr>
        <p:spPr>
          <a:xfrm>
            <a:off x="7040268" y="3312272"/>
            <a:ext cx="573600" cy="57360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5" name="Google Shape;275;p49"/>
          <p:cNvSpPr/>
          <p:nvPr/>
        </p:nvSpPr>
        <p:spPr>
          <a:xfrm>
            <a:off x="2893300" y="209975"/>
            <a:ext cx="268200" cy="2682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6" name="Google Shape;276;p49"/>
          <p:cNvSpPr/>
          <p:nvPr/>
        </p:nvSpPr>
        <p:spPr>
          <a:xfrm>
            <a:off x="2423393" y="4259284"/>
            <a:ext cx="260100" cy="260100"/>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49"/>
          <p:cNvSpPr/>
          <p:nvPr/>
        </p:nvSpPr>
        <p:spPr>
          <a:xfrm>
            <a:off x="4029015" y="425479"/>
            <a:ext cx="386100" cy="38610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8" name="Google Shape;278;p49"/>
          <p:cNvSpPr/>
          <p:nvPr/>
        </p:nvSpPr>
        <p:spPr>
          <a:xfrm>
            <a:off x="7701275" y="2148500"/>
            <a:ext cx="268200" cy="2682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9" name="Google Shape;279;p49"/>
          <p:cNvSpPr/>
          <p:nvPr/>
        </p:nvSpPr>
        <p:spPr>
          <a:xfrm>
            <a:off x="3415225" y="4449550"/>
            <a:ext cx="268200" cy="268200"/>
          </a:xfrm>
          <a:prstGeom prst="donut">
            <a:avLst>
              <a:gd fmla="val 31040" name="adj"/>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0" name="Google Shape;280;p49"/>
          <p:cNvSpPr/>
          <p:nvPr/>
        </p:nvSpPr>
        <p:spPr>
          <a:xfrm>
            <a:off x="1479240" y="2220579"/>
            <a:ext cx="386100" cy="38610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1" name="Google Shape;281;p49"/>
          <p:cNvSpPr/>
          <p:nvPr/>
        </p:nvSpPr>
        <p:spPr>
          <a:xfrm>
            <a:off x="5371265" y="4390604"/>
            <a:ext cx="386100" cy="386100"/>
          </a:xfrm>
          <a:prstGeom prst="mathMultiply">
            <a:avLst>
              <a:gd fmla="val 23520"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2" name="Google Shape;282;p49"/>
          <p:cNvSpPr/>
          <p:nvPr/>
        </p:nvSpPr>
        <p:spPr>
          <a:xfrm rot="-2700000">
            <a:off x="6337338" y="4348472"/>
            <a:ext cx="260074" cy="260074"/>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49"/>
          <p:cNvSpPr/>
          <p:nvPr/>
        </p:nvSpPr>
        <p:spPr>
          <a:xfrm>
            <a:off x="5567943" y="263309"/>
            <a:ext cx="260100" cy="260100"/>
          </a:xfrm>
          <a:prstGeom prst="frame">
            <a:avLst>
              <a:gd fmla="val 28897" name="adj1"/>
            </a:avLst>
          </a:prstGeom>
          <a:solidFill>
            <a:srgbClr val="667F8C">
              <a:alpha val="1500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4" name="Google Shape;284;p49"/>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3 columns">
  <p:cSld name="TITLE_AND_TWO_COLUMNS_1">
    <p:spTree>
      <p:nvGrpSpPr>
        <p:cNvPr id="285" name="Shape 285"/>
        <p:cNvGrpSpPr/>
        <p:nvPr/>
      </p:nvGrpSpPr>
      <p:grpSpPr>
        <a:xfrm>
          <a:off x="0" y="0"/>
          <a:ext cx="0" cy="0"/>
          <a:chOff x="0" y="0"/>
          <a:chExt cx="0" cy="0"/>
        </a:xfrm>
      </p:grpSpPr>
      <p:sp>
        <p:nvSpPr>
          <p:cNvPr id="286" name="Google Shape;286;p50"/>
          <p:cNvSpPr/>
          <p:nvPr/>
        </p:nvSpPr>
        <p:spPr>
          <a:xfrm>
            <a:off x="-25" y="0"/>
            <a:ext cx="9144000" cy="1063500"/>
          </a:xfrm>
          <a:prstGeom prst="rect">
            <a:avLst/>
          </a:prstGeom>
          <a:gradFill>
            <a:gsLst>
              <a:gs pos="0">
                <a:srgbClr val="000000">
                  <a:alpha val="0"/>
                </a:srgbClr>
              </a:gs>
              <a:gs pos="100000">
                <a:srgbClr val="000000">
                  <a:alpha val="29803"/>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287" name="Google Shape;287;p50"/>
          <p:cNvSpPr/>
          <p:nvPr/>
        </p:nvSpPr>
        <p:spPr>
          <a:xfrm>
            <a:off x="0" y="1063500"/>
            <a:ext cx="9144000" cy="40800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8" name="Google Shape;288;p50"/>
          <p:cNvSpPr/>
          <p:nvPr/>
        </p:nvSpPr>
        <p:spPr>
          <a:xfrm>
            <a:off x="600350" y="319175"/>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9" name="Google Shape;289;p50"/>
          <p:cNvSpPr/>
          <p:nvPr/>
        </p:nvSpPr>
        <p:spPr>
          <a:xfrm>
            <a:off x="1771440" y="586479"/>
            <a:ext cx="386100" cy="3861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0" name="Google Shape;290;p50"/>
          <p:cNvSpPr/>
          <p:nvPr/>
        </p:nvSpPr>
        <p:spPr>
          <a:xfrm rot="-1295565">
            <a:off x="1719773" y="-14241"/>
            <a:ext cx="260049" cy="260049"/>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50"/>
          <p:cNvSpPr/>
          <p:nvPr/>
        </p:nvSpPr>
        <p:spPr>
          <a:xfrm>
            <a:off x="7099000" y="-18325"/>
            <a:ext cx="268200" cy="2682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2" name="Google Shape;292;p50"/>
          <p:cNvSpPr/>
          <p:nvPr/>
        </p:nvSpPr>
        <p:spPr>
          <a:xfrm rot="1050327">
            <a:off x="7064662" y="770637"/>
            <a:ext cx="385975" cy="385975"/>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50"/>
          <p:cNvSpPr/>
          <p:nvPr/>
        </p:nvSpPr>
        <p:spPr>
          <a:xfrm rot="1498139">
            <a:off x="8048547" y="796761"/>
            <a:ext cx="260111" cy="260111"/>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4" name="Google Shape;294;p50"/>
          <p:cNvSpPr/>
          <p:nvPr/>
        </p:nvSpPr>
        <p:spPr>
          <a:xfrm>
            <a:off x="272750" y="914514"/>
            <a:ext cx="185100" cy="1851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5" name="Google Shape;295;p50"/>
          <p:cNvSpPr/>
          <p:nvPr/>
        </p:nvSpPr>
        <p:spPr>
          <a:xfrm rot="1222482">
            <a:off x="108247" y="115143"/>
            <a:ext cx="266258" cy="266258"/>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6" name="Google Shape;296;p50"/>
          <p:cNvSpPr/>
          <p:nvPr/>
        </p:nvSpPr>
        <p:spPr>
          <a:xfrm rot="2700000">
            <a:off x="1130105" y="721484"/>
            <a:ext cx="179464" cy="179464"/>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7" name="Google Shape;297;p50"/>
          <p:cNvSpPr/>
          <p:nvPr/>
        </p:nvSpPr>
        <p:spPr>
          <a:xfrm>
            <a:off x="8797925" y="686964"/>
            <a:ext cx="185100" cy="185100"/>
          </a:xfrm>
          <a:prstGeom prst="donut">
            <a:avLst>
              <a:gd fmla="val 31040" name="adj"/>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8" name="Google Shape;298;p50"/>
          <p:cNvSpPr/>
          <p:nvPr/>
        </p:nvSpPr>
        <p:spPr>
          <a:xfrm>
            <a:off x="8434357" y="190568"/>
            <a:ext cx="266400" cy="266400"/>
          </a:xfrm>
          <a:prstGeom prst="mathMultiply">
            <a:avLst>
              <a:gd fmla="val 23520"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9" name="Google Shape;299;p50"/>
          <p:cNvSpPr/>
          <p:nvPr/>
        </p:nvSpPr>
        <p:spPr>
          <a:xfrm>
            <a:off x="7656287" y="319171"/>
            <a:ext cx="179400" cy="179400"/>
          </a:xfrm>
          <a:prstGeom prst="frame">
            <a:avLst>
              <a:gd fmla="val 28897" name="adj1"/>
            </a:avLst>
          </a:prstGeom>
          <a:solidFill>
            <a:srgbClr val="FFFFFF">
              <a:alpha val="24230"/>
            </a:srgb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0" name="Google Shape;300;p50"/>
          <p:cNvSpPr txBox="1"/>
          <p:nvPr>
            <p:ph type="title"/>
          </p:nvPr>
        </p:nvSpPr>
        <p:spPr>
          <a:xfrm>
            <a:off x="457200" y="-1"/>
            <a:ext cx="8229600" cy="1063500"/>
          </a:xfrm>
          <a:prstGeom prst="rect">
            <a:avLst/>
          </a:prstGeom>
        </p:spPr>
        <p:txBody>
          <a:bodyPr anchorCtr="0" anchor="t" bIns="91425" lIns="91425" spcFirstLastPara="1" rIns="91425" wrap="square" tIns="91425">
            <a:no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301" name="Google Shape;301;p50"/>
          <p:cNvSpPr txBox="1"/>
          <p:nvPr>
            <p:ph idx="1" type="body"/>
          </p:nvPr>
        </p:nvSpPr>
        <p:spPr>
          <a:xfrm>
            <a:off x="457200" y="1363150"/>
            <a:ext cx="2631900" cy="35628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sz="1800"/>
            </a:lvl1pPr>
            <a:lvl2pPr indent="-342900" lvl="1" marL="914400">
              <a:spcBef>
                <a:spcPts val="1600"/>
              </a:spcBef>
              <a:spcAft>
                <a:spcPts val="0"/>
              </a:spcAft>
              <a:buSzPts val="1800"/>
              <a:buChar char="○"/>
              <a:defRPr sz="1800"/>
            </a:lvl2pPr>
            <a:lvl3pPr indent="-342900" lvl="2" marL="1371600">
              <a:spcBef>
                <a:spcPts val="1600"/>
              </a:spcBef>
              <a:spcAft>
                <a:spcPts val="0"/>
              </a:spcAft>
              <a:buSzPts val="1800"/>
              <a:buChar char="■"/>
              <a:defRPr sz="1800"/>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302" name="Google Shape;302;p50"/>
          <p:cNvSpPr txBox="1"/>
          <p:nvPr>
            <p:ph idx="2" type="body"/>
          </p:nvPr>
        </p:nvSpPr>
        <p:spPr>
          <a:xfrm>
            <a:off x="3223964" y="1363150"/>
            <a:ext cx="2631900" cy="35628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sz="1800"/>
            </a:lvl1pPr>
            <a:lvl2pPr indent="-342900" lvl="1" marL="914400">
              <a:spcBef>
                <a:spcPts val="1600"/>
              </a:spcBef>
              <a:spcAft>
                <a:spcPts val="0"/>
              </a:spcAft>
              <a:buSzPts val="1800"/>
              <a:buChar char="○"/>
              <a:defRPr sz="1800"/>
            </a:lvl2pPr>
            <a:lvl3pPr indent="-342900" lvl="2" marL="1371600">
              <a:spcBef>
                <a:spcPts val="1600"/>
              </a:spcBef>
              <a:spcAft>
                <a:spcPts val="0"/>
              </a:spcAft>
              <a:buSzPts val="1800"/>
              <a:buChar char="■"/>
              <a:defRPr sz="1800"/>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303" name="Google Shape;303;p50"/>
          <p:cNvSpPr txBox="1"/>
          <p:nvPr>
            <p:ph idx="3" type="body"/>
          </p:nvPr>
        </p:nvSpPr>
        <p:spPr>
          <a:xfrm>
            <a:off x="5990727" y="1363150"/>
            <a:ext cx="2631900" cy="3562800"/>
          </a:xfrm>
          <a:prstGeom prst="rect">
            <a:avLst/>
          </a:prstGeom>
        </p:spPr>
        <p:txBody>
          <a:bodyPr anchorCtr="0" anchor="t" bIns="91425" lIns="91425" spcFirstLastPara="1" rIns="91425" wrap="square" tIns="91425">
            <a:noAutofit/>
          </a:bodyPr>
          <a:lstStyle>
            <a:lvl1pPr indent="-342900" lvl="0" marL="457200">
              <a:spcBef>
                <a:spcPts val="0"/>
              </a:spcBef>
              <a:spcAft>
                <a:spcPts val="0"/>
              </a:spcAft>
              <a:buSzPts val="1800"/>
              <a:buChar char="●"/>
              <a:defRPr sz="1800"/>
            </a:lvl1pPr>
            <a:lvl2pPr indent="-342900" lvl="1" marL="914400">
              <a:spcBef>
                <a:spcPts val="1600"/>
              </a:spcBef>
              <a:spcAft>
                <a:spcPts val="0"/>
              </a:spcAft>
              <a:buSzPts val="1800"/>
              <a:buChar char="○"/>
              <a:defRPr sz="1800"/>
            </a:lvl2pPr>
            <a:lvl3pPr indent="-342900" lvl="2" marL="1371600">
              <a:spcBef>
                <a:spcPts val="1600"/>
              </a:spcBef>
              <a:spcAft>
                <a:spcPts val="0"/>
              </a:spcAft>
              <a:buSzPts val="1800"/>
              <a:buChar char="■"/>
              <a:defRPr sz="1800"/>
            </a:lvl3pPr>
            <a:lvl4pPr indent="-317500" lvl="3" marL="1828800">
              <a:spcBef>
                <a:spcPts val="1600"/>
              </a:spcBef>
              <a:spcAft>
                <a:spcPts val="0"/>
              </a:spcAft>
              <a:buSzPts val="1400"/>
              <a:buChar char="●"/>
              <a:defRPr/>
            </a:lvl4pPr>
            <a:lvl5pPr indent="-317500" lvl="4" marL="2286000">
              <a:spcBef>
                <a:spcPts val="1600"/>
              </a:spcBef>
              <a:spcAft>
                <a:spcPts val="0"/>
              </a:spcAft>
              <a:buSzPts val="1400"/>
              <a:buChar char="○"/>
              <a:defRPr/>
            </a:lvl5pPr>
            <a:lvl6pPr indent="-317500" lvl="5" marL="2743200">
              <a:spcBef>
                <a:spcPts val="1600"/>
              </a:spcBef>
              <a:spcAft>
                <a:spcPts val="0"/>
              </a:spcAft>
              <a:buSzPts val="1400"/>
              <a:buChar char="■"/>
              <a:defRPr/>
            </a:lvl6pPr>
            <a:lvl7pPr indent="-317500" lvl="6" marL="3200400">
              <a:spcBef>
                <a:spcPts val="1600"/>
              </a:spcBef>
              <a:spcAft>
                <a:spcPts val="0"/>
              </a:spcAft>
              <a:buSzPts val="1400"/>
              <a:buChar char="●"/>
              <a:defRPr/>
            </a:lvl7pPr>
            <a:lvl8pPr indent="-317500" lvl="7" marL="3657600">
              <a:spcBef>
                <a:spcPts val="1600"/>
              </a:spcBef>
              <a:spcAft>
                <a:spcPts val="0"/>
              </a:spcAft>
              <a:buSzPts val="1400"/>
              <a:buChar char="○"/>
              <a:defRPr/>
            </a:lvl8pPr>
            <a:lvl9pPr indent="-317500" lvl="8" marL="4114800">
              <a:spcBef>
                <a:spcPts val="1600"/>
              </a:spcBef>
              <a:spcAft>
                <a:spcPts val="1600"/>
              </a:spcAft>
              <a:buSzPts val="1400"/>
              <a:buChar char="■"/>
              <a:defRPr/>
            </a:lvl9pPr>
          </a:lstStyle>
          <a:p/>
        </p:txBody>
      </p:sp>
      <p:sp>
        <p:nvSpPr>
          <p:cNvPr id="304" name="Google Shape;304;p50"/>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without decoration">
  <p:cSld name="BLANK_1">
    <p:spTree>
      <p:nvGrpSpPr>
        <p:cNvPr id="305" name="Shape 305"/>
        <p:cNvGrpSpPr/>
        <p:nvPr/>
      </p:nvGrpSpPr>
      <p:grpSpPr>
        <a:xfrm>
          <a:off x="0" y="0"/>
          <a:ext cx="0" cy="0"/>
          <a:chOff x="0" y="0"/>
          <a:chExt cx="0" cy="0"/>
        </a:xfrm>
      </p:grpSpPr>
      <p:sp>
        <p:nvSpPr>
          <p:cNvPr id="306" name="Google Shape;306;p51"/>
          <p:cNvSpPr/>
          <p:nvPr/>
        </p:nvSpPr>
        <p:spPr>
          <a:xfrm>
            <a:off x="-25" y="0"/>
            <a:ext cx="9144000" cy="5143500"/>
          </a:xfrm>
          <a:prstGeom prst="rect">
            <a:avLst/>
          </a:prstGeom>
          <a:gradFill>
            <a:gsLst>
              <a:gs pos="0">
                <a:srgbClr val="000000">
                  <a:alpha val="0"/>
                </a:srgbClr>
              </a:gs>
              <a:gs pos="100000">
                <a:srgbClr val="000000">
                  <a:alpha val="29803"/>
                </a:srgbClr>
              </a:gs>
            </a:gsLst>
            <a:path path="circle">
              <a:fillToRect b="50%" l="50%" r="50%" t="50%"/>
            </a:path>
            <a:tileRect/>
          </a:gra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rgbClr val="FFFFFF"/>
              </a:solidFill>
              <a:latin typeface="Calibri"/>
              <a:ea typeface="Calibri"/>
              <a:cs typeface="Calibri"/>
              <a:sym typeface="Calibri"/>
            </a:endParaRPr>
          </a:p>
        </p:txBody>
      </p:sp>
      <p:sp>
        <p:nvSpPr>
          <p:cNvPr id="307" name="Google Shape;307;p51"/>
          <p:cNvSpPr txBox="1"/>
          <p:nvPr>
            <p:ph idx="12" type="sldNum"/>
          </p:nvPr>
        </p:nvSpPr>
        <p:spPr>
          <a:xfrm>
            <a:off x="4297650" y="4749851"/>
            <a:ext cx="548700" cy="393600"/>
          </a:xfrm>
          <a:prstGeom prst="rect">
            <a:avLst/>
          </a:prstGeom>
        </p:spPr>
        <p:txBody>
          <a:bodyPr anchorCtr="0" anchor="t" bIns="91425" lIns="91425" spcFirstLastPara="1" rIns="91425" wrap="square" tIns="91425">
            <a:noAutofit/>
          </a:bodyPr>
          <a:lstStyle>
            <a:lvl1pPr lvl="0">
              <a:buNone/>
              <a:defRPr>
                <a:solidFill>
                  <a:srgbClr val="FFFFFF"/>
                </a:solidFill>
              </a:defRPr>
            </a:lvl1pPr>
            <a:lvl2pPr lvl="1">
              <a:buNone/>
              <a:defRPr>
                <a:solidFill>
                  <a:srgbClr val="FFFFFF"/>
                </a:solidFill>
              </a:defRPr>
            </a:lvl2pPr>
            <a:lvl3pPr lvl="2">
              <a:buNone/>
              <a:defRPr>
                <a:solidFill>
                  <a:srgbClr val="FFFFFF"/>
                </a:solidFill>
              </a:defRPr>
            </a:lvl3pPr>
            <a:lvl4pPr lvl="3">
              <a:buNone/>
              <a:defRPr>
                <a:solidFill>
                  <a:srgbClr val="FFFFFF"/>
                </a:solidFill>
              </a:defRPr>
            </a:lvl4pPr>
            <a:lvl5pPr lvl="4">
              <a:buNone/>
              <a:defRPr>
                <a:solidFill>
                  <a:srgbClr val="FFFFFF"/>
                </a:solidFill>
              </a:defRPr>
            </a:lvl5pPr>
            <a:lvl6pPr lvl="5">
              <a:buNone/>
              <a:defRPr>
                <a:solidFill>
                  <a:srgbClr val="FFFFFF"/>
                </a:solidFill>
              </a:defRPr>
            </a:lvl6pPr>
            <a:lvl7pPr lvl="6">
              <a:buNone/>
              <a:defRPr>
                <a:solidFill>
                  <a:srgbClr val="FFFFFF"/>
                </a:solidFill>
              </a:defRPr>
            </a:lvl7pPr>
            <a:lvl8pPr lvl="7">
              <a:buNone/>
              <a:defRPr>
                <a:solidFill>
                  <a:srgbClr val="FFFFFF"/>
                </a:solidFill>
              </a:defRPr>
            </a:lvl8pPr>
            <a:lvl9pPr lvl="8">
              <a:buNone/>
              <a:defRPr>
                <a:solidFill>
                  <a:srgbClr val="FFFFFF"/>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11" Type="http://schemas.openxmlformats.org/officeDocument/2006/relationships/slideLayout" Target="../slideLayouts/slideLayout11.xml"/><Relationship Id="rId22" Type="http://schemas.openxmlformats.org/officeDocument/2006/relationships/theme" Target="../theme/theme1.xml"/><Relationship Id="rId10" Type="http://schemas.openxmlformats.org/officeDocument/2006/relationships/slideLayout" Target="../slideLayouts/slideLayout10.xml"/><Relationship Id="rId21" Type="http://schemas.openxmlformats.org/officeDocument/2006/relationships/slideLayout" Target="../slideLayouts/slideLayout21.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5" Type="http://schemas.openxmlformats.org/officeDocument/2006/relationships/slideLayout" Target="../slideLayouts/slideLayout5.xml"/><Relationship Id="rId19" Type="http://schemas.openxmlformats.org/officeDocument/2006/relationships/slideLayout" Target="../slideLayouts/slideLayout19.xml"/><Relationship Id="rId6" Type="http://schemas.openxmlformats.org/officeDocument/2006/relationships/slideLayout" Target="../slideLayouts/slideLayout6.xml"/><Relationship Id="rId18" Type="http://schemas.openxmlformats.org/officeDocument/2006/relationships/slideLayout" Target="../slideLayouts/slideLayout18.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32.xml"/><Relationship Id="rId10" Type="http://schemas.openxmlformats.org/officeDocument/2006/relationships/slideLayout" Target="../slideLayouts/slideLayout31.xml"/><Relationship Id="rId12" Type="http://schemas.openxmlformats.org/officeDocument/2006/relationships/theme" Target="../theme/theme3.xml"/><Relationship Id="rId1" Type="http://schemas.openxmlformats.org/officeDocument/2006/relationships/slideLayout" Target="../slideLayouts/slideLayout22.xml"/><Relationship Id="rId2" Type="http://schemas.openxmlformats.org/officeDocument/2006/relationships/slideLayout" Target="../slideLayouts/slideLayout23.xml"/><Relationship Id="rId3" Type="http://schemas.openxmlformats.org/officeDocument/2006/relationships/slideLayout" Target="../slideLayouts/slideLayout24.xml"/><Relationship Id="rId4" Type="http://schemas.openxmlformats.org/officeDocument/2006/relationships/slideLayout" Target="../slideLayouts/slideLayout25.xml"/><Relationship Id="rId9" Type="http://schemas.openxmlformats.org/officeDocument/2006/relationships/slideLayout" Target="../slideLayouts/slideLayout30.xml"/><Relationship Id="rId5" Type="http://schemas.openxmlformats.org/officeDocument/2006/relationships/slideLayout" Target="../slideLayouts/slideLayout26.xml"/><Relationship Id="rId6" Type="http://schemas.openxmlformats.org/officeDocument/2006/relationships/slideLayout" Target="../slideLayouts/slideLayout27.xml"/><Relationship Id="rId7" Type="http://schemas.openxmlformats.org/officeDocument/2006/relationships/slideLayout" Target="../slideLayouts/slideLayout28.xml"/><Relationship Id="rId8"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43.xml"/><Relationship Id="rId10" Type="http://schemas.openxmlformats.org/officeDocument/2006/relationships/slideLayout" Target="../slideLayouts/slideLayout42.xml"/><Relationship Id="rId13" Type="http://schemas.openxmlformats.org/officeDocument/2006/relationships/slideLayout" Target="../slideLayouts/slideLayout45.xml"/><Relationship Id="rId12" Type="http://schemas.openxmlformats.org/officeDocument/2006/relationships/slideLayout" Target="../slideLayouts/slideLayout44.xml"/><Relationship Id="rId1" Type="http://schemas.openxmlformats.org/officeDocument/2006/relationships/slideLayout" Target="../slideLayouts/slideLayout33.xml"/><Relationship Id="rId2" Type="http://schemas.openxmlformats.org/officeDocument/2006/relationships/slideLayout" Target="../slideLayouts/slideLayout34.xml"/><Relationship Id="rId3" Type="http://schemas.openxmlformats.org/officeDocument/2006/relationships/slideLayout" Target="../slideLayouts/slideLayout35.xml"/><Relationship Id="rId4" Type="http://schemas.openxmlformats.org/officeDocument/2006/relationships/slideLayout" Target="../slideLayouts/slideLayout36.xml"/><Relationship Id="rId9" Type="http://schemas.openxmlformats.org/officeDocument/2006/relationships/slideLayout" Target="../slideLayouts/slideLayout41.xml"/><Relationship Id="rId15" Type="http://schemas.openxmlformats.org/officeDocument/2006/relationships/slideLayout" Target="../slideLayouts/slideLayout47.xml"/><Relationship Id="rId14" Type="http://schemas.openxmlformats.org/officeDocument/2006/relationships/slideLayout" Target="../slideLayouts/slideLayout46.xml"/><Relationship Id="rId17" Type="http://schemas.openxmlformats.org/officeDocument/2006/relationships/theme" Target="../theme/theme2.xml"/><Relationship Id="rId16" Type="http://schemas.openxmlformats.org/officeDocument/2006/relationships/slideLayout" Target="../slideLayouts/slideLayout48.xml"/><Relationship Id="rId5" Type="http://schemas.openxmlformats.org/officeDocument/2006/relationships/slideLayout" Target="../slideLayouts/slideLayout37.xml"/><Relationship Id="rId6" Type="http://schemas.openxmlformats.org/officeDocument/2006/relationships/slideLayout" Target="../slideLayouts/slideLayout38.xml"/><Relationship Id="rId7" Type="http://schemas.openxmlformats.org/officeDocument/2006/relationships/slideLayout" Target="../slideLayouts/slideLayout39.xml"/><Relationship Id="rId8" Type="http://schemas.openxmlformats.org/officeDocument/2006/relationships/slideLayout" Target="../slideLayouts/slideLayout40.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202F4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687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FFFFFF"/>
              </a:buClr>
              <a:buSzPts val="2800"/>
              <a:buFont typeface="Roboto Slab Light"/>
              <a:buNone/>
              <a:defRPr sz="2800">
                <a:solidFill>
                  <a:srgbClr val="FFFFFF"/>
                </a:solidFill>
                <a:latin typeface="Roboto Slab Light"/>
                <a:ea typeface="Roboto Slab Light"/>
                <a:cs typeface="Roboto Slab Light"/>
                <a:sym typeface="Roboto Slab Light"/>
              </a:defRPr>
            </a:lvl1pPr>
            <a:lvl2pPr lvl="1" rtl="0">
              <a:spcBef>
                <a:spcPts val="0"/>
              </a:spcBef>
              <a:spcAft>
                <a:spcPts val="0"/>
              </a:spcAft>
              <a:buClr>
                <a:srgbClr val="FFFFFF"/>
              </a:buClr>
              <a:buSzPts val="2800"/>
              <a:buNone/>
              <a:defRPr sz="2800">
                <a:solidFill>
                  <a:srgbClr val="FFFFFF"/>
                </a:solidFill>
              </a:defRPr>
            </a:lvl2pPr>
            <a:lvl3pPr lvl="2" rtl="0">
              <a:spcBef>
                <a:spcPts val="0"/>
              </a:spcBef>
              <a:spcAft>
                <a:spcPts val="0"/>
              </a:spcAft>
              <a:buClr>
                <a:srgbClr val="FFFFFF"/>
              </a:buClr>
              <a:buSzPts val="2800"/>
              <a:buNone/>
              <a:defRPr sz="2800">
                <a:solidFill>
                  <a:srgbClr val="FFFFFF"/>
                </a:solidFill>
              </a:defRPr>
            </a:lvl3pPr>
            <a:lvl4pPr lvl="3" rtl="0">
              <a:spcBef>
                <a:spcPts val="0"/>
              </a:spcBef>
              <a:spcAft>
                <a:spcPts val="0"/>
              </a:spcAft>
              <a:buClr>
                <a:srgbClr val="FFFFFF"/>
              </a:buClr>
              <a:buSzPts val="2800"/>
              <a:buNone/>
              <a:defRPr sz="2800">
                <a:solidFill>
                  <a:srgbClr val="FFFFFF"/>
                </a:solidFill>
              </a:defRPr>
            </a:lvl4pPr>
            <a:lvl5pPr lvl="4" rtl="0">
              <a:spcBef>
                <a:spcPts val="0"/>
              </a:spcBef>
              <a:spcAft>
                <a:spcPts val="0"/>
              </a:spcAft>
              <a:buClr>
                <a:srgbClr val="FFFFFF"/>
              </a:buClr>
              <a:buSzPts val="2800"/>
              <a:buNone/>
              <a:defRPr sz="2800">
                <a:solidFill>
                  <a:srgbClr val="FFFFFF"/>
                </a:solidFill>
              </a:defRPr>
            </a:lvl5pPr>
            <a:lvl6pPr lvl="5" rtl="0">
              <a:spcBef>
                <a:spcPts val="0"/>
              </a:spcBef>
              <a:spcAft>
                <a:spcPts val="0"/>
              </a:spcAft>
              <a:buClr>
                <a:srgbClr val="FFFFFF"/>
              </a:buClr>
              <a:buSzPts val="2800"/>
              <a:buNone/>
              <a:defRPr sz="2800">
                <a:solidFill>
                  <a:srgbClr val="FFFFFF"/>
                </a:solidFill>
              </a:defRPr>
            </a:lvl6pPr>
            <a:lvl7pPr lvl="6" rtl="0">
              <a:spcBef>
                <a:spcPts val="0"/>
              </a:spcBef>
              <a:spcAft>
                <a:spcPts val="0"/>
              </a:spcAft>
              <a:buClr>
                <a:srgbClr val="FFFFFF"/>
              </a:buClr>
              <a:buSzPts val="2800"/>
              <a:buNone/>
              <a:defRPr sz="2800">
                <a:solidFill>
                  <a:srgbClr val="FFFFFF"/>
                </a:solidFill>
              </a:defRPr>
            </a:lvl7pPr>
            <a:lvl8pPr lvl="7" rtl="0">
              <a:spcBef>
                <a:spcPts val="0"/>
              </a:spcBef>
              <a:spcAft>
                <a:spcPts val="0"/>
              </a:spcAft>
              <a:buClr>
                <a:srgbClr val="FFFFFF"/>
              </a:buClr>
              <a:buSzPts val="2800"/>
              <a:buNone/>
              <a:defRPr sz="2800">
                <a:solidFill>
                  <a:srgbClr val="FFFFFF"/>
                </a:solidFill>
              </a:defRPr>
            </a:lvl8pPr>
            <a:lvl9pPr lvl="8" rtl="0">
              <a:spcBef>
                <a:spcPts val="0"/>
              </a:spcBef>
              <a:spcAft>
                <a:spcPts val="0"/>
              </a:spcAft>
              <a:buClr>
                <a:srgbClr val="FFFFFF"/>
              </a:buClr>
              <a:buSzPts val="2800"/>
              <a:buNone/>
              <a:defRPr sz="2800">
                <a:solidFill>
                  <a:srgbClr val="FFFFFF"/>
                </a:solidFill>
              </a:defRPr>
            </a:lvl9pPr>
          </a:lstStyle>
          <a:p/>
        </p:txBody>
      </p:sp>
      <p:sp>
        <p:nvSpPr>
          <p:cNvPr id="7" name="Google Shape;7;p1"/>
          <p:cNvSpPr txBox="1"/>
          <p:nvPr>
            <p:ph idx="1" type="body"/>
          </p:nvPr>
        </p:nvSpPr>
        <p:spPr>
          <a:xfrm>
            <a:off x="311700" y="863550"/>
            <a:ext cx="8520600" cy="3416400"/>
          </a:xfrm>
          <a:prstGeom prst="rect">
            <a:avLst/>
          </a:prstGeom>
          <a:noFill/>
          <a:ln>
            <a:noFill/>
          </a:ln>
        </p:spPr>
        <p:txBody>
          <a:bodyPr anchorCtr="0" anchor="t" bIns="91425" lIns="91425" spcFirstLastPara="1" rIns="91425" wrap="square" tIns="91425">
            <a:noAutofit/>
          </a:bodyPr>
          <a:lstStyle>
            <a:lvl1pPr indent="-317500" lvl="0" marL="457200" rtl="0">
              <a:lnSpc>
                <a:spcPct val="115000"/>
              </a:lnSpc>
              <a:spcBef>
                <a:spcPts val="0"/>
              </a:spcBef>
              <a:spcAft>
                <a:spcPts val="0"/>
              </a:spcAft>
              <a:buSzPts val="1400"/>
              <a:buFont typeface="Roboto"/>
              <a:buChar char="●"/>
              <a:defRPr>
                <a:latin typeface="Roboto"/>
                <a:ea typeface="Roboto"/>
                <a:cs typeface="Roboto"/>
                <a:sym typeface="Roboto"/>
              </a:defRPr>
            </a:lvl1pPr>
            <a:lvl2pPr indent="-317500" lvl="1" marL="914400" rtl="0">
              <a:lnSpc>
                <a:spcPct val="115000"/>
              </a:lnSpc>
              <a:spcBef>
                <a:spcPts val="1600"/>
              </a:spcBef>
              <a:spcAft>
                <a:spcPts val="0"/>
              </a:spcAft>
              <a:buSzPts val="1400"/>
              <a:buFont typeface="Roboto"/>
              <a:buChar char="○"/>
              <a:defRPr>
                <a:latin typeface="Roboto"/>
                <a:ea typeface="Roboto"/>
                <a:cs typeface="Roboto"/>
                <a:sym typeface="Roboto"/>
              </a:defRPr>
            </a:lvl2pPr>
            <a:lvl3pPr indent="-317500" lvl="2" marL="1371600" rtl="0">
              <a:lnSpc>
                <a:spcPct val="115000"/>
              </a:lnSpc>
              <a:spcBef>
                <a:spcPts val="1600"/>
              </a:spcBef>
              <a:spcAft>
                <a:spcPts val="0"/>
              </a:spcAft>
              <a:buSzPts val="1400"/>
              <a:buFont typeface="Roboto"/>
              <a:buChar char="■"/>
              <a:defRPr>
                <a:latin typeface="Roboto"/>
                <a:ea typeface="Roboto"/>
                <a:cs typeface="Roboto"/>
                <a:sym typeface="Roboto"/>
              </a:defRPr>
            </a:lvl3pPr>
            <a:lvl4pPr indent="-317500" lvl="3" marL="1828800" rtl="0">
              <a:lnSpc>
                <a:spcPct val="115000"/>
              </a:lnSpc>
              <a:spcBef>
                <a:spcPts val="1600"/>
              </a:spcBef>
              <a:spcAft>
                <a:spcPts val="0"/>
              </a:spcAft>
              <a:buSzPts val="1400"/>
              <a:buFont typeface="Roboto"/>
              <a:buChar char="●"/>
              <a:defRPr>
                <a:latin typeface="Roboto"/>
                <a:ea typeface="Roboto"/>
                <a:cs typeface="Roboto"/>
                <a:sym typeface="Roboto"/>
              </a:defRPr>
            </a:lvl4pPr>
            <a:lvl5pPr indent="-317500" lvl="4" marL="2286000" rtl="0">
              <a:lnSpc>
                <a:spcPct val="115000"/>
              </a:lnSpc>
              <a:spcBef>
                <a:spcPts val="1600"/>
              </a:spcBef>
              <a:spcAft>
                <a:spcPts val="0"/>
              </a:spcAft>
              <a:buSzPts val="1400"/>
              <a:buFont typeface="Roboto"/>
              <a:buChar char="○"/>
              <a:defRPr>
                <a:latin typeface="Roboto"/>
                <a:ea typeface="Roboto"/>
                <a:cs typeface="Roboto"/>
                <a:sym typeface="Roboto"/>
              </a:defRPr>
            </a:lvl5pPr>
            <a:lvl6pPr indent="-317500" lvl="5" marL="2743200" rtl="0">
              <a:lnSpc>
                <a:spcPct val="115000"/>
              </a:lnSpc>
              <a:spcBef>
                <a:spcPts val="1600"/>
              </a:spcBef>
              <a:spcAft>
                <a:spcPts val="0"/>
              </a:spcAft>
              <a:buSzPts val="1400"/>
              <a:buFont typeface="Roboto"/>
              <a:buChar char="■"/>
              <a:defRPr>
                <a:latin typeface="Roboto"/>
                <a:ea typeface="Roboto"/>
                <a:cs typeface="Roboto"/>
                <a:sym typeface="Roboto"/>
              </a:defRPr>
            </a:lvl6pPr>
            <a:lvl7pPr indent="-317500" lvl="6" marL="3200400" rtl="0">
              <a:lnSpc>
                <a:spcPct val="115000"/>
              </a:lnSpc>
              <a:spcBef>
                <a:spcPts val="1600"/>
              </a:spcBef>
              <a:spcAft>
                <a:spcPts val="0"/>
              </a:spcAft>
              <a:buSzPts val="1400"/>
              <a:buFont typeface="Roboto"/>
              <a:buChar char="●"/>
              <a:defRPr>
                <a:latin typeface="Roboto"/>
                <a:ea typeface="Roboto"/>
                <a:cs typeface="Roboto"/>
                <a:sym typeface="Roboto"/>
              </a:defRPr>
            </a:lvl7pPr>
            <a:lvl8pPr indent="-317500" lvl="7" marL="3657600" rtl="0">
              <a:lnSpc>
                <a:spcPct val="115000"/>
              </a:lnSpc>
              <a:spcBef>
                <a:spcPts val="1600"/>
              </a:spcBef>
              <a:spcAft>
                <a:spcPts val="0"/>
              </a:spcAft>
              <a:buSzPts val="1400"/>
              <a:buFont typeface="Roboto"/>
              <a:buChar char="○"/>
              <a:defRPr>
                <a:latin typeface="Roboto"/>
                <a:ea typeface="Roboto"/>
                <a:cs typeface="Roboto"/>
                <a:sym typeface="Roboto"/>
              </a:defRPr>
            </a:lvl8pPr>
            <a:lvl9pPr indent="-317500" lvl="8" marL="4114800" rtl="0">
              <a:lnSpc>
                <a:spcPct val="115000"/>
              </a:lnSpc>
              <a:spcBef>
                <a:spcPts val="1600"/>
              </a:spcBef>
              <a:spcAft>
                <a:spcPts val="1600"/>
              </a:spcAft>
              <a:buSzPts val="1400"/>
              <a:buFont typeface="Roboto"/>
              <a:buChar char="■"/>
              <a:defRPr>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119" name="Shape 119"/>
        <p:cNvGrpSpPr/>
        <p:nvPr/>
      </p:nvGrpSpPr>
      <p:grpSpPr>
        <a:xfrm>
          <a:off x="0" y="0"/>
          <a:ext cx="0" cy="0"/>
          <a:chOff x="0" y="0"/>
          <a:chExt cx="0" cy="0"/>
        </a:xfrm>
      </p:grpSpPr>
      <p:sp>
        <p:nvSpPr>
          <p:cNvPr id="120" name="Google Shape;120;p2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800"/>
              <a:buNone/>
              <a:defRPr sz="28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121" name="Google Shape;121;p2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chemeClr val="dk2"/>
              </a:buClr>
              <a:buSzPts val="1800"/>
              <a:buChar char="●"/>
              <a:defRPr sz="1800">
                <a:solidFill>
                  <a:schemeClr val="dk2"/>
                </a:solidFill>
              </a:defRPr>
            </a:lvl1pPr>
            <a:lvl2pPr indent="-317500" lvl="1" marL="914400" rtl="0">
              <a:lnSpc>
                <a:spcPct val="115000"/>
              </a:lnSpc>
              <a:spcBef>
                <a:spcPts val="0"/>
              </a:spcBef>
              <a:spcAft>
                <a:spcPts val="0"/>
              </a:spcAft>
              <a:buClr>
                <a:schemeClr val="dk2"/>
              </a:buClr>
              <a:buSzPts val="1400"/>
              <a:buChar char="○"/>
              <a:defRPr>
                <a:solidFill>
                  <a:schemeClr val="dk2"/>
                </a:solidFill>
              </a:defRPr>
            </a:lvl2pPr>
            <a:lvl3pPr indent="-317500" lvl="2" marL="1371600" rtl="0">
              <a:lnSpc>
                <a:spcPct val="115000"/>
              </a:lnSpc>
              <a:spcBef>
                <a:spcPts val="0"/>
              </a:spcBef>
              <a:spcAft>
                <a:spcPts val="0"/>
              </a:spcAft>
              <a:buClr>
                <a:schemeClr val="dk2"/>
              </a:buClr>
              <a:buSzPts val="1400"/>
              <a:buChar char="■"/>
              <a:defRPr>
                <a:solidFill>
                  <a:schemeClr val="dk2"/>
                </a:solidFill>
              </a:defRPr>
            </a:lvl3pPr>
            <a:lvl4pPr indent="-317500" lvl="3" marL="1828800" rtl="0">
              <a:lnSpc>
                <a:spcPct val="115000"/>
              </a:lnSpc>
              <a:spcBef>
                <a:spcPts val="0"/>
              </a:spcBef>
              <a:spcAft>
                <a:spcPts val="0"/>
              </a:spcAft>
              <a:buClr>
                <a:schemeClr val="dk2"/>
              </a:buClr>
              <a:buSzPts val="1400"/>
              <a:buChar char="●"/>
              <a:defRPr>
                <a:solidFill>
                  <a:schemeClr val="dk2"/>
                </a:solidFill>
              </a:defRPr>
            </a:lvl4pPr>
            <a:lvl5pPr indent="-317500" lvl="4" marL="2286000" rtl="0">
              <a:lnSpc>
                <a:spcPct val="115000"/>
              </a:lnSpc>
              <a:spcBef>
                <a:spcPts val="0"/>
              </a:spcBef>
              <a:spcAft>
                <a:spcPts val="0"/>
              </a:spcAft>
              <a:buClr>
                <a:schemeClr val="dk2"/>
              </a:buClr>
              <a:buSzPts val="1400"/>
              <a:buChar char="○"/>
              <a:defRPr>
                <a:solidFill>
                  <a:schemeClr val="dk2"/>
                </a:solidFill>
              </a:defRPr>
            </a:lvl5pPr>
            <a:lvl6pPr indent="-317500" lvl="5" marL="2743200" rtl="0">
              <a:lnSpc>
                <a:spcPct val="115000"/>
              </a:lnSpc>
              <a:spcBef>
                <a:spcPts val="0"/>
              </a:spcBef>
              <a:spcAft>
                <a:spcPts val="0"/>
              </a:spcAft>
              <a:buClr>
                <a:schemeClr val="dk2"/>
              </a:buClr>
              <a:buSzPts val="1400"/>
              <a:buChar char="■"/>
              <a:defRPr>
                <a:solidFill>
                  <a:schemeClr val="dk2"/>
                </a:solidFill>
              </a:defRPr>
            </a:lvl6pPr>
            <a:lvl7pPr indent="-317500" lvl="6" marL="3200400" rtl="0">
              <a:lnSpc>
                <a:spcPct val="115000"/>
              </a:lnSpc>
              <a:spcBef>
                <a:spcPts val="0"/>
              </a:spcBef>
              <a:spcAft>
                <a:spcPts val="0"/>
              </a:spcAft>
              <a:buClr>
                <a:schemeClr val="dk2"/>
              </a:buClr>
              <a:buSzPts val="1400"/>
              <a:buChar char="●"/>
              <a:defRPr>
                <a:solidFill>
                  <a:schemeClr val="dk2"/>
                </a:solidFill>
              </a:defRPr>
            </a:lvl7pPr>
            <a:lvl8pPr indent="-317500" lvl="7" marL="3657600" rtl="0">
              <a:lnSpc>
                <a:spcPct val="115000"/>
              </a:lnSpc>
              <a:spcBef>
                <a:spcPts val="0"/>
              </a:spcBef>
              <a:spcAft>
                <a:spcPts val="0"/>
              </a:spcAft>
              <a:buClr>
                <a:schemeClr val="dk2"/>
              </a:buClr>
              <a:buSzPts val="1400"/>
              <a:buChar char="○"/>
              <a:defRPr>
                <a:solidFill>
                  <a:schemeClr val="dk2"/>
                </a:solidFill>
              </a:defRPr>
            </a:lvl8pPr>
            <a:lvl9pPr indent="-317500" lvl="8" marL="4114800" rtl="0">
              <a:lnSpc>
                <a:spcPct val="115000"/>
              </a:lnSpc>
              <a:spcBef>
                <a:spcPts val="0"/>
              </a:spcBef>
              <a:spcAft>
                <a:spcPts val="0"/>
              </a:spcAft>
              <a:buClr>
                <a:schemeClr val="dk2"/>
              </a:buClr>
              <a:buSzPts val="1400"/>
              <a:buChar char="■"/>
              <a:defRPr>
                <a:solidFill>
                  <a:schemeClr val="dk2"/>
                </a:solidFill>
              </a:defRPr>
            </a:lvl9pPr>
          </a:lstStyle>
          <a:p/>
        </p:txBody>
      </p:sp>
      <p:sp>
        <p:nvSpPr>
          <p:cNvPr id="122" name="Google Shape;122;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rtl="0" algn="r">
              <a:buNone/>
              <a:defRPr sz="1000">
                <a:solidFill>
                  <a:schemeClr val="dk2"/>
                </a:solidFill>
              </a:defRPr>
            </a:lvl1pPr>
            <a:lvl2pPr lvl="1" rtl="0" algn="r">
              <a:buNone/>
              <a:defRPr sz="1000">
                <a:solidFill>
                  <a:schemeClr val="dk2"/>
                </a:solidFill>
              </a:defRPr>
            </a:lvl2pPr>
            <a:lvl3pPr lvl="2" rtl="0" algn="r">
              <a:buNone/>
              <a:defRPr sz="1000">
                <a:solidFill>
                  <a:schemeClr val="dk2"/>
                </a:solidFill>
              </a:defRPr>
            </a:lvl3pPr>
            <a:lvl4pPr lvl="3" rtl="0" algn="r">
              <a:buNone/>
              <a:defRPr sz="1000">
                <a:solidFill>
                  <a:schemeClr val="dk2"/>
                </a:solidFill>
              </a:defRPr>
            </a:lvl4pPr>
            <a:lvl5pPr lvl="4" rtl="0" algn="r">
              <a:buNone/>
              <a:defRPr sz="1000">
                <a:solidFill>
                  <a:schemeClr val="dk2"/>
                </a:solidFill>
              </a:defRPr>
            </a:lvl5pPr>
            <a:lvl6pPr lvl="5" rtl="0" algn="r">
              <a:buNone/>
              <a:defRPr sz="1000">
                <a:solidFill>
                  <a:schemeClr val="dk2"/>
                </a:solidFill>
              </a:defRPr>
            </a:lvl6pPr>
            <a:lvl7pPr lvl="6" rtl="0" algn="r">
              <a:buNone/>
              <a:defRPr sz="1000">
                <a:solidFill>
                  <a:schemeClr val="dk2"/>
                </a:solidFill>
              </a:defRPr>
            </a:lvl7pPr>
            <a:lvl8pPr lvl="7" rtl="0" algn="r">
              <a:buNone/>
              <a:defRPr sz="1000">
                <a:solidFill>
                  <a:schemeClr val="dk2"/>
                </a:solidFill>
              </a:defRPr>
            </a:lvl8pPr>
            <a:lvl9pPr lvl="8" rtl="0"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rgbClr val="202F41"/>
        </a:solidFill>
      </p:bgPr>
    </p:bg>
    <p:spTree>
      <p:nvGrpSpPr>
        <p:cNvPr id="164" name="Shape 164"/>
        <p:cNvGrpSpPr/>
        <p:nvPr/>
      </p:nvGrpSpPr>
      <p:grpSpPr>
        <a:xfrm>
          <a:off x="0" y="0"/>
          <a:ext cx="0" cy="0"/>
          <a:chOff x="0" y="0"/>
          <a:chExt cx="0" cy="0"/>
        </a:xfrm>
      </p:grpSpPr>
      <p:sp>
        <p:nvSpPr>
          <p:cNvPr id="165" name="Google Shape;165;p3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166" name="Google Shape;166;p3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1600"/>
              </a:spcBef>
              <a:spcAft>
                <a:spcPts val="0"/>
              </a:spcAft>
              <a:buClr>
                <a:schemeClr val="dk2"/>
              </a:buClr>
              <a:buSzPts val="1400"/>
              <a:buChar char="○"/>
              <a:defRPr>
                <a:solidFill>
                  <a:schemeClr val="dk2"/>
                </a:solidFill>
              </a:defRPr>
            </a:lvl2pPr>
            <a:lvl3pPr indent="-317500" lvl="2" marL="1371600">
              <a:lnSpc>
                <a:spcPct val="115000"/>
              </a:lnSpc>
              <a:spcBef>
                <a:spcPts val="1600"/>
              </a:spcBef>
              <a:spcAft>
                <a:spcPts val="0"/>
              </a:spcAft>
              <a:buClr>
                <a:schemeClr val="dk2"/>
              </a:buClr>
              <a:buSzPts val="1400"/>
              <a:buChar char="■"/>
              <a:defRPr>
                <a:solidFill>
                  <a:schemeClr val="dk2"/>
                </a:solidFill>
              </a:defRPr>
            </a:lvl3pPr>
            <a:lvl4pPr indent="-317500" lvl="3" marL="1828800">
              <a:lnSpc>
                <a:spcPct val="115000"/>
              </a:lnSpc>
              <a:spcBef>
                <a:spcPts val="1600"/>
              </a:spcBef>
              <a:spcAft>
                <a:spcPts val="0"/>
              </a:spcAft>
              <a:buClr>
                <a:schemeClr val="dk2"/>
              </a:buClr>
              <a:buSzPts val="1400"/>
              <a:buChar char="●"/>
              <a:defRPr>
                <a:solidFill>
                  <a:schemeClr val="dk2"/>
                </a:solidFill>
              </a:defRPr>
            </a:lvl4pPr>
            <a:lvl5pPr indent="-317500" lvl="4" marL="2286000">
              <a:lnSpc>
                <a:spcPct val="115000"/>
              </a:lnSpc>
              <a:spcBef>
                <a:spcPts val="1600"/>
              </a:spcBef>
              <a:spcAft>
                <a:spcPts val="0"/>
              </a:spcAft>
              <a:buClr>
                <a:schemeClr val="dk2"/>
              </a:buClr>
              <a:buSzPts val="1400"/>
              <a:buChar char="○"/>
              <a:defRPr>
                <a:solidFill>
                  <a:schemeClr val="dk2"/>
                </a:solidFill>
              </a:defRPr>
            </a:lvl5pPr>
            <a:lvl6pPr indent="-317500" lvl="5" marL="2743200">
              <a:lnSpc>
                <a:spcPct val="115000"/>
              </a:lnSpc>
              <a:spcBef>
                <a:spcPts val="1600"/>
              </a:spcBef>
              <a:spcAft>
                <a:spcPts val="0"/>
              </a:spcAft>
              <a:buClr>
                <a:schemeClr val="dk2"/>
              </a:buClr>
              <a:buSzPts val="1400"/>
              <a:buChar char="■"/>
              <a:defRPr>
                <a:solidFill>
                  <a:schemeClr val="dk2"/>
                </a:solidFill>
              </a:defRPr>
            </a:lvl6pPr>
            <a:lvl7pPr indent="-317500" lvl="6" marL="3200400">
              <a:lnSpc>
                <a:spcPct val="115000"/>
              </a:lnSpc>
              <a:spcBef>
                <a:spcPts val="1600"/>
              </a:spcBef>
              <a:spcAft>
                <a:spcPts val="0"/>
              </a:spcAft>
              <a:buClr>
                <a:schemeClr val="dk2"/>
              </a:buClr>
              <a:buSzPts val="1400"/>
              <a:buChar char="●"/>
              <a:defRPr>
                <a:solidFill>
                  <a:schemeClr val="dk2"/>
                </a:solidFill>
              </a:defRPr>
            </a:lvl7pPr>
            <a:lvl8pPr indent="-317500" lvl="7" marL="3657600">
              <a:lnSpc>
                <a:spcPct val="115000"/>
              </a:lnSpc>
              <a:spcBef>
                <a:spcPts val="1600"/>
              </a:spcBef>
              <a:spcAft>
                <a:spcPts val="0"/>
              </a:spcAft>
              <a:buClr>
                <a:schemeClr val="dk2"/>
              </a:buClr>
              <a:buSzPts val="1400"/>
              <a:buChar char="○"/>
              <a:defRPr>
                <a:solidFill>
                  <a:schemeClr val="dk2"/>
                </a:solidFill>
              </a:defRPr>
            </a:lvl8pPr>
            <a:lvl9pPr indent="-317500" lvl="8" marL="4114800">
              <a:lnSpc>
                <a:spcPct val="115000"/>
              </a:lnSpc>
              <a:spcBef>
                <a:spcPts val="1600"/>
              </a:spcBef>
              <a:spcAft>
                <a:spcPts val="1600"/>
              </a:spcAft>
              <a:buClr>
                <a:schemeClr val="dk2"/>
              </a:buClr>
              <a:buSzPts val="1400"/>
              <a:buChar char="■"/>
              <a:defRPr>
                <a:solidFill>
                  <a:schemeClr val="dk2"/>
                </a:solidFill>
              </a:defRPr>
            </a:lvl9pPr>
          </a:lstStyle>
          <a:p/>
        </p:txBody>
      </p:sp>
      <p:sp>
        <p:nvSpPr>
          <p:cNvPr id="167" name="Google Shape;167;p3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80" r:id="rId1"/>
    <p:sldLayoutId id="2147483681" r:id="rId2"/>
    <p:sldLayoutId id="2147483682" r:id="rId3"/>
    <p:sldLayoutId id="2147483683" r:id="rId4"/>
    <p:sldLayoutId id="2147483684" r:id="rId5"/>
    <p:sldLayoutId id="2147483685" r:id="rId6"/>
    <p:sldLayoutId id="2147483686" r:id="rId7"/>
    <p:sldLayoutId id="2147483687" r:id="rId8"/>
    <p:sldLayoutId id="2147483688" r:id="rId9"/>
    <p:sldLayoutId id="2147483689" r:id="rId10"/>
    <p:sldLayoutId id="2147483690" r:id="rId11"/>
    <p:sldLayoutId id="2147483691" r:id="rId12"/>
    <p:sldLayoutId id="2147483692" r:id="rId13"/>
    <p:sldLayoutId id="2147483693" r:id="rId14"/>
    <p:sldLayoutId id="2147483694" r:id="rId15"/>
    <p:sldLayoutId id="2147483695" r:id="rId16"/>
  </p:sldLayoutIdLst>
  <p:transition>
    <p:fade thruBlk="1"/>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xml"/><Relationship Id="rId3" Type="http://schemas.openxmlformats.org/officeDocument/2006/relationships/image" Target="../media/image16.png"/><Relationship Id="rId4" Type="http://schemas.openxmlformats.org/officeDocument/2006/relationships/image" Target="../media/image4.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xml"/><Relationship Id="rId3" Type="http://schemas.openxmlformats.org/officeDocument/2006/relationships/image" Target="../media/image3.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xml"/><Relationship Id="rId3" Type="http://schemas.openxmlformats.org/officeDocument/2006/relationships/hyperlink" Target="https://support.google.com/webmasters/answer/40349?hl=en" TargetMode="External"/><Relationship Id="rId4" Type="http://schemas.openxmlformats.org/officeDocument/2006/relationships/hyperlink" Target="https://moz.com/blog/organic-quality-score" TargetMode="External"/><Relationship Id="rId5" Type="http://schemas.openxmlformats.org/officeDocument/2006/relationships/image" Target="../media/image1.png"/><Relationship Id="rId6"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4.xml"/><Relationship Id="rId3" Type="http://schemas.openxmlformats.org/officeDocument/2006/relationships/image" Target="../media/image16.png"/><Relationship Id="rId4" Type="http://schemas.openxmlformats.org/officeDocument/2006/relationships/image" Target="../media/image1.png"/><Relationship Id="rId5" Type="http://schemas.openxmlformats.org/officeDocument/2006/relationships/image" Target="../media/image2.png"/><Relationship Id="rId6"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5.xml"/><Relationship Id="rId3" Type="http://schemas.openxmlformats.org/officeDocument/2006/relationships/image" Target="../media/image16.png"/><Relationship Id="rId4" Type="http://schemas.openxmlformats.org/officeDocument/2006/relationships/image" Target="../media/image6.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6.xml"/><Relationship Id="rId3" Type="http://schemas.openxmlformats.org/officeDocument/2006/relationships/image" Target="../media/image16.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7.xml"/><Relationship Id="rId3" Type="http://schemas.openxmlformats.org/officeDocument/2006/relationships/image" Target="../media/image16.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8.xml"/><Relationship Id="rId3" Type="http://schemas.openxmlformats.org/officeDocument/2006/relationships/image" Target="../media/image16.png"/><Relationship Id="rId4"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9.xml"/><Relationship Id="rId3" Type="http://schemas.openxmlformats.org/officeDocument/2006/relationships/image" Target="../media/image16.pn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0.xml"/><Relationship Id="rId3" Type="http://schemas.openxmlformats.org/officeDocument/2006/relationships/image" Target="../media/image16.png"/><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1.xml"/><Relationship Id="rId3" Type="http://schemas.openxmlformats.org/officeDocument/2006/relationships/image" Target="../media/image16.pn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2.xml"/><Relationship Id="rId3" Type="http://schemas.openxmlformats.org/officeDocument/2006/relationships/image" Target="../media/image16.png"/><Relationship Id="rId4" Type="http://schemas.openxmlformats.org/officeDocument/2006/relationships/image" Target="../media/image6.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3.xml"/><Relationship Id="rId3" Type="http://schemas.openxmlformats.org/officeDocument/2006/relationships/image" Target="../media/image16.png"/><Relationship Id="rId4" Type="http://schemas.openxmlformats.org/officeDocument/2006/relationships/image" Target="../media/image6.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4.xml"/><Relationship Id="rId3" Type="http://schemas.openxmlformats.org/officeDocument/2006/relationships/image" Target="../media/image16.pn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5.xml"/><Relationship Id="rId3" Type="http://schemas.openxmlformats.org/officeDocument/2006/relationships/image" Target="../media/image16.png"/><Relationship Id="rId4"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6.xml"/><Relationship Id="rId3" Type="http://schemas.openxmlformats.org/officeDocument/2006/relationships/image" Target="../media/image16.pn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7.xml"/><Relationship Id="rId3" Type="http://schemas.openxmlformats.org/officeDocument/2006/relationships/image" Target="../media/image16.png"/><Relationship Id="rId4" Type="http://schemas.openxmlformats.org/officeDocument/2006/relationships/image" Target="../media/image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8.xml"/><Relationship Id="rId3" Type="http://schemas.openxmlformats.org/officeDocument/2006/relationships/image" Target="../media/image16.pn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19.xml"/><Relationship Id="rId3" Type="http://schemas.openxmlformats.org/officeDocument/2006/relationships/image" Target="../media/image16.png"/><Relationship Id="rId4" Type="http://schemas.openxmlformats.org/officeDocument/2006/relationships/image" Target="../media/image6.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0.xml"/><Relationship Id="rId3" Type="http://schemas.openxmlformats.org/officeDocument/2006/relationships/image" Target="../media/image16.png"/><Relationship Id="rId4" Type="http://schemas.openxmlformats.org/officeDocument/2006/relationships/image" Target="../media/image6.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1.xml"/><Relationship Id="rId3" Type="http://schemas.openxmlformats.org/officeDocument/2006/relationships/image" Target="../media/image1.png"/><Relationship Id="rId4" Type="http://schemas.openxmlformats.org/officeDocument/2006/relationships/image" Target="../media/image14.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2.xml"/><Relationship Id="rId3" Type="http://schemas.openxmlformats.org/officeDocument/2006/relationships/image" Target="../media/image1.png"/><Relationship Id="rId4"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3.xml"/><Relationship Id="rId3" Type="http://schemas.openxmlformats.org/officeDocument/2006/relationships/image" Target="../media/image1.png"/><Relationship Id="rId4"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4.xml"/><Relationship Id="rId3" Type="http://schemas.openxmlformats.org/officeDocument/2006/relationships/image" Target="../media/image1.png"/><Relationship Id="rId4" Type="http://schemas.openxmlformats.org/officeDocument/2006/relationships/image" Target="../media/image2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5.xml"/><Relationship Id="rId3" Type="http://schemas.openxmlformats.org/officeDocument/2006/relationships/image" Target="../media/image1.png"/><Relationship Id="rId4" Type="http://schemas.openxmlformats.org/officeDocument/2006/relationships/image" Target="../media/image17.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6.xml"/><Relationship Id="rId3" Type="http://schemas.openxmlformats.org/officeDocument/2006/relationships/image" Target="../media/image1.png"/><Relationship Id="rId4" Type="http://schemas.openxmlformats.org/officeDocument/2006/relationships/hyperlink" Target="https://modernadventure.com/" TargetMode="External"/><Relationship Id="rId9" Type="http://schemas.openxmlformats.org/officeDocument/2006/relationships/image" Target="../media/image20.png"/><Relationship Id="rId5" Type="http://schemas.openxmlformats.org/officeDocument/2006/relationships/hyperlink" Target="https://modernadventure.com/our-trips/" TargetMode="External"/><Relationship Id="rId6" Type="http://schemas.openxmlformats.org/officeDocument/2006/relationships/hyperlink" Target="https://modernadventure.com/our-trips/oaxaca-with-erik-anderson/" TargetMode="External"/><Relationship Id="rId7" Type="http://schemas.openxmlformats.org/officeDocument/2006/relationships/hyperlink" Target="https://modernadventure.com/our-trips/oaxaca-with-heath-ceramics/" TargetMode="External"/><Relationship Id="rId8" Type="http://schemas.openxmlformats.org/officeDocument/2006/relationships/hyperlink" Target="https://modernadventure.com/our-trips/oaxaca-with-fany-gerson/" TargetMode="Externa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27.xml"/><Relationship Id="rId3" Type="http://schemas.openxmlformats.org/officeDocument/2006/relationships/image" Target="../media/image1.png"/><Relationship Id="rId4" Type="http://schemas.openxmlformats.org/officeDocument/2006/relationships/image" Target="../media/image22.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8.xml"/><Relationship Id="rId3" Type="http://schemas.openxmlformats.org/officeDocument/2006/relationships/image" Target="../media/image19.png"/><Relationship Id="rId4" Type="http://schemas.openxmlformats.org/officeDocument/2006/relationships/image" Target="../media/image1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29.xml"/><Relationship Id="rId3" Type="http://schemas.openxmlformats.org/officeDocument/2006/relationships/hyperlink" Target="https://www.gracerosefarm.com/blogs/news/extending-our-season" TargetMode="External"/><Relationship Id="rId4" Type="http://schemas.openxmlformats.org/officeDocument/2006/relationships/hyperlink" Target="https://www.gracerosefarm.com/blogs/news/getting-to-know-our-customers" TargetMode="External"/><Relationship Id="rId5" Type="http://schemas.openxmlformats.org/officeDocument/2006/relationships/image" Target="../media/image19.png"/><Relationship Id="rId6" Type="http://schemas.openxmlformats.org/officeDocument/2006/relationships/image" Target="../media/image16.png"/></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0.xml"/><Relationship Id="rId3" Type="http://schemas.openxmlformats.org/officeDocument/2006/relationships/image" Target="../media/image19.png"/><Relationship Id="rId4" Type="http://schemas.openxmlformats.org/officeDocument/2006/relationships/image" Target="../media/image1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4.xml"/><Relationship Id="rId2" Type="http://schemas.openxmlformats.org/officeDocument/2006/relationships/notesSlide" Target="../notesSlides/notesSlide31.xml"/><Relationship Id="rId3" Type="http://schemas.openxmlformats.org/officeDocument/2006/relationships/image" Target="../media/image4.png"/><Relationship Id="rId4" Type="http://schemas.openxmlformats.org/officeDocument/2006/relationships/image" Target="../media/image25.png"/></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32.xml"/><Relationship Id="rId3" Type="http://schemas.openxmlformats.org/officeDocument/2006/relationships/image" Target="../media/image16.png"/><Relationship Id="rId4" Type="http://schemas.openxmlformats.org/officeDocument/2006/relationships/image" Target="../media/image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311" name="Shape 311"/>
        <p:cNvGrpSpPr/>
        <p:nvPr/>
      </p:nvGrpSpPr>
      <p:grpSpPr>
        <a:xfrm>
          <a:off x="0" y="0"/>
          <a:ext cx="0" cy="0"/>
          <a:chOff x="0" y="0"/>
          <a:chExt cx="0" cy="0"/>
        </a:xfrm>
      </p:grpSpPr>
      <p:pic>
        <p:nvPicPr>
          <p:cNvPr id="312" name="Google Shape;312;p52"/>
          <p:cNvPicPr preferRelativeResize="0"/>
          <p:nvPr/>
        </p:nvPicPr>
        <p:blipFill rotWithShape="1">
          <a:blip r:embed="rId3">
            <a:alphaModFix/>
          </a:blip>
          <a:srcRect b="0" l="21581" r="0" t="21210"/>
          <a:stretch/>
        </p:blipFill>
        <p:spPr>
          <a:xfrm flipH="1" rot="-2036056">
            <a:off x="6081547" y="-1118983"/>
            <a:ext cx="3515956" cy="5976892"/>
          </a:xfrm>
          <a:prstGeom prst="rect">
            <a:avLst/>
          </a:prstGeom>
          <a:noFill/>
          <a:ln>
            <a:noFill/>
          </a:ln>
        </p:spPr>
      </p:pic>
      <p:sp>
        <p:nvSpPr>
          <p:cNvPr id="313" name="Google Shape;313;p52"/>
          <p:cNvSpPr txBox="1"/>
          <p:nvPr/>
        </p:nvSpPr>
        <p:spPr>
          <a:xfrm>
            <a:off x="384550" y="1195525"/>
            <a:ext cx="5304600" cy="45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lt1"/>
                </a:solidFill>
                <a:latin typeface="Proxima Nova"/>
                <a:ea typeface="Proxima Nova"/>
                <a:cs typeface="Proxima Nova"/>
                <a:sym typeface="Proxima Nova"/>
              </a:rPr>
              <a:t>Breaking Down Your</a:t>
            </a:r>
            <a:endParaRPr b="1" sz="2400">
              <a:solidFill>
                <a:schemeClr val="lt1"/>
              </a:solidFill>
              <a:latin typeface="Proxima Nova"/>
              <a:ea typeface="Proxima Nova"/>
              <a:cs typeface="Proxima Nova"/>
              <a:sym typeface="Proxima Nova"/>
            </a:endParaRPr>
          </a:p>
        </p:txBody>
      </p:sp>
      <p:sp>
        <p:nvSpPr>
          <p:cNvPr id="314" name="Google Shape;314;p52"/>
          <p:cNvSpPr txBox="1"/>
          <p:nvPr/>
        </p:nvSpPr>
        <p:spPr>
          <a:xfrm>
            <a:off x="384550" y="1650925"/>
            <a:ext cx="4280400" cy="1314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3600">
                <a:solidFill>
                  <a:schemeClr val="lt1"/>
                </a:solidFill>
                <a:latin typeface="Proxima Nova"/>
                <a:ea typeface="Proxima Nova"/>
                <a:cs typeface="Proxima Nova"/>
                <a:sym typeface="Proxima Nova"/>
              </a:rPr>
              <a:t>Website Quality Assessment</a:t>
            </a:r>
            <a:endParaRPr b="1" sz="3600">
              <a:solidFill>
                <a:schemeClr val="lt1"/>
              </a:solidFill>
              <a:latin typeface="Proxima Nova"/>
              <a:ea typeface="Proxima Nova"/>
              <a:cs typeface="Proxima Nova"/>
              <a:sym typeface="Proxima Nova"/>
            </a:endParaRPr>
          </a:p>
        </p:txBody>
      </p:sp>
      <p:sp>
        <p:nvSpPr>
          <p:cNvPr id="315" name="Google Shape;315;p52"/>
          <p:cNvSpPr txBox="1"/>
          <p:nvPr/>
        </p:nvSpPr>
        <p:spPr>
          <a:xfrm>
            <a:off x="591000" y="3084550"/>
            <a:ext cx="3438900" cy="8424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800">
                <a:solidFill>
                  <a:schemeClr val="lt1"/>
                </a:solidFill>
                <a:latin typeface="Proxima Nova"/>
                <a:ea typeface="Proxima Nova"/>
                <a:cs typeface="Proxima Nova"/>
                <a:sym typeface="Proxima Nova"/>
              </a:rPr>
              <a:t>PREPARED FOR</a:t>
            </a:r>
            <a:endParaRPr sz="800">
              <a:solidFill>
                <a:schemeClr val="lt1"/>
              </a:solidFill>
              <a:latin typeface="Proxima Nova"/>
              <a:ea typeface="Proxima Nova"/>
              <a:cs typeface="Proxima Nova"/>
              <a:sym typeface="Proxima Nova"/>
            </a:endParaRPr>
          </a:p>
          <a:p>
            <a:pPr indent="0" lvl="0" marL="0" rtl="0" algn="l">
              <a:lnSpc>
                <a:spcPct val="100000"/>
              </a:lnSpc>
              <a:spcBef>
                <a:spcPts val="0"/>
              </a:spcBef>
              <a:spcAft>
                <a:spcPts val="0"/>
              </a:spcAft>
              <a:buNone/>
            </a:pPr>
            <a:r>
              <a:t/>
            </a:r>
            <a:endParaRPr sz="800">
              <a:solidFill>
                <a:schemeClr val="lt1"/>
              </a:solidFill>
              <a:latin typeface="Proxima Nova"/>
              <a:ea typeface="Proxima Nova"/>
              <a:cs typeface="Proxima Nova"/>
              <a:sym typeface="Proxima Nova"/>
            </a:endParaRPr>
          </a:p>
          <a:p>
            <a:pPr indent="0" lvl="0" marL="0" rtl="0" algn="l">
              <a:lnSpc>
                <a:spcPct val="100000"/>
              </a:lnSpc>
              <a:spcBef>
                <a:spcPts val="0"/>
              </a:spcBef>
              <a:spcAft>
                <a:spcPts val="0"/>
              </a:spcAft>
              <a:buNone/>
            </a:pPr>
            <a:r>
              <a:rPr b="1" lang="en" sz="1800">
                <a:solidFill>
                  <a:schemeClr val="lt1"/>
                </a:solidFill>
                <a:latin typeface="Proxima Nova"/>
                <a:ea typeface="Proxima Nova"/>
                <a:cs typeface="Proxima Nova"/>
                <a:sym typeface="Proxima Nova"/>
              </a:rPr>
              <a:t>[Client Name]</a:t>
            </a:r>
            <a:endParaRPr b="1" sz="1800">
              <a:solidFill>
                <a:schemeClr val="lt1"/>
              </a:solidFill>
              <a:latin typeface="Proxima Nova"/>
              <a:ea typeface="Proxima Nova"/>
              <a:cs typeface="Proxima Nova"/>
              <a:sym typeface="Proxima Nova"/>
            </a:endParaRPr>
          </a:p>
        </p:txBody>
      </p:sp>
      <p:sp>
        <p:nvSpPr>
          <p:cNvPr id="316" name="Google Shape;316;p52"/>
          <p:cNvSpPr txBox="1"/>
          <p:nvPr/>
        </p:nvSpPr>
        <p:spPr>
          <a:xfrm>
            <a:off x="591000" y="3802575"/>
            <a:ext cx="3438900" cy="3000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000">
                <a:solidFill>
                  <a:schemeClr val="lt1"/>
                </a:solidFill>
                <a:latin typeface="Proxima Nova"/>
                <a:ea typeface="Proxima Nova"/>
                <a:cs typeface="Proxima Nova"/>
                <a:sym typeface="Proxima Nova"/>
              </a:rPr>
              <a:t>[Month]</a:t>
            </a:r>
            <a:r>
              <a:rPr lang="en" sz="1000">
                <a:solidFill>
                  <a:schemeClr val="lt1"/>
                </a:solidFill>
                <a:latin typeface="Proxima Nova"/>
                <a:ea typeface="Proxima Nova"/>
                <a:cs typeface="Proxima Nova"/>
                <a:sym typeface="Proxima Nova"/>
              </a:rPr>
              <a:t> 2025</a:t>
            </a:r>
            <a:endParaRPr sz="1000">
              <a:solidFill>
                <a:schemeClr val="lt1"/>
              </a:solidFill>
              <a:latin typeface="Proxima Nova"/>
              <a:ea typeface="Proxima Nova"/>
              <a:cs typeface="Proxima Nova"/>
              <a:sym typeface="Proxima Nova"/>
            </a:endParaRPr>
          </a:p>
        </p:txBody>
      </p:sp>
      <p:pic>
        <p:nvPicPr>
          <p:cNvPr id="317" name="Google Shape;317;p52"/>
          <p:cNvPicPr preferRelativeResize="0"/>
          <p:nvPr/>
        </p:nvPicPr>
        <p:blipFill>
          <a:blip r:embed="rId4">
            <a:alphaModFix/>
          </a:blip>
          <a:stretch>
            <a:fillRect/>
          </a:stretch>
        </p:blipFill>
        <p:spPr>
          <a:xfrm>
            <a:off x="7029450" y="4278199"/>
            <a:ext cx="1712674" cy="403325"/>
          </a:xfrm>
          <a:prstGeom prst="rect">
            <a:avLst/>
          </a:prstGeom>
          <a:noFill/>
          <a:ln>
            <a:noFill/>
          </a:ln>
        </p:spPr>
      </p:pic>
      <p:sp>
        <p:nvSpPr>
          <p:cNvPr id="318" name="Google Shape;318;p52"/>
          <p:cNvSpPr/>
          <p:nvPr/>
        </p:nvSpPr>
        <p:spPr>
          <a:xfrm>
            <a:off x="491675" y="3234625"/>
            <a:ext cx="24900" cy="7179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22" name="Shape 322"/>
        <p:cNvGrpSpPr/>
        <p:nvPr/>
      </p:nvGrpSpPr>
      <p:grpSpPr>
        <a:xfrm>
          <a:off x="0" y="0"/>
          <a:ext cx="0" cy="0"/>
          <a:chOff x="0" y="0"/>
          <a:chExt cx="0" cy="0"/>
        </a:xfrm>
      </p:grpSpPr>
      <p:pic>
        <p:nvPicPr>
          <p:cNvPr id="323" name="Google Shape;323;p53"/>
          <p:cNvPicPr preferRelativeResize="0"/>
          <p:nvPr/>
        </p:nvPicPr>
        <p:blipFill>
          <a:blip r:embed="rId3">
            <a:alphaModFix/>
          </a:blip>
          <a:stretch>
            <a:fillRect/>
          </a:stretch>
        </p:blipFill>
        <p:spPr>
          <a:xfrm>
            <a:off x="489274" y="644025"/>
            <a:ext cx="3336549" cy="2466880"/>
          </a:xfrm>
          <a:prstGeom prst="rect">
            <a:avLst/>
          </a:prstGeom>
          <a:noFill/>
          <a:ln>
            <a:noFill/>
          </a:ln>
        </p:spPr>
      </p:pic>
      <p:sp>
        <p:nvSpPr>
          <p:cNvPr id="324" name="Google Shape;324;p53"/>
          <p:cNvSpPr txBox="1"/>
          <p:nvPr>
            <p:ph type="title"/>
          </p:nvPr>
        </p:nvSpPr>
        <p:spPr>
          <a:xfrm>
            <a:off x="489275" y="3124125"/>
            <a:ext cx="3560700" cy="9978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r>
              <a:rPr b="1" lang="en" sz="2600">
                <a:solidFill>
                  <a:srgbClr val="E21A6B"/>
                </a:solidFill>
                <a:latin typeface="Poppins"/>
                <a:ea typeface="Poppins"/>
                <a:cs typeface="Poppins"/>
                <a:sym typeface="Poppins"/>
              </a:rPr>
              <a:t>What’s in this document?</a:t>
            </a:r>
            <a:endParaRPr sz="1400">
              <a:solidFill>
                <a:srgbClr val="E21A6B"/>
              </a:solidFill>
              <a:latin typeface="Poppins"/>
              <a:ea typeface="Poppins"/>
              <a:cs typeface="Poppins"/>
              <a:sym typeface="Poppins"/>
            </a:endParaRPr>
          </a:p>
        </p:txBody>
      </p:sp>
      <p:sp>
        <p:nvSpPr>
          <p:cNvPr id="325" name="Google Shape;325;p53"/>
          <p:cNvSpPr txBox="1"/>
          <p:nvPr>
            <p:ph idx="4294967295" type="body"/>
          </p:nvPr>
        </p:nvSpPr>
        <p:spPr>
          <a:xfrm>
            <a:off x="5219050" y="1244650"/>
            <a:ext cx="3256800" cy="6132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500">
                <a:solidFill>
                  <a:schemeClr val="dk1"/>
                </a:solidFill>
                <a:latin typeface="Proxima Nova"/>
                <a:ea typeface="Proxima Nova"/>
                <a:cs typeface="Proxima Nova"/>
                <a:sym typeface="Proxima Nova"/>
              </a:rPr>
              <a:t>What “website quality” is and why it’s important.</a:t>
            </a:r>
            <a:endParaRPr sz="1500">
              <a:solidFill>
                <a:schemeClr val="dk1"/>
              </a:solidFill>
              <a:latin typeface="Proxima Nova"/>
              <a:ea typeface="Proxima Nova"/>
              <a:cs typeface="Proxima Nova"/>
              <a:sym typeface="Proxima Nova"/>
            </a:endParaRPr>
          </a:p>
          <a:p>
            <a:pPr indent="0" lvl="0" marL="0" rtl="0" algn="l">
              <a:spcBef>
                <a:spcPts val="1600"/>
              </a:spcBef>
              <a:spcAft>
                <a:spcPts val="1600"/>
              </a:spcAft>
              <a:buNone/>
            </a:pPr>
            <a:r>
              <a:t/>
            </a:r>
            <a:endParaRPr sz="1500">
              <a:solidFill>
                <a:schemeClr val="dk1"/>
              </a:solidFill>
              <a:latin typeface="Proxima Nova"/>
              <a:ea typeface="Proxima Nova"/>
              <a:cs typeface="Proxima Nova"/>
              <a:sym typeface="Proxima Nova"/>
            </a:endParaRPr>
          </a:p>
        </p:txBody>
      </p:sp>
      <p:sp>
        <p:nvSpPr>
          <p:cNvPr id="326" name="Google Shape;326;p53"/>
          <p:cNvSpPr/>
          <p:nvPr/>
        </p:nvSpPr>
        <p:spPr>
          <a:xfrm>
            <a:off x="4625650" y="1310500"/>
            <a:ext cx="465000" cy="481500"/>
          </a:xfrm>
          <a:prstGeom prst="ellipse">
            <a:avLst/>
          </a:prstGeom>
          <a:solidFill>
            <a:schemeClr val="lt1"/>
          </a:solidFill>
          <a:ln cap="flat" cmpd="sng" w="19050">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E21A6B"/>
                </a:solidFill>
                <a:latin typeface="Poppins"/>
                <a:ea typeface="Poppins"/>
                <a:cs typeface="Poppins"/>
                <a:sym typeface="Poppins"/>
              </a:rPr>
              <a:t>1</a:t>
            </a:r>
            <a:endParaRPr b="1" sz="1800">
              <a:solidFill>
                <a:srgbClr val="E21A6B"/>
              </a:solidFill>
              <a:latin typeface="Poppins"/>
              <a:ea typeface="Poppins"/>
              <a:cs typeface="Poppins"/>
              <a:sym typeface="Poppins"/>
            </a:endParaRPr>
          </a:p>
        </p:txBody>
      </p:sp>
      <p:sp>
        <p:nvSpPr>
          <p:cNvPr id="327" name="Google Shape;327;p53"/>
          <p:cNvSpPr/>
          <p:nvPr/>
        </p:nvSpPr>
        <p:spPr>
          <a:xfrm>
            <a:off x="4625650" y="2257375"/>
            <a:ext cx="465000" cy="481500"/>
          </a:xfrm>
          <a:prstGeom prst="ellipse">
            <a:avLst/>
          </a:prstGeom>
          <a:solidFill>
            <a:schemeClr val="lt1"/>
          </a:solidFill>
          <a:ln cap="flat" cmpd="sng" w="19050">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E21A6B"/>
                </a:solidFill>
                <a:latin typeface="Poppins"/>
                <a:ea typeface="Poppins"/>
                <a:cs typeface="Poppins"/>
                <a:sym typeface="Poppins"/>
              </a:rPr>
              <a:t>2</a:t>
            </a:r>
            <a:endParaRPr b="1" sz="1800">
              <a:solidFill>
                <a:srgbClr val="E21A6B"/>
              </a:solidFill>
              <a:latin typeface="Poppins"/>
              <a:ea typeface="Poppins"/>
              <a:cs typeface="Poppins"/>
              <a:sym typeface="Poppins"/>
            </a:endParaRPr>
          </a:p>
        </p:txBody>
      </p:sp>
      <p:sp>
        <p:nvSpPr>
          <p:cNvPr id="328" name="Google Shape;328;p53"/>
          <p:cNvSpPr txBox="1"/>
          <p:nvPr>
            <p:ph idx="4294967295" type="body"/>
          </p:nvPr>
        </p:nvSpPr>
        <p:spPr>
          <a:xfrm>
            <a:off x="5219050" y="3164675"/>
            <a:ext cx="3486600" cy="8859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1600"/>
              </a:spcAft>
              <a:buNone/>
            </a:pPr>
            <a:r>
              <a:rPr lang="en" sz="1500">
                <a:solidFill>
                  <a:schemeClr val="dk1"/>
                </a:solidFill>
                <a:latin typeface="Proxima Nova"/>
                <a:ea typeface="Proxima Nova"/>
                <a:cs typeface="Proxima Nova"/>
                <a:sym typeface="Proxima Nova"/>
              </a:rPr>
              <a:t>The </a:t>
            </a:r>
            <a:r>
              <a:rPr lang="en" sz="1500" u="sng">
                <a:solidFill>
                  <a:schemeClr val="dk1"/>
                </a:solidFill>
                <a:latin typeface="Proxima Nova"/>
                <a:ea typeface="Proxima Nova"/>
                <a:cs typeface="Proxima Nova"/>
                <a:sym typeface="Proxima Nova"/>
              </a:rPr>
              <a:t>outputs</a:t>
            </a:r>
            <a:r>
              <a:rPr lang="en" sz="1500">
                <a:solidFill>
                  <a:schemeClr val="dk1"/>
                </a:solidFill>
                <a:latin typeface="Proxima Nova"/>
                <a:ea typeface="Proxima Nova"/>
                <a:cs typeface="Proxima Nova"/>
                <a:sym typeface="Proxima Nova"/>
              </a:rPr>
              <a:t> of the report and how we use them to execute your campaign.</a:t>
            </a:r>
            <a:endParaRPr sz="1500">
              <a:solidFill>
                <a:schemeClr val="dk1"/>
              </a:solidFill>
              <a:latin typeface="Proxima Nova"/>
              <a:ea typeface="Proxima Nova"/>
              <a:cs typeface="Proxima Nova"/>
              <a:sym typeface="Proxima Nova"/>
            </a:endParaRPr>
          </a:p>
        </p:txBody>
      </p:sp>
      <p:sp>
        <p:nvSpPr>
          <p:cNvPr id="329" name="Google Shape;329;p53"/>
          <p:cNvSpPr/>
          <p:nvPr/>
        </p:nvSpPr>
        <p:spPr>
          <a:xfrm>
            <a:off x="4625650" y="3247975"/>
            <a:ext cx="465000" cy="481500"/>
          </a:xfrm>
          <a:prstGeom prst="ellipse">
            <a:avLst/>
          </a:prstGeom>
          <a:solidFill>
            <a:schemeClr val="lt1"/>
          </a:solidFill>
          <a:ln cap="flat" cmpd="sng" w="19050">
            <a:solidFill>
              <a:srgbClr val="E21A6B"/>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solidFill>
                  <a:srgbClr val="E21A6B"/>
                </a:solidFill>
                <a:latin typeface="Poppins"/>
                <a:ea typeface="Poppins"/>
                <a:cs typeface="Poppins"/>
                <a:sym typeface="Poppins"/>
              </a:rPr>
              <a:t>3</a:t>
            </a:r>
            <a:endParaRPr b="1" sz="1800">
              <a:solidFill>
                <a:srgbClr val="E21A6B"/>
              </a:solidFill>
              <a:latin typeface="Poppins"/>
              <a:ea typeface="Poppins"/>
              <a:cs typeface="Poppins"/>
              <a:sym typeface="Poppins"/>
            </a:endParaRPr>
          </a:p>
        </p:txBody>
      </p:sp>
      <p:sp>
        <p:nvSpPr>
          <p:cNvPr id="330" name="Google Shape;330;p53"/>
          <p:cNvSpPr txBox="1"/>
          <p:nvPr>
            <p:ph idx="4294967295" type="body"/>
          </p:nvPr>
        </p:nvSpPr>
        <p:spPr>
          <a:xfrm>
            <a:off x="5219050" y="2224675"/>
            <a:ext cx="3256800" cy="699300"/>
          </a:xfrm>
          <a:prstGeom prst="rect">
            <a:avLst/>
          </a:prstGeom>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rPr lang="en" sz="1500">
                <a:solidFill>
                  <a:schemeClr val="dk1"/>
                </a:solidFill>
                <a:latin typeface="Proxima Nova"/>
                <a:ea typeface="Proxima Nova"/>
                <a:cs typeface="Proxima Nova"/>
                <a:sym typeface="Proxima Nova"/>
              </a:rPr>
              <a:t>What </a:t>
            </a:r>
            <a:r>
              <a:rPr lang="en" sz="1500" u="sng">
                <a:solidFill>
                  <a:schemeClr val="dk1"/>
                </a:solidFill>
                <a:latin typeface="Proxima Nova"/>
                <a:ea typeface="Proxima Nova"/>
                <a:cs typeface="Proxima Nova"/>
                <a:sym typeface="Proxima Nova"/>
              </a:rPr>
              <a:t>inputs</a:t>
            </a:r>
            <a:r>
              <a:rPr lang="en" sz="1500">
                <a:solidFill>
                  <a:schemeClr val="dk1"/>
                </a:solidFill>
                <a:latin typeface="Proxima Nova"/>
                <a:ea typeface="Proxima Nova"/>
                <a:cs typeface="Proxima Nova"/>
                <a:sym typeface="Proxima Nova"/>
              </a:rPr>
              <a:t> go into the report and how we analyze them.</a:t>
            </a:r>
            <a:endParaRPr sz="1500">
              <a:solidFill>
                <a:schemeClr val="dk1"/>
              </a:solidFill>
              <a:latin typeface="Proxima Nova"/>
              <a:ea typeface="Proxima Nova"/>
              <a:cs typeface="Proxima Nova"/>
              <a:sym typeface="Proxima Nova"/>
            </a:endParaRPr>
          </a:p>
          <a:p>
            <a:pPr indent="0" lvl="0" marL="0" rtl="0" algn="l">
              <a:spcBef>
                <a:spcPts val="1600"/>
              </a:spcBef>
              <a:spcAft>
                <a:spcPts val="0"/>
              </a:spcAft>
              <a:buNone/>
            </a:pPr>
            <a:r>
              <a:t/>
            </a:r>
            <a:endParaRPr sz="1500">
              <a:solidFill>
                <a:schemeClr val="dk1"/>
              </a:solidFill>
              <a:latin typeface="Proxima Nova"/>
              <a:ea typeface="Proxima Nova"/>
              <a:cs typeface="Proxima Nova"/>
              <a:sym typeface="Proxima Nova"/>
            </a:endParaRPr>
          </a:p>
          <a:p>
            <a:pPr indent="0" lvl="0" marL="0" rtl="0" algn="l">
              <a:spcBef>
                <a:spcPts val="1600"/>
              </a:spcBef>
              <a:spcAft>
                <a:spcPts val="1600"/>
              </a:spcAft>
              <a:buNone/>
            </a:pPr>
            <a:r>
              <a:t/>
            </a:r>
            <a:endParaRPr sz="1500">
              <a:solidFill>
                <a:schemeClr val="dk1"/>
              </a:solidFill>
              <a:latin typeface="Proxima Nova"/>
              <a:ea typeface="Proxima Nova"/>
              <a:cs typeface="Proxima Nova"/>
              <a:sym typeface="Proxima Nova"/>
            </a:endParaRPr>
          </a:p>
        </p:txBody>
      </p:sp>
      <p:pic>
        <p:nvPicPr>
          <p:cNvPr id="331" name="Google Shape;331;p53"/>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35" name="Shape 335"/>
        <p:cNvGrpSpPr/>
        <p:nvPr/>
      </p:nvGrpSpPr>
      <p:grpSpPr>
        <a:xfrm>
          <a:off x="0" y="0"/>
          <a:ext cx="0" cy="0"/>
          <a:chOff x="0" y="0"/>
          <a:chExt cx="0" cy="0"/>
        </a:xfrm>
      </p:grpSpPr>
      <p:sp>
        <p:nvSpPr>
          <p:cNvPr id="336" name="Google Shape;336;p54"/>
          <p:cNvSpPr/>
          <p:nvPr/>
        </p:nvSpPr>
        <p:spPr>
          <a:xfrm>
            <a:off x="-85725" y="0"/>
            <a:ext cx="3171900" cy="5143500"/>
          </a:xfrm>
          <a:prstGeom prst="rect">
            <a:avLst/>
          </a:prstGeom>
          <a:solidFill>
            <a:srgbClr val="E21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E21A6B"/>
              </a:solidFill>
            </a:endParaRPr>
          </a:p>
        </p:txBody>
      </p:sp>
      <p:sp>
        <p:nvSpPr>
          <p:cNvPr id="337" name="Google Shape;337;p54"/>
          <p:cNvSpPr txBox="1"/>
          <p:nvPr>
            <p:ph type="title"/>
          </p:nvPr>
        </p:nvSpPr>
        <p:spPr>
          <a:xfrm>
            <a:off x="101925" y="2084550"/>
            <a:ext cx="27966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FFFFFF"/>
                </a:solidFill>
                <a:latin typeface="Proxima Nova"/>
                <a:ea typeface="Proxima Nova"/>
                <a:cs typeface="Proxima Nova"/>
                <a:sym typeface="Proxima Nova"/>
              </a:rPr>
              <a:t>What is</a:t>
            </a:r>
            <a:r>
              <a:rPr b="1" lang="en" sz="2400">
                <a:solidFill>
                  <a:srgbClr val="FFFFFF"/>
                </a:solidFill>
                <a:latin typeface="Proxima Nova"/>
                <a:ea typeface="Proxima Nova"/>
                <a:cs typeface="Proxima Nova"/>
                <a:sym typeface="Proxima Nova"/>
              </a:rPr>
              <a:t> </a:t>
            </a:r>
            <a:br>
              <a:rPr b="1" lang="en" sz="2400">
                <a:solidFill>
                  <a:srgbClr val="FFFFFF"/>
                </a:solidFill>
                <a:latin typeface="Proxima Nova"/>
                <a:ea typeface="Proxima Nova"/>
                <a:cs typeface="Proxima Nova"/>
                <a:sym typeface="Proxima Nova"/>
              </a:rPr>
            </a:br>
            <a:r>
              <a:rPr lang="en" sz="2400">
                <a:solidFill>
                  <a:srgbClr val="FFFFFF"/>
                </a:solidFill>
                <a:latin typeface="Proxima Nova"/>
                <a:ea typeface="Proxima Nova"/>
                <a:cs typeface="Proxima Nova"/>
                <a:sym typeface="Proxima Nova"/>
              </a:rPr>
              <a:t>“</a:t>
            </a:r>
            <a:r>
              <a:rPr b="1" lang="en" sz="2400">
                <a:solidFill>
                  <a:srgbClr val="FFFFFF"/>
                </a:solidFill>
                <a:latin typeface="Proxima Nova"/>
                <a:ea typeface="Proxima Nova"/>
                <a:cs typeface="Proxima Nova"/>
                <a:sym typeface="Proxima Nova"/>
              </a:rPr>
              <a:t>W</a:t>
            </a:r>
            <a:r>
              <a:rPr b="1" lang="en" sz="2400">
                <a:solidFill>
                  <a:srgbClr val="FFFFFF"/>
                </a:solidFill>
                <a:latin typeface="Proxima Nova"/>
                <a:ea typeface="Proxima Nova"/>
                <a:cs typeface="Proxima Nova"/>
                <a:sym typeface="Proxima Nova"/>
              </a:rPr>
              <a:t>ebsite Quality</a:t>
            </a:r>
            <a:r>
              <a:rPr lang="en" sz="2400">
                <a:solidFill>
                  <a:srgbClr val="FFFFFF"/>
                </a:solidFill>
                <a:latin typeface="Proxima Nova"/>
                <a:ea typeface="Proxima Nova"/>
                <a:cs typeface="Proxima Nova"/>
                <a:sym typeface="Proxima Nova"/>
              </a:rPr>
              <a:t>”?</a:t>
            </a:r>
            <a:endParaRPr sz="1200">
              <a:solidFill>
                <a:srgbClr val="FFFFFF"/>
              </a:solidFill>
              <a:latin typeface="Proxima Nova"/>
              <a:ea typeface="Proxima Nova"/>
              <a:cs typeface="Proxima Nova"/>
              <a:sym typeface="Proxima Nova"/>
            </a:endParaRPr>
          </a:p>
        </p:txBody>
      </p:sp>
      <p:sp>
        <p:nvSpPr>
          <p:cNvPr id="338" name="Google Shape;338;p54"/>
          <p:cNvSpPr txBox="1"/>
          <p:nvPr/>
        </p:nvSpPr>
        <p:spPr>
          <a:xfrm>
            <a:off x="3600475" y="690000"/>
            <a:ext cx="4832400" cy="411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rgbClr val="000000"/>
              </a:buClr>
              <a:buSzPts val="1100"/>
              <a:buFont typeface="Arial"/>
              <a:buNone/>
            </a:pPr>
            <a:r>
              <a:rPr lang="en" sz="1200">
                <a:solidFill>
                  <a:srgbClr val="222222"/>
                </a:solidFill>
                <a:latin typeface="Proxima Nova"/>
                <a:ea typeface="Proxima Nova"/>
                <a:cs typeface="Proxima Nova"/>
                <a:sym typeface="Proxima Nova"/>
              </a:rPr>
              <a:t>Search engines send traffic to websites they deem as “high quality”. That means a few things:</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t/>
            </a:r>
            <a:endParaRPr sz="1200">
              <a:solidFill>
                <a:srgbClr val="222222"/>
              </a:solidFill>
              <a:latin typeface="Proxima Nova"/>
              <a:ea typeface="Proxima Nova"/>
              <a:cs typeface="Proxima Nova"/>
              <a:sym typeface="Proxima Nova"/>
            </a:endParaRPr>
          </a:p>
          <a:p>
            <a:pPr indent="-304800" lvl="0" marL="457200" rtl="0" algn="l">
              <a:spcBef>
                <a:spcPts val="0"/>
              </a:spcBef>
              <a:spcAft>
                <a:spcPts val="0"/>
              </a:spcAft>
              <a:buClr>
                <a:srgbClr val="222222"/>
              </a:buClr>
              <a:buSzPts val="1200"/>
              <a:buFont typeface="Proxima Nova"/>
              <a:buAutoNum type="arabicPeriod"/>
            </a:pPr>
            <a:r>
              <a:rPr lang="en" sz="1200">
                <a:solidFill>
                  <a:srgbClr val="222222"/>
                </a:solidFill>
                <a:latin typeface="Proxima Nova"/>
                <a:ea typeface="Proxima Nova"/>
                <a:cs typeface="Proxima Nova"/>
                <a:sym typeface="Proxima Nova"/>
              </a:rPr>
              <a:t>Sites that are coded and structured according to their </a:t>
            </a:r>
            <a:r>
              <a:rPr lang="en" sz="1200" u="sng">
                <a:solidFill>
                  <a:srgbClr val="222222"/>
                </a:solidFill>
                <a:latin typeface="Proxima Nova"/>
                <a:ea typeface="Proxima Nova"/>
                <a:cs typeface="Proxima Nova"/>
                <a:sym typeface="Proxima Nova"/>
                <a:hlinkClick r:id="rId3">
                  <a:extLst>
                    <a:ext uri="{A12FA001-AC4F-418D-AE19-62706E023703}">
                      <ahyp:hlinkClr val="tx"/>
                    </a:ext>
                  </a:extLst>
                </a:hlinkClick>
              </a:rPr>
              <a:t>webmaster guidelines</a:t>
            </a:r>
            <a:r>
              <a:rPr lang="en" sz="1200">
                <a:solidFill>
                  <a:srgbClr val="222222"/>
                </a:solidFill>
                <a:latin typeface="Proxima Nova"/>
                <a:ea typeface="Proxima Nova"/>
                <a:cs typeface="Proxima Nova"/>
                <a:sym typeface="Proxima Nova"/>
              </a:rPr>
              <a:t>. </a:t>
            </a:r>
            <a:endParaRPr sz="1200">
              <a:solidFill>
                <a:srgbClr val="222222"/>
              </a:solidFill>
              <a:latin typeface="Proxima Nova"/>
              <a:ea typeface="Proxima Nova"/>
              <a:cs typeface="Proxima Nova"/>
              <a:sym typeface="Proxima Nova"/>
            </a:endParaRPr>
          </a:p>
          <a:p>
            <a:pPr indent="-304800" lvl="0" marL="457200" rtl="0" algn="l">
              <a:spcBef>
                <a:spcPts val="0"/>
              </a:spcBef>
              <a:spcAft>
                <a:spcPts val="0"/>
              </a:spcAft>
              <a:buClr>
                <a:srgbClr val="222222"/>
              </a:buClr>
              <a:buSzPts val="1200"/>
              <a:buFont typeface="Proxima Nova"/>
              <a:buAutoNum type="arabicPeriod"/>
            </a:pPr>
            <a:r>
              <a:rPr lang="en" sz="1200">
                <a:solidFill>
                  <a:srgbClr val="222222"/>
                </a:solidFill>
                <a:latin typeface="Proxima Nova"/>
                <a:ea typeface="Proxima Nova"/>
                <a:cs typeface="Proxima Nova"/>
                <a:sym typeface="Proxima Nova"/>
              </a:rPr>
              <a:t>Sites that are “popular”, i.e. getting mentioned across the web.</a:t>
            </a:r>
            <a:endParaRPr sz="1200">
              <a:solidFill>
                <a:srgbClr val="222222"/>
              </a:solidFill>
              <a:latin typeface="Proxima Nova"/>
              <a:ea typeface="Proxima Nova"/>
              <a:cs typeface="Proxima Nova"/>
              <a:sym typeface="Proxima Nova"/>
            </a:endParaRPr>
          </a:p>
          <a:p>
            <a:pPr indent="-304800" lvl="0" marL="457200" rtl="0" algn="l">
              <a:spcBef>
                <a:spcPts val="0"/>
              </a:spcBef>
              <a:spcAft>
                <a:spcPts val="0"/>
              </a:spcAft>
              <a:buClr>
                <a:srgbClr val="222222"/>
              </a:buClr>
              <a:buSzPts val="1200"/>
              <a:buFont typeface="Proxima Nova"/>
              <a:buAutoNum type="arabicPeriod"/>
            </a:pPr>
            <a:r>
              <a:rPr lang="en" sz="1200">
                <a:solidFill>
                  <a:srgbClr val="222222"/>
                </a:solidFill>
                <a:latin typeface="Proxima Nova"/>
                <a:ea typeface="Proxima Nova"/>
                <a:cs typeface="Proxima Nova"/>
                <a:sym typeface="Proxima Nova"/>
              </a:rPr>
              <a:t>Sites that satisfy “searcher intent” through relevant and quality content.</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rPr lang="en" sz="1200">
                <a:solidFill>
                  <a:srgbClr val="222222"/>
                </a:solidFill>
                <a:latin typeface="Proxima Nova"/>
                <a:ea typeface="Proxima Nova"/>
                <a:cs typeface="Proxima Nova"/>
                <a:sym typeface="Proxima Nova"/>
              </a:rPr>
              <a:t>Having low quality pages, content, poor structure and lack of web mentions causes Google to lose trust in your website and crawl, index and rank it less and less over time.</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rPr lang="en" sz="1200">
                <a:solidFill>
                  <a:srgbClr val="222222"/>
                </a:solidFill>
                <a:latin typeface="Proxima Nova"/>
                <a:ea typeface="Proxima Nova"/>
                <a:cs typeface="Proxima Nova"/>
                <a:sym typeface="Proxima Nova"/>
              </a:rPr>
              <a:t>We assess quality of your website by looking at a number of different data inputs, including inbound links, titles, content depth, sales from organic traffic, keyword rankings and more. </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t/>
            </a:r>
            <a:endParaRPr sz="1200">
              <a:solidFill>
                <a:srgbClr val="222222"/>
              </a:solidFill>
              <a:latin typeface="Proxima Nova"/>
              <a:ea typeface="Proxima Nova"/>
              <a:cs typeface="Proxima Nova"/>
              <a:sym typeface="Proxima Nova"/>
            </a:endParaRPr>
          </a:p>
          <a:p>
            <a:pPr indent="0" lvl="0" marL="0" rtl="0" algn="l">
              <a:spcBef>
                <a:spcPts val="0"/>
              </a:spcBef>
              <a:spcAft>
                <a:spcPts val="0"/>
              </a:spcAft>
              <a:buClr>
                <a:srgbClr val="000000"/>
              </a:buClr>
              <a:buSzPts val="1100"/>
              <a:buFont typeface="Arial"/>
              <a:buNone/>
            </a:pPr>
            <a:r>
              <a:rPr lang="en" sz="1200">
                <a:solidFill>
                  <a:srgbClr val="222222"/>
                </a:solidFill>
                <a:latin typeface="Proxima Nova"/>
                <a:ea typeface="Proxima Nova"/>
                <a:cs typeface="Proxima Nova"/>
                <a:sym typeface="Proxima Nova"/>
              </a:rPr>
              <a:t>Additional resources:</a:t>
            </a:r>
            <a:br>
              <a:rPr lang="en" sz="1200">
                <a:solidFill>
                  <a:srgbClr val="222222"/>
                </a:solidFill>
                <a:latin typeface="Proxima Nova"/>
                <a:ea typeface="Proxima Nova"/>
                <a:cs typeface="Proxima Nova"/>
                <a:sym typeface="Proxima Nova"/>
              </a:rPr>
            </a:br>
            <a:endParaRPr sz="1200">
              <a:solidFill>
                <a:srgbClr val="222222"/>
              </a:solidFill>
              <a:latin typeface="Proxima Nova"/>
              <a:ea typeface="Proxima Nova"/>
              <a:cs typeface="Proxima Nova"/>
              <a:sym typeface="Proxima Nova"/>
            </a:endParaRPr>
          </a:p>
          <a:p>
            <a:pPr indent="-304800" lvl="0" marL="457200" rtl="0" algn="l">
              <a:spcBef>
                <a:spcPts val="0"/>
              </a:spcBef>
              <a:spcAft>
                <a:spcPts val="0"/>
              </a:spcAft>
              <a:buClr>
                <a:srgbClr val="222222"/>
              </a:buClr>
              <a:buSzPts val="1200"/>
              <a:buFont typeface="Proxima Nova"/>
              <a:buChar char="●"/>
            </a:pPr>
            <a:r>
              <a:rPr lang="en" sz="1200" u="sng">
                <a:solidFill>
                  <a:srgbClr val="222222"/>
                </a:solidFill>
                <a:latin typeface="Proxima Nova"/>
                <a:ea typeface="Proxima Nova"/>
                <a:cs typeface="Proxima Nova"/>
                <a:sym typeface="Proxima Nova"/>
                <a:hlinkClick r:id="rId4">
                  <a:extLst>
                    <a:ext uri="{A12FA001-AC4F-418D-AE19-62706E023703}">
                      <ahyp:hlinkClr val="tx"/>
                    </a:ext>
                  </a:extLst>
                </a:hlinkClick>
              </a:rPr>
              <a:t>Google’s Quality Score</a:t>
            </a:r>
            <a:r>
              <a:rPr lang="en" sz="1200">
                <a:solidFill>
                  <a:srgbClr val="222222"/>
                </a:solidFill>
                <a:latin typeface="Proxima Nova"/>
                <a:ea typeface="Proxima Nova"/>
                <a:cs typeface="Proxima Nova"/>
                <a:sym typeface="Proxima Nova"/>
              </a:rPr>
              <a:t> (Moz)</a:t>
            </a:r>
            <a:endParaRPr b="1" sz="1200">
              <a:solidFill>
                <a:srgbClr val="222222"/>
              </a:solidFill>
              <a:latin typeface="Proxima Nova"/>
              <a:ea typeface="Proxima Nova"/>
              <a:cs typeface="Proxima Nova"/>
              <a:sym typeface="Proxima Nova"/>
            </a:endParaRPr>
          </a:p>
        </p:txBody>
      </p:sp>
      <p:pic>
        <p:nvPicPr>
          <p:cNvPr id="339" name="Google Shape;339;p54"/>
          <p:cNvPicPr preferRelativeResize="0"/>
          <p:nvPr/>
        </p:nvPicPr>
        <p:blipFill rotWithShape="1">
          <a:blip r:embed="rId5">
            <a:alphaModFix/>
          </a:blip>
          <a:srcRect b="0" l="0" r="0" t="0"/>
          <a:stretch/>
        </p:blipFill>
        <p:spPr>
          <a:xfrm>
            <a:off x="8432975" y="250200"/>
            <a:ext cx="465000" cy="393814"/>
          </a:xfrm>
          <a:prstGeom prst="rect">
            <a:avLst/>
          </a:prstGeom>
          <a:noFill/>
          <a:ln>
            <a:noFill/>
          </a:ln>
        </p:spPr>
      </p:pic>
      <p:pic>
        <p:nvPicPr>
          <p:cNvPr id="340" name="Google Shape;340;p54"/>
          <p:cNvPicPr preferRelativeResize="0"/>
          <p:nvPr/>
        </p:nvPicPr>
        <p:blipFill rotWithShape="1">
          <a:blip r:embed="rId6">
            <a:alphaModFix amt="52999"/>
          </a:blip>
          <a:srcRect b="0" l="21581" r="0" t="21210"/>
          <a:stretch/>
        </p:blipFill>
        <p:spPr>
          <a:xfrm rot="2036056">
            <a:off x="-410153" y="-3551033"/>
            <a:ext cx="3515956" cy="59768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8"/>
                                        </p:tgtEl>
                                        <p:attrNameLst>
                                          <p:attrName>style.visibility</p:attrName>
                                        </p:attrNameLst>
                                      </p:cBhvr>
                                      <p:to>
                                        <p:strVal val="visible"/>
                                      </p:to>
                                    </p:set>
                                    <p:animEffect filter="fade" transition="in">
                                      <p:cBhvr>
                                        <p:cTn dur="1000"/>
                                        <p:tgtEl>
                                          <p:spTgt spid="33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344" name="Shape 344"/>
        <p:cNvGrpSpPr/>
        <p:nvPr/>
      </p:nvGrpSpPr>
      <p:grpSpPr>
        <a:xfrm>
          <a:off x="0" y="0"/>
          <a:ext cx="0" cy="0"/>
          <a:chOff x="0" y="0"/>
          <a:chExt cx="0" cy="0"/>
        </a:xfrm>
      </p:grpSpPr>
      <p:sp>
        <p:nvSpPr>
          <p:cNvPr id="345" name="Google Shape;345;p55"/>
          <p:cNvSpPr/>
          <p:nvPr/>
        </p:nvSpPr>
        <p:spPr>
          <a:xfrm>
            <a:off x="-85725" y="0"/>
            <a:ext cx="3171900" cy="5143500"/>
          </a:xfrm>
          <a:prstGeom prst="rect">
            <a:avLst/>
          </a:prstGeom>
          <a:solidFill>
            <a:srgbClr val="E21A6B"/>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solidFill>
                <a:srgbClr val="E21A6B"/>
              </a:solidFill>
            </a:endParaRPr>
          </a:p>
        </p:txBody>
      </p:sp>
      <p:pic>
        <p:nvPicPr>
          <p:cNvPr id="346" name="Google Shape;346;p55"/>
          <p:cNvPicPr preferRelativeResize="0"/>
          <p:nvPr/>
        </p:nvPicPr>
        <p:blipFill rotWithShape="1">
          <a:blip r:embed="rId3">
            <a:alphaModFix amt="50000"/>
          </a:blip>
          <a:srcRect b="0" l="21581" r="0" t="21210"/>
          <a:stretch/>
        </p:blipFill>
        <p:spPr>
          <a:xfrm rot="2036056">
            <a:off x="-410153" y="-3551033"/>
            <a:ext cx="3515956" cy="5976892"/>
          </a:xfrm>
          <a:prstGeom prst="rect">
            <a:avLst/>
          </a:prstGeom>
          <a:noFill/>
          <a:ln>
            <a:noFill/>
          </a:ln>
        </p:spPr>
      </p:pic>
      <p:sp>
        <p:nvSpPr>
          <p:cNvPr id="347" name="Google Shape;347;p55"/>
          <p:cNvSpPr txBox="1"/>
          <p:nvPr>
            <p:ph type="title"/>
          </p:nvPr>
        </p:nvSpPr>
        <p:spPr>
          <a:xfrm>
            <a:off x="242425" y="994800"/>
            <a:ext cx="2480700" cy="102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chemeClr val="lt1"/>
                </a:solidFill>
                <a:latin typeface="Proxima Nova"/>
                <a:ea typeface="Proxima Nova"/>
                <a:cs typeface="Proxima Nova"/>
                <a:sym typeface="Proxima Nova"/>
              </a:rPr>
              <a:t>What goes into the</a:t>
            </a:r>
            <a:r>
              <a:rPr b="1" lang="en" sz="2400">
                <a:solidFill>
                  <a:schemeClr val="lt1"/>
                </a:solidFill>
                <a:latin typeface="Proxima Nova"/>
                <a:ea typeface="Proxima Nova"/>
                <a:cs typeface="Proxima Nova"/>
                <a:sym typeface="Proxima Nova"/>
              </a:rPr>
              <a:t> </a:t>
            </a:r>
            <a:r>
              <a:rPr lang="en" sz="2400">
                <a:solidFill>
                  <a:schemeClr val="lt1"/>
                </a:solidFill>
                <a:latin typeface="Proxima Nova"/>
                <a:ea typeface="Proxima Nova"/>
                <a:cs typeface="Proxima Nova"/>
                <a:sym typeface="Proxima Nova"/>
              </a:rPr>
              <a:t>“</a:t>
            </a:r>
            <a:r>
              <a:rPr b="1" lang="en" sz="2400">
                <a:solidFill>
                  <a:schemeClr val="lt1"/>
                </a:solidFill>
                <a:latin typeface="Proxima Nova"/>
                <a:ea typeface="Proxima Nova"/>
                <a:cs typeface="Proxima Nova"/>
                <a:sym typeface="Proxima Nova"/>
              </a:rPr>
              <a:t>WQA</a:t>
            </a:r>
            <a:r>
              <a:rPr lang="en" sz="2400">
                <a:solidFill>
                  <a:schemeClr val="lt1"/>
                </a:solidFill>
                <a:latin typeface="Proxima Nova"/>
                <a:ea typeface="Proxima Nova"/>
                <a:cs typeface="Proxima Nova"/>
                <a:sym typeface="Proxima Nova"/>
              </a:rPr>
              <a:t>”?</a:t>
            </a:r>
            <a:endParaRPr sz="2400">
              <a:solidFill>
                <a:srgbClr val="FFFFFF"/>
              </a:solidFill>
              <a:latin typeface="Proxima Nova"/>
              <a:ea typeface="Proxima Nova"/>
              <a:cs typeface="Proxima Nova"/>
              <a:sym typeface="Proxima Nova"/>
            </a:endParaRPr>
          </a:p>
        </p:txBody>
      </p:sp>
      <p:sp>
        <p:nvSpPr>
          <p:cNvPr id="348" name="Google Shape;348;p55"/>
          <p:cNvSpPr txBox="1"/>
          <p:nvPr/>
        </p:nvSpPr>
        <p:spPr>
          <a:xfrm>
            <a:off x="3600475" y="690000"/>
            <a:ext cx="4832400" cy="41106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Our team built a tool using API data from 5 vital SEO data sources:</a:t>
            </a:r>
            <a:br>
              <a:rPr lang="en" sz="1200">
                <a:solidFill>
                  <a:schemeClr val="dk1"/>
                </a:solidFill>
                <a:latin typeface="Proxima Nova"/>
                <a:ea typeface="Proxima Nova"/>
                <a:cs typeface="Proxima Nova"/>
                <a:sym typeface="Proxima Nova"/>
              </a:rPr>
            </a:b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XML sitemaps</a:t>
            </a:r>
            <a:r>
              <a:rPr lang="en" sz="1200">
                <a:solidFill>
                  <a:schemeClr val="dk1"/>
                </a:solidFill>
                <a:latin typeface="Proxima Nova"/>
                <a:ea typeface="Proxima Nova"/>
                <a:cs typeface="Proxima Nova"/>
                <a:sym typeface="Proxima Nova"/>
              </a:rPr>
              <a:t> - to get a list of URLs included in your Sitemap.</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Screaming Frog</a:t>
            </a:r>
            <a:r>
              <a:rPr lang="en" sz="1200">
                <a:solidFill>
                  <a:schemeClr val="dk1"/>
                </a:solidFill>
                <a:latin typeface="Proxima Nova"/>
                <a:ea typeface="Proxima Nova"/>
                <a:cs typeface="Proxima Nova"/>
                <a:sym typeface="Proxima Nova"/>
              </a:rPr>
              <a:t> - to get a full list of URLs and files uploaded to your site, page titles, metas, canonical tags and word count per page.</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Ahrefs (Backlinks) </a:t>
            </a:r>
            <a:r>
              <a:rPr lang="en" sz="1200">
                <a:solidFill>
                  <a:schemeClr val="dk1"/>
                </a:solidFill>
                <a:latin typeface="Proxima Nova"/>
                <a:ea typeface="Proxima Nova"/>
                <a:cs typeface="Proxima Nova"/>
                <a:sym typeface="Proxima Nova"/>
              </a:rPr>
              <a:t>- to get a list of the links pointing to your website and which pages they point to.</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Ahrefs (Keywords) </a:t>
            </a:r>
            <a:r>
              <a:rPr lang="en" sz="1200">
                <a:solidFill>
                  <a:schemeClr val="dk1"/>
                </a:solidFill>
                <a:latin typeface="Proxima Nova"/>
                <a:ea typeface="Proxima Nova"/>
                <a:cs typeface="Proxima Nova"/>
                <a:sym typeface="Proxima Nova"/>
              </a:rPr>
              <a:t>- to get your current keyword rankings and which pages they correlate to.</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Google Analytics</a:t>
            </a:r>
            <a:r>
              <a:rPr lang="en" sz="1200">
                <a:solidFill>
                  <a:schemeClr val="dk1"/>
                </a:solidFill>
                <a:latin typeface="Proxima Nova"/>
                <a:ea typeface="Proxima Nova"/>
                <a:cs typeface="Proxima Nova"/>
                <a:sym typeface="Proxima Nova"/>
              </a:rPr>
              <a:t> - to get sales, leads, and traffic data from search engines only.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Char char="●"/>
            </a:pPr>
            <a:r>
              <a:rPr b="1" lang="en" sz="1200">
                <a:solidFill>
                  <a:schemeClr val="dk1"/>
                </a:solidFill>
                <a:latin typeface="Proxima Nova"/>
                <a:ea typeface="Proxima Nova"/>
                <a:cs typeface="Proxima Nova"/>
                <a:sym typeface="Proxima Nova"/>
              </a:rPr>
              <a:t>Google Search Console</a:t>
            </a:r>
            <a:r>
              <a:rPr lang="en" sz="1200">
                <a:solidFill>
                  <a:schemeClr val="dk1"/>
                </a:solidFill>
                <a:latin typeface="Proxima Nova"/>
                <a:ea typeface="Proxima Nova"/>
                <a:cs typeface="Proxima Nova"/>
                <a:sym typeface="Proxima Nova"/>
              </a:rPr>
              <a:t> - to get SERP impressions and page level click through rates in Google. </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Our tool aggregates this data and allows us to assess quality metrics at the page level. From here, we can make a decision about what to do with every page on your site.</a:t>
            </a:r>
            <a:endParaRPr sz="1200">
              <a:solidFill>
                <a:schemeClr val="dk1"/>
              </a:solidFill>
              <a:latin typeface="Proxima Nova"/>
              <a:ea typeface="Proxima Nova"/>
              <a:cs typeface="Proxima Nova"/>
              <a:sym typeface="Proxima Nova"/>
            </a:endParaRPr>
          </a:p>
        </p:txBody>
      </p:sp>
      <p:pic>
        <p:nvPicPr>
          <p:cNvPr id="349" name="Google Shape;349;p55"/>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grpSp>
        <p:nvGrpSpPr>
          <p:cNvPr id="350" name="Google Shape;350;p55"/>
          <p:cNvGrpSpPr/>
          <p:nvPr/>
        </p:nvGrpSpPr>
        <p:grpSpPr>
          <a:xfrm>
            <a:off x="-85725" y="2507450"/>
            <a:ext cx="3574025" cy="2228850"/>
            <a:chOff x="-85725" y="2839650"/>
            <a:chExt cx="3574025" cy="2228850"/>
          </a:xfrm>
        </p:grpSpPr>
        <p:pic>
          <p:nvPicPr>
            <p:cNvPr id="351" name="Google Shape;351;p55"/>
            <p:cNvPicPr preferRelativeResize="0"/>
            <p:nvPr/>
          </p:nvPicPr>
          <p:blipFill rotWithShape="1">
            <a:blip r:embed="rId5">
              <a:alphaModFix/>
            </a:blip>
            <a:srcRect b="0" l="990" r="990" t="0"/>
            <a:stretch/>
          </p:blipFill>
          <p:spPr>
            <a:xfrm>
              <a:off x="-85725" y="2839650"/>
              <a:ext cx="3574025" cy="2228850"/>
            </a:xfrm>
            <a:prstGeom prst="rect">
              <a:avLst/>
            </a:prstGeom>
            <a:noFill/>
            <a:ln>
              <a:noFill/>
            </a:ln>
          </p:spPr>
        </p:pic>
        <p:pic>
          <p:nvPicPr>
            <p:cNvPr id="352" name="Google Shape;352;p55"/>
            <p:cNvPicPr preferRelativeResize="0"/>
            <p:nvPr/>
          </p:nvPicPr>
          <p:blipFill rotWithShape="1">
            <a:blip r:embed="rId6">
              <a:alphaModFix/>
            </a:blip>
            <a:srcRect b="25340" l="0" r="0" t="0"/>
            <a:stretch/>
          </p:blipFill>
          <p:spPr>
            <a:xfrm>
              <a:off x="247500" y="2903925"/>
              <a:ext cx="2907573" cy="1896676"/>
            </a:xfrm>
            <a:prstGeom prst="rect">
              <a:avLst/>
            </a:prstGeom>
            <a:noFill/>
            <a:ln>
              <a:noFill/>
            </a:ln>
          </p:spPr>
        </p:pic>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8"/>
                                        </p:tgtEl>
                                        <p:attrNameLst>
                                          <p:attrName>style.visibility</p:attrName>
                                        </p:attrNameLst>
                                      </p:cBhvr>
                                      <p:to>
                                        <p:strVal val="visible"/>
                                      </p:to>
                                    </p:set>
                                    <p:animEffect filter="fade" transition="in">
                                      <p:cBhvr>
                                        <p:cTn dur="1000"/>
                                        <p:tgtEl>
                                          <p:spTgt spid="3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356" name="Shape 356"/>
        <p:cNvGrpSpPr/>
        <p:nvPr/>
      </p:nvGrpSpPr>
      <p:grpSpPr>
        <a:xfrm>
          <a:off x="0" y="0"/>
          <a:ext cx="0" cy="0"/>
          <a:chOff x="0" y="0"/>
          <a:chExt cx="0" cy="0"/>
        </a:xfrm>
      </p:grpSpPr>
      <p:pic>
        <p:nvPicPr>
          <p:cNvPr id="357" name="Google Shape;357;p56"/>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358" name="Google Shape;358;p56"/>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59" name="Google Shape;359;p56"/>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360" name="Google Shape;360;p56"/>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361" name="Google Shape;361;p56"/>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362" name="Google Shape;362;p56"/>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Tours, Activities &amp; Attractions</a:t>
            </a:r>
            <a:endParaRPr sz="1600">
              <a:solidFill>
                <a:srgbClr val="E21A6B"/>
              </a:solidFill>
              <a:latin typeface="Proxima Nova"/>
              <a:ea typeface="Proxima Nova"/>
              <a:cs typeface="Proxima Nova"/>
              <a:sym typeface="Proxima Nova"/>
            </a:endParaRPr>
          </a:p>
        </p:txBody>
      </p:sp>
      <p:graphicFrame>
        <p:nvGraphicFramePr>
          <p:cNvPr id="363" name="Google Shape;363;p56"/>
          <p:cNvGraphicFramePr/>
          <p:nvPr/>
        </p:nvGraphicFramePr>
        <p:xfrm>
          <a:off x="4205638" y="929363"/>
          <a:ext cx="3000000" cy="3000000"/>
        </p:xfrm>
        <a:graphic>
          <a:graphicData uri="http://schemas.openxmlformats.org/drawingml/2006/table">
            <a:tbl>
              <a:tblPr>
                <a:noFill/>
                <a:tableStyleId>{72D5B7A4-0B4D-45B1-A0CB-2E4914C7CC6D}</a:tableStyleId>
              </a:tblPr>
              <a:tblGrid>
                <a:gridCol w="952500"/>
                <a:gridCol w="36151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Primary landing page showcasing tour offerings, main navigation, and featured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 for individual tours or activities, detailing itineraries, price, and booking.</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Location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 of tours and activities grouped by geographical locations (city, state,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Activity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Grouped listings based on activity type (adventure, cultural, culinary,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Destination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 tours grouped by broader destination or attraction (e.g., Eiffel Tower, Grand Canyon).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blog articles typically providing travel tips, guides, or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Sections grouping blog posts by themes or topics for better navigation.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Country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In-depth guide covering key travel info, top experiences, accommodations, and tips per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State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Guide specific to individual states or regions within a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City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guides dedicated to specific cities, including attractions, dining, accommodation.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Landmark/Attraction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informational page on notable landmarks or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Required informational pages (e.g., Contact Us, FAQs, Terms &amp; Conditions).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 dedicated to authors/bloggers highlighting their profile and posts they've written.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Media Gallery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Collection of photos/videos highlighting tours, activities, or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0"/>
                                        </p:tgtEl>
                                        <p:attrNameLst>
                                          <p:attrName>style.visibility</p:attrName>
                                        </p:attrNameLst>
                                      </p:cBhvr>
                                      <p:to>
                                        <p:strVal val="visible"/>
                                      </p:to>
                                    </p:set>
                                    <p:animEffect filter="fade" transition="in">
                                      <p:cBhvr>
                                        <p:cTn dur="1000"/>
                                        <p:tgtEl>
                                          <p:spTgt spid="3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367" name="Shape 367"/>
        <p:cNvGrpSpPr/>
        <p:nvPr/>
      </p:nvGrpSpPr>
      <p:grpSpPr>
        <a:xfrm>
          <a:off x="0" y="0"/>
          <a:ext cx="0" cy="0"/>
          <a:chOff x="0" y="0"/>
          <a:chExt cx="0" cy="0"/>
        </a:xfrm>
      </p:grpSpPr>
      <p:pic>
        <p:nvPicPr>
          <p:cNvPr id="368" name="Google Shape;368;p57"/>
          <p:cNvPicPr preferRelativeResize="0"/>
          <p:nvPr/>
        </p:nvPicPr>
        <p:blipFill rotWithShape="1">
          <a:blip r:embed="rId3">
            <a:alphaModFix/>
          </a:blip>
          <a:srcRect b="0" l="21581" r="0" t="21210"/>
          <a:stretch/>
        </p:blipFill>
        <p:spPr>
          <a:xfrm flipH="1" rot="-2036056">
            <a:off x="6081547" y="-1118983"/>
            <a:ext cx="3515956" cy="5976892"/>
          </a:xfrm>
          <a:prstGeom prst="rect">
            <a:avLst/>
          </a:prstGeom>
          <a:noFill/>
          <a:ln>
            <a:noFill/>
          </a:ln>
        </p:spPr>
      </p:pic>
      <p:sp>
        <p:nvSpPr>
          <p:cNvPr id="369" name="Google Shape;369;p57"/>
          <p:cNvSpPr txBox="1"/>
          <p:nvPr/>
        </p:nvSpPr>
        <p:spPr>
          <a:xfrm>
            <a:off x="384550" y="1195525"/>
            <a:ext cx="8584800" cy="455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2400">
                <a:solidFill>
                  <a:schemeClr val="lt1"/>
                </a:solidFill>
                <a:latin typeface="Proxima Nova"/>
                <a:ea typeface="Proxima Nova"/>
                <a:cs typeface="Proxima Nova"/>
                <a:sym typeface="Proxima Nova"/>
              </a:rPr>
              <a:t>[ACTION TO TAKE - DELETE THIS SLDIE WHEN COMPLETE]</a:t>
            </a:r>
            <a:endParaRPr b="1" sz="2400">
              <a:solidFill>
                <a:schemeClr val="lt1"/>
              </a:solidFill>
              <a:latin typeface="Proxima Nova"/>
              <a:ea typeface="Proxima Nova"/>
              <a:cs typeface="Proxima Nova"/>
              <a:sym typeface="Proxima Nova"/>
            </a:endParaRPr>
          </a:p>
        </p:txBody>
      </p:sp>
      <p:sp>
        <p:nvSpPr>
          <p:cNvPr id="370" name="Google Shape;370;p57"/>
          <p:cNvSpPr txBox="1"/>
          <p:nvPr/>
        </p:nvSpPr>
        <p:spPr>
          <a:xfrm>
            <a:off x="384550" y="1650925"/>
            <a:ext cx="7140000" cy="27564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2400">
                <a:solidFill>
                  <a:schemeClr val="lt1"/>
                </a:solidFill>
                <a:latin typeface="Proxima Nova"/>
                <a:ea typeface="Proxima Nova"/>
                <a:cs typeface="Proxima Nova"/>
                <a:sym typeface="Proxima Nova"/>
              </a:rPr>
              <a:t>From the following set of slides (7-14), keep the slide that applies to your client’s Target Industry (what you selected in the “Getting Started” tab of the WQA, and delete all of the other “What comes out of the “WQA” - Site Sections” slides.</a:t>
            </a:r>
            <a:endParaRPr sz="2400">
              <a:solidFill>
                <a:schemeClr val="lt1"/>
              </a:solidFill>
              <a:latin typeface="Proxima Nova"/>
              <a:ea typeface="Proxima Nova"/>
              <a:cs typeface="Proxima Nova"/>
              <a:sym typeface="Proxima Nova"/>
            </a:endParaRPr>
          </a:p>
        </p:txBody>
      </p:sp>
      <p:pic>
        <p:nvPicPr>
          <p:cNvPr id="371" name="Google Shape;371;p57"/>
          <p:cNvPicPr preferRelativeResize="0"/>
          <p:nvPr/>
        </p:nvPicPr>
        <p:blipFill>
          <a:blip r:embed="rId4">
            <a:alphaModFix/>
          </a:blip>
          <a:stretch>
            <a:fillRect/>
          </a:stretch>
        </p:blipFill>
        <p:spPr>
          <a:xfrm>
            <a:off x="7029450" y="4278199"/>
            <a:ext cx="1712674" cy="4033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E21A6B"/>
        </a:solidFill>
      </p:bgPr>
    </p:bg>
    <p:spTree>
      <p:nvGrpSpPr>
        <p:cNvPr id="375" name="Shape 375"/>
        <p:cNvGrpSpPr/>
        <p:nvPr/>
      </p:nvGrpSpPr>
      <p:grpSpPr>
        <a:xfrm>
          <a:off x="0" y="0"/>
          <a:ext cx="0" cy="0"/>
          <a:chOff x="0" y="0"/>
          <a:chExt cx="0" cy="0"/>
        </a:xfrm>
      </p:grpSpPr>
      <p:pic>
        <p:nvPicPr>
          <p:cNvPr id="376" name="Google Shape;376;p58"/>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377" name="Google Shape;377;p58"/>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8" name="Google Shape;378;p58"/>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379" name="Google Shape;379;p58"/>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graphicFrame>
        <p:nvGraphicFramePr>
          <p:cNvPr id="380" name="Google Shape;380;p58"/>
          <p:cNvGraphicFramePr/>
          <p:nvPr/>
        </p:nvGraphicFramePr>
        <p:xfrm>
          <a:off x="4264750" y="829363"/>
          <a:ext cx="3000000" cy="3000000"/>
        </p:xfrm>
        <a:graphic>
          <a:graphicData uri="http://schemas.openxmlformats.org/drawingml/2006/table">
            <a:tbl>
              <a:tblPr>
                <a:noFill/>
                <a:tableStyleId>{109967E3-374A-4B0A-9809-6B48E4B5ABAF}</a:tableStyleId>
              </a:tblPr>
              <a:tblGrid>
                <a:gridCol w="601425"/>
                <a:gridCol w="3938875"/>
              </a:tblGrid>
              <a:tr h="100000">
                <a:tc>
                  <a:txBody>
                    <a:bodyPr/>
                    <a:lstStyle/>
                    <a:p>
                      <a:pPr indent="0" lvl="0" marL="0" rtl="0" algn="l">
                        <a:spcBef>
                          <a:spcPts val="0"/>
                        </a:spcBef>
                        <a:spcAft>
                          <a:spcPts val="0"/>
                        </a:spcAft>
                        <a:buNone/>
                      </a:pPr>
                      <a:r>
                        <a:rPr b="1" lang="en" sz="700">
                          <a:solidFill>
                            <a:srgbClr val="FFFFFF"/>
                          </a:solidFill>
                          <a:latin typeface="Proxima Nova"/>
                          <a:ea typeface="Proxima Nova"/>
                          <a:cs typeface="Proxima Nova"/>
                          <a:sym typeface="Proxima Nova"/>
                        </a:rPr>
                        <a:t>Tag</a:t>
                      </a:r>
                      <a:endParaRPr b="1" sz="700">
                        <a:solidFill>
                          <a:srgbClr val="FFFFFF"/>
                        </a:solidFill>
                        <a:latin typeface="Proxima Nova"/>
                        <a:ea typeface="Proxima Nova"/>
                        <a:cs typeface="Proxima Nova"/>
                        <a:sym typeface="Proxima Nova"/>
                      </a:endParaRPr>
                    </a:p>
                  </a:txBody>
                  <a:tcPr marT="63500" marB="63500" marR="63500" marL="635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B7B7B7"/>
                      </a:solidFill>
                      <a:prstDash val="solid"/>
                      <a:round/>
                      <a:headEnd len="sm" w="sm" type="none"/>
                      <a:tailEnd len="sm" w="sm" type="none"/>
                    </a:lnB>
                    <a:solidFill>
                      <a:srgbClr val="222222"/>
                    </a:solidFill>
                  </a:tcPr>
                </a:tc>
                <a:tc>
                  <a:txBody>
                    <a:bodyPr/>
                    <a:lstStyle/>
                    <a:p>
                      <a:pPr indent="0" lvl="0" marL="0" rtl="0" algn="l">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63500" marB="63500" marR="63500" marL="63500">
                    <a:lnL cap="flat" cmpd="sng" w="12700">
                      <a:solidFill>
                        <a:schemeClr val="dk1"/>
                      </a:solidFill>
                      <a:prstDash val="solid"/>
                      <a:round/>
                      <a:headEnd len="sm" w="sm" type="none"/>
                      <a:tailEnd len="sm" w="sm" type="none"/>
                    </a:lnL>
                    <a:lnR cap="flat" cmpd="sng" w="12700">
                      <a:solidFill>
                        <a:schemeClr val="dk1"/>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chemeClr val="dk1"/>
                      </a:solidFill>
                      <a:prstDash val="solid"/>
                      <a:round/>
                      <a:headEnd len="sm" w="sm" type="none"/>
                      <a:tailEnd len="sm" w="sm" type="none"/>
                    </a:lnB>
                    <a:solidFill>
                      <a:schemeClr val="dk1"/>
                    </a:solidFill>
                  </a:tcPr>
                </a:tc>
              </a:tr>
              <a:tr h="3599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Product Page</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a:t>
                      </a:r>
                      <a:r>
                        <a:rPr i="1" lang="en" sz="700" u="sng">
                          <a:latin typeface="Proxima Nova"/>
                          <a:ea typeface="Proxima Nova"/>
                          <a:cs typeface="Proxima Nova"/>
                          <a:sym typeface="Proxima Nova"/>
                        </a:rPr>
                        <a:t>eCommerce websites only</a:t>
                      </a:r>
                      <a:r>
                        <a:rPr lang="en" sz="700">
                          <a:latin typeface="Proxima Nova"/>
                          <a:ea typeface="Proxima Nova"/>
                          <a:cs typeface="Proxima Nova"/>
                          <a:sym typeface="Proxima Nova"/>
                        </a:rPr>
                        <a:t>. A product page is where they are selling the product (i.e. cart, price, etc).</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chemeClr val="dk1"/>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1"/>
                    </a:solidFill>
                  </a:tcPr>
                </a:tc>
              </a:tr>
              <a:tr h="4789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Product Category</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a:t>
                      </a:r>
                      <a:r>
                        <a:rPr i="1" lang="en" sz="700" u="sng">
                          <a:latin typeface="Proxima Nova"/>
                          <a:ea typeface="Proxima Nova"/>
                          <a:cs typeface="Proxima Nova"/>
                          <a:sym typeface="Proxima Nova"/>
                        </a:rPr>
                        <a:t>eCommerce websites only</a:t>
                      </a:r>
                      <a:r>
                        <a:rPr lang="en" sz="700">
                          <a:latin typeface="Proxima Nova"/>
                          <a:ea typeface="Proxima Nova"/>
                          <a:cs typeface="Proxima Nova"/>
                          <a:sym typeface="Proxima Nova"/>
                        </a:rPr>
                        <a:t>. A product category page is where the website lists their products based product type. For example, a website that sells shoes could have category pages for brands like Nike, Reebok, etc. Each of these pages will filter products to show them based on category.</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2"/>
                    </a:solidFill>
                  </a:tcPr>
                </a:tc>
              </a:tr>
              <a:tr h="4789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Local Lander</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a:t>
                      </a:r>
                      <a:r>
                        <a:rPr i="1" lang="en" sz="700" u="sng">
                          <a:latin typeface="Proxima Nova"/>
                          <a:ea typeface="Proxima Nova"/>
                          <a:cs typeface="Proxima Nova"/>
                          <a:sym typeface="Proxima Nova"/>
                        </a:rPr>
                        <a:t>local websites only</a:t>
                      </a:r>
                      <a:r>
                        <a:rPr lang="en" sz="700">
                          <a:latin typeface="Proxima Nova"/>
                          <a:ea typeface="Proxima Nova"/>
                          <a:cs typeface="Proxima Nova"/>
                          <a:sym typeface="Proxima Nova"/>
                        </a:rPr>
                        <a:t>. A local lander is the dedicated page to a given location. If the business has multiple locations, each store should have it’s own dedicated landing page. If the business only has 1 location, this can apply to the home page.</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1"/>
                    </a:solidFill>
                  </a:tcPr>
                </a:tc>
              </a:tr>
              <a:tr h="5978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Lead Generation</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pages on a site that are geared towards generating leads. For example, an attorney’s website could be trying to rank for keywords related to the different services they provide (DUI attorney, Criminal defense attorney, etc). Each of these keywords should have a dedicated landing page targeting those keywords.</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2"/>
                    </a:solidFill>
                  </a:tcPr>
                </a:tc>
              </a:tr>
              <a:tr h="3599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blog posts. Some sites will have /blog/ or /news/ (or something similar) build into the URL structure. </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1"/>
                    </a:solidFill>
                  </a:tcPr>
                </a:tc>
              </a:tr>
              <a:tr h="3599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tag applies to categories of blog posts. These are generally used on bigger sites that publish a lot of content in order to better organize posts. </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2"/>
                    </a:solidFill>
                  </a:tcPr>
                </a:tc>
              </a:tr>
              <a:tr h="3599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Resource / Guide</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Similar to a blog post, but more in depth and robust. Resources or guides NOT connected to the blog, but instead are stand alone pages or site sections. </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1"/>
                    </a:solidFill>
                  </a:tcPr>
                </a:tc>
              </a:tr>
              <a:tr h="3484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This is a broad tag that applies to a wide range of pages. Essentially, these are the required pages to build out a full site but generally have little SEO (i.e. traffic potential) value. This can include about pages, cart pages, terms and services, contact page, shipping, FAQ and more.</a:t>
                      </a:r>
                      <a:endParaRPr sz="700">
                        <a:latin typeface="Proxima Nova"/>
                        <a:ea typeface="Proxima Nova"/>
                        <a:cs typeface="Proxima Nova"/>
                        <a:sym typeface="Proxima Nova"/>
                      </a:endParaRPr>
                    </a:p>
                  </a:txBody>
                  <a:tcPr marT="63500" marB="63500" marR="63500" marL="63500">
                    <a:lnL cap="flat" cmpd="sng" w="12700">
                      <a:solidFill>
                        <a:srgbClr val="B7B7B7"/>
                      </a:solidFill>
                      <a:prstDash val="solid"/>
                      <a:round/>
                      <a:headEnd len="sm" w="sm" type="none"/>
                      <a:tailEnd len="sm" w="sm" type="none"/>
                    </a:lnL>
                    <a:lnR cap="flat" cmpd="sng" w="12700">
                      <a:solidFill>
                        <a:srgbClr val="B7B7B7"/>
                      </a:solidFill>
                      <a:prstDash val="solid"/>
                      <a:round/>
                      <a:headEnd len="sm" w="sm" type="none"/>
                      <a:tailEnd len="sm" w="sm" type="none"/>
                    </a:lnR>
                    <a:lnT cap="flat" cmpd="sng" w="12700">
                      <a:solidFill>
                        <a:srgbClr val="B7B7B7"/>
                      </a:solidFill>
                      <a:prstDash val="solid"/>
                      <a:round/>
                      <a:headEnd len="sm" w="sm" type="none"/>
                      <a:tailEnd len="sm" w="sm" type="none"/>
                    </a:lnT>
                    <a:lnB cap="flat" cmpd="sng" w="12700">
                      <a:solidFill>
                        <a:srgbClr val="B7B7B7"/>
                      </a:solidFill>
                      <a:prstDash val="solid"/>
                      <a:round/>
                      <a:headEnd len="sm" w="sm" type="none"/>
                      <a:tailEnd len="sm" w="sm" type="none"/>
                    </a:lnB>
                    <a:solidFill>
                      <a:schemeClr val="lt2"/>
                    </a:solidFill>
                  </a:tcPr>
                </a:tc>
              </a:tr>
            </a:tbl>
          </a:graphicData>
        </a:graphic>
      </p:graphicFrame>
      <p:pic>
        <p:nvPicPr>
          <p:cNvPr id="381" name="Google Shape;381;p58"/>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9"/>
                                        </p:tgtEl>
                                        <p:attrNameLst>
                                          <p:attrName>style.visibility</p:attrName>
                                        </p:attrNameLst>
                                      </p:cBhvr>
                                      <p:to>
                                        <p:strVal val="visible"/>
                                      </p:to>
                                    </p:set>
                                    <p:animEffect filter="fade" transition="in">
                                      <p:cBhvr>
                                        <p:cTn dur="1000"/>
                                        <p:tgtEl>
                                          <p:spTgt spid="37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385" name="Shape 385"/>
        <p:cNvGrpSpPr/>
        <p:nvPr/>
      </p:nvGrpSpPr>
      <p:grpSpPr>
        <a:xfrm>
          <a:off x="0" y="0"/>
          <a:ext cx="0" cy="0"/>
          <a:chOff x="0" y="0"/>
          <a:chExt cx="0" cy="0"/>
        </a:xfrm>
      </p:grpSpPr>
      <p:pic>
        <p:nvPicPr>
          <p:cNvPr id="386" name="Google Shape;386;p59"/>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387" name="Google Shape;387;p59"/>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8" name="Google Shape;388;p59"/>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389" name="Google Shape;389;p59"/>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390" name="Google Shape;390;p59"/>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391" name="Google Shape;391;p59"/>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Tours, Activities &amp; Attractions</a:t>
            </a:r>
            <a:endParaRPr sz="1600">
              <a:solidFill>
                <a:srgbClr val="E21A6B"/>
              </a:solidFill>
              <a:latin typeface="Proxima Nova"/>
              <a:ea typeface="Proxima Nova"/>
              <a:cs typeface="Proxima Nova"/>
              <a:sym typeface="Proxima Nova"/>
            </a:endParaRPr>
          </a:p>
        </p:txBody>
      </p:sp>
      <p:graphicFrame>
        <p:nvGraphicFramePr>
          <p:cNvPr id="392" name="Google Shape;392;p59"/>
          <p:cNvGraphicFramePr/>
          <p:nvPr/>
        </p:nvGraphicFramePr>
        <p:xfrm>
          <a:off x="4205638" y="929363"/>
          <a:ext cx="3000000" cy="3000000"/>
        </p:xfrm>
        <a:graphic>
          <a:graphicData uri="http://schemas.openxmlformats.org/drawingml/2006/table">
            <a:tbl>
              <a:tblPr>
                <a:noFill/>
                <a:tableStyleId>{72D5B7A4-0B4D-45B1-A0CB-2E4914C7CC6D}</a:tableStyleId>
              </a:tblPr>
              <a:tblGrid>
                <a:gridCol w="952500"/>
                <a:gridCol w="36151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Primary landing page showcasing tour offerings, main navigation, and featured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 for individual tours or activities, detailing itineraries, price, and booking.</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Location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 of tours and activities grouped by geographical locations (city, state,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Activity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Grouped listings based on activity type (adventure, cultural, culinary,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Destination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 tours grouped by broader destination or attraction (e.g., Eiffel Tower, Grand Canyon).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blog articles typically providing travel tips, guides, or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Sections grouping blog posts by themes or topics for better navigation.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Country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In-depth guide covering key travel info, top experiences, accommodations, and tips per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State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Guide specific to individual states or regions within a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City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guides dedicated to specific cities, including attractions, dining, accommodation.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Landmark/Attraction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informational page on notable landmarks or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Required informational pages (e.g., Contact Us, FAQs, Terms &amp; Conditions).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 dedicated to authors/bloggers highlighting their profile and posts they've written.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Media Gallery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Collection of photos/videos highlighting tours, activities, or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9"/>
                                        </p:tgtEl>
                                        <p:attrNameLst>
                                          <p:attrName>style.visibility</p:attrName>
                                        </p:attrNameLst>
                                      </p:cBhvr>
                                      <p:to>
                                        <p:strVal val="visible"/>
                                      </p:to>
                                    </p:set>
                                    <p:animEffect filter="fade" transition="in">
                                      <p:cBhvr>
                                        <p:cTn dur="1000"/>
                                        <p:tgtEl>
                                          <p:spTgt spid="38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396" name="Shape 396"/>
        <p:cNvGrpSpPr/>
        <p:nvPr/>
      </p:nvGrpSpPr>
      <p:grpSpPr>
        <a:xfrm>
          <a:off x="0" y="0"/>
          <a:ext cx="0" cy="0"/>
          <a:chOff x="0" y="0"/>
          <a:chExt cx="0" cy="0"/>
        </a:xfrm>
      </p:grpSpPr>
      <p:pic>
        <p:nvPicPr>
          <p:cNvPr id="397" name="Google Shape;397;p60"/>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398" name="Google Shape;398;p60"/>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99" name="Google Shape;399;p60"/>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400" name="Google Shape;400;p60"/>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401" name="Google Shape;401;p60"/>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402" name="Google Shape;402;p60"/>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OTA (Online Travel Agencies)</a:t>
            </a:r>
            <a:endParaRPr sz="1600">
              <a:solidFill>
                <a:srgbClr val="E21A6B"/>
              </a:solidFill>
              <a:latin typeface="Proxima Nova"/>
              <a:ea typeface="Proxima Nova"/>
              <a:cs typeface="Proxima Nova"/>
              <a:sym typeface="Proxima Nova"/>
            </a:endParaRPr>
          </a:p>
        </p:txBody>
      </p:sp>
      <p:graphicFrame>
        <p:nvGraphicFramePr>
          <p:cNvPr id="403" name="Google Shape;403;p60"/>
          <p:cNvGraphicFramePr/>
          <p:nvPr/>
        </p:nvGraphicFramePr>
        <p:xfrm>
          <a:off x="4205650" y="1315125"/>
          <a:ext cx="3000000" cy="3000000"/>
        </p:xfrm>
        <a:graphic>
          <a:graphicData uri="http://schemas.openxmlformats.org/drawingml/2006/table">
            <a:tbl>
              <a:tblPr>
                <a:noFill/>
                <a:tableStyleId>{72D5B7A4-0B4D-45B1-A0CB-2E4914C7CC6D}</a:tableStyleId>
              </a:tblPr>
              <a:tblGrid>
                <a:gridCol w="973825"/>
                <a:gridCol w="3593800"/>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Central page with search functionality for travel bookings (hotels, flights, packages).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Search Results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Results listing page following user queries for travel products/services.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Individual Listing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information page for a specific hotel, flight, car rental, or vacation package.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offering comprehensive guides to specific travel destinations.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Promotions/Deals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highlighting current deals, discounts, or promotions available.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articles providing travel tips, booking guides, and destination insights.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Organizes blog content into categories for easier browsing and navigation.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 Tips &amp; Advice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providing helpful booking and travel planning advice.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Resource /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In-depth standalone content (e.g., booking strategies, travel hacks).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highlighting blog authors or travel experts.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Required informational pages (terms, privacy policy, contact details, support).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FAQ / Customer Support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providing answers to frequently asked customer queries.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0"/>
                                        </p:tgtEl>
                                        <p:attrNameLst>
                                          <p:attrName>style.visibility</p:attrName>
                                        </p:attrNameLst>
                                      </p:cBhvr>
                                      <p:to>
                                        <p:strVal val="visible"/>
                                      </p:to>
                                    </p:set>
                                    <p:animEffect filter="fade" transition="in">
                                      <p:cBhvr>
                                        <p:cTn dur="1000"/>
                                        <p:tgtEl>
                                          <p:spTgt spid="4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07" name="Shape 407"/>
        <p:cNvGrpSpPr/>
        <p:nvPr/>
      </p:nvGrpSpPr>
      <p:grpSpPr>
        <a:xfrm>
          <a:off x="0" y="0"/>
          <a:ext cx="0" cy="0"/>
          <a:chOff x="0" y="0"/>
          <a:chExt cx="0" cy="0"/>
        </a:xfrm>
      </p:grpSpPr>
      <p:pic>
        <p:nvPicPr>
          <p:cNvPr id="408" name="Google Shape;408;p61"/>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409" name="Google Shape;409;p61"/>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0" name="Google Shape;410;p61"/>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411" name="Google Shape;411;p61"/>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412" name="Google Shape;412;p61"/>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413" name="Google Shape;413;p61"/>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Travel Management Companies (TMC)</a:t>
            </a:r>
            <a:endParaRPr sz="1600">
              <a:solidFill>
                <a:srgbClr val="E21A6B"/>
              </a:solidFill>
              <a:latin typeface="Proxima Nova"/>
              <a:ea typeface="Proxima Nova"/>
              <a:cs typeface="Proxima Nova"/>
              <a:sym typeface="Proxima Nova"/>
            </a:endParaRPr>
          </a:p>
        </p:txBody>
      </p:sp>
      <p:graphicFrame>
        <p:nvGraphicFramePr>
          <p:cNvPr id="414" name="Google Shape;414;p61"/>
          <p:cNvGraphicFramePr/>
          <p:nvPr/>
        </p:nvGraphicFramePr>
        <p:xfrm>
          <a:off x="4196575" y="1200825"/>
          <a:ext cx="3000000" cy="3000000"/>
        </p:xfrm>
        <a:graphic>
          <a:graphicData uri="http://schemas.openxmlformats.org/drawingml/2006/table">
            <a:tbl>
              <a:tblPr>
                <a:noFill/>
                <a:tableStyleId>{72D5B7A4-0B4D-45B1-A0CB-2E4914C7CC6D}</a:tableStyleId>
              </a:tblPr>
              <a:tblGrid>
                <a:gridCol w="973825"/>
                <a:gridCol w="35938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Main page providing overview of services, key benefits, and client testimonials.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Service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pages describing specific TMC services (e.g., corporate travel management).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Industry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showing expertise within specific industries (e.g., tech, healthcare).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 Management Platform</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describing software platforms or tools provided for travel management.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Client Success Story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Case studies or success stories highlighting client achievements through the TMC.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blog articles covering topics relevant to managed travel and industry trends.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grouping blog posts into common themes.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Resource /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Robust standalone resources offering industry insights, travel policy templates,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Information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about key destinations served, including local insights.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Profiles highlighting individual contributors or authors of content.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Company Information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providing background on the TMC company, team, history, and values.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with necessary details like privacy policies, FAQs,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Contact / Booking Inquiry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pages/forms for booking or service inquiries.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11"/>
                                        </p:tgtEl>
                                        <p:attrNameLst>
                                          <p:attrName>style.visibility</p:attrName>
                                        </p:attrNameLst>
                                      </p:cBhvr>
                                      <p:to>
                                        <p:strVal val="visible"/>
                                      </p:to>
                                    </p:set>
                                    <p:animEffect filter="fade" transition="in">
                                      <p:cBhvr>
                                        <p:cTn dur="1000"/>
                                        <p:tgtEl>
                                          <p:spTgt spid="41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18" name="Shape 418"/>
        <p:cNvGrpSpPr/>
        <p:nvPr/>
      </p:nvGrpSpPr>
      <p:grpSpPr>
        <a:xfrm>
          <a:off x="0" y="0"/>
          <a:ext cx="0" cy="0"/>
          <a:chOff x="0" y="0"/>
          <a:chExt cx="0" cy="0"/>
        </a:xfrm>
      </p:grpSpPr>
      <p:pic>
        <p:nvPicPr>
          <p:cNvPr id="419" name="Google Shape;419;p62"/>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420" name="Google Shape;420;p62"/>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1" name="Google Shape;421;p62"/>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422" name="Google Shape;422;p62"/>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423" name="Google Shape;423;p62"/>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424" name="Google Shape;424;p62"/>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DMO (Destination Marketing Organizations)</a:t>
            </a:r>
            <a:endParaRPr sz="1600">
              <a:solidFill>
                <a:srgbClr val="E21A6B"/>
              </a:solidFill>
              <a:latin typeface="Proxima Nova"/>
              <a:ea typeface="Proxima Nova"/>
              <a:cs typeface="Proxima Nova"/>
              <a:sym typeface="Proxima Nova"/>
            </a:endParaRPr>
          </a:p>
        </p:txBody>
      </p:sp>
      <p:graphicFrame>
        <p:nvGraphicFramePr>
          <p:cNvPr id="425" name="Google Shape;425;p62"/>
          <p:cNvGraphicFramePr/>
          <p:nvPr/>
        </p:nvGraphicFramePr>
        <p:xfrm>
          <a:off x="4214750" y="836225"/>
          <a:ext cx="3000000" cy="3000000"/>
        </p:xfrm>
        <a:graphic>
          <a:graphicData uri="http://schemas.openxmlformats.org/drawingml/2006/table">
            <a:tbl>
              <a:tblPr>
                <a:noFill/>
                <a:tableStyleId>{72D5B7A4-0B4D-45B1-A0CB-2E4914C7CC6D}</a:tableStyleId>
              </a:tblPr>
              <a:tblGrid>
                <a:gridCol w="1475050"/>
                <a:gridCol w="3092600"/>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Main landing page showcasing highlights of the destination, news, and featured events.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Overview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Broad introduction to the destination covering general travel info.</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Region/Subregion Landing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for subregions within the main destination.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Event Calendar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highlighting events, festivals, and seasonal activities within the destination.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Things to Do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Comprehensive listing of attractions and activities.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Accommodation Overview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Listings or overviews of lodging options.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Local Business Directory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Directory of local businesses relevant to tourists.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articles featuring destination highlights, experiences, and local tips.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grouping blog content by topic or interest.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 Itinerary Ideas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Recommended itineraries or travel routes.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Media Gallery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Visual collections showcasing the destination.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Press Releases/Media</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providing updates, announcements, and media resources.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profiles for content creators or local experts.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with site policies, contacts, and general information.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22"/>
                                        </p:tgtEl>
                                        <p:attrNameLst>
                                          <p:attrName>style.visibility</p:attrName>
                                        </p:attrNameLst>
                                      </p:cBhvr>
                                      <p:to>
                                        <p:strVal val="visible"/>
                                      </p:to>
                                    </p:set>
                                    <p:animEffect filter="fade" transition="in">
                                      <p:cBhvr>
                                        <p:cTn dur="1000"/>
                                        <p:tgtEl>
                                          <p:spTgt spid="42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29" name="Shape 429"/>
        <p:cNvGrpSpPr/>
        <p:nvPr/>
      </p:nvGrpSpPr>
      <p:grpSpPr>
        <a:xfrm>
          <a:off x="0" y="0"/>
          <a:ext cx="0" cy="0"/>
          <a:chOff x="0" y="0"/>
          <a:chExt cx="0" cy="0"/>
        </a:xfrm>
      </p:grpSpPr>
      <p:pic>
        <p:nvPicPr>
          <p:cNvPr id="430" name="Google Shape;430;p63"/>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431" name="Google Shape;431;p63"/>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32" name="Google Shape;432;p63"/>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433" name="Google Shape;433;p63"/>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434" name="Google Shape;434;p63"/>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435" name="Google Shape;435;p63"/>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Hotels, Resorts &amp; Casinos</a:t>
            </a:r>
            <a:endParaRPr sz="1600">
              <a:solidFill>
                <a:srgbClr val="E21A6B"/>
              </a:solidFill>
              <a:latin typeface="Proxima Nova"/>
              <a:ea typeface="Proxima Nova"/>
              <a:cs typeface="Proxima Nova"/>
              <a:sym typeface="Proxima Nova"/>
            </a:endParaRPr>
          </a:p>
        </p:txBody>
      </p:sp>
      <p:graphicFrame>
        <p:nvGraphicFramePr>
          <p:cNvPr id="436" name="Google Shape;436;p63"/>
          <p:cNvGraphicFramePr/>
          <p:nvPr/>
        </p:nvGraphicFramePr>
        <p:xfrm>
          <a:off x="4121350" y="1036250"/>
          <a:ext cx="3000000" cy="3000000"/>
        </p:xfrm>
        <a:graphic>
          <a:graphicData uri="http://schemas.openxmlformats.org/drawingml/2006/table">
            <a:tbl>
              <a:tblPr>
                <a:noFill/>
                <a:tableStyleId>{72D5B7A4-0B4D-45B1-A0CB-2E4914C7CC6D}</a:tableStyleId>
              </a:tblPr>
              <a:tblGrid>
                <a:gridCol w="1043000"/>
                <a:gridCol w="37336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Primary landing page highlighting the property, key amenities, and booking options.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Room/Accommodation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Specific page detailing each room type or accommodation available.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Amenities/Facilities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highlighting available hotel amenities or facilities.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Dining/Restaurant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 about on-site dining options.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Entertainment &amp; Casino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specifically detailing entertainment venues or casino facilities.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Offers &amp; Packages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Promotional offers, discounts, and bundled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Information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 about the surrounding area or attractions near the property.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Events &amp; Meetings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Facilities and services offered for events, conferences, or weddings.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Articles on hotel news, travel advice, and local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Gallery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Photos and videos showcasing the property.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Essential informational pages (e.g., policies, terms).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 about content creators or contributors.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33"/>
                                        </p:tgtEl>
                                        <p:attrNameLst>
                                          <p:attrName>style.visibility</p:attrName>
                                        </p:attrNameLst>
                                      </p:cBhvr>
                                      <p:to>
                                        <p:strVal val="visible"/>
                                      </p:to>
                                    </p:set>
                                    <p:animEffect filter="fade" transition="in">
                                      <p:cBhvr>
                                        <p:cTn dur="1000"/>
                                        <p:tgtEl>
                                          <p:spTgt spid="4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40" name="Shape 440"/>
        <p:cNvGrpSpPr/>
        <p:nvPr/>
      </p:nvGrpSpPr>
      <p:grpSpPr>
        <a:xfrm>
          <a:off x="0" y="0"/>
          <a:ext cx="0" cy="0"/>
          <a:chOff x="0" y="0"/>
          <a:chExt cx="0" cy="0"/>
        </a:xfrm>
      </p:grpSpPr>
      <p:pic>
        <p:nvPicPr>
          <p:cNvPr id="441" name="Google Shape;441;p64"/>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442" name="Google Shape;442;p64"/>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43" name="Google Shape;443;p64"/>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444" name="Google Shape;444;p64"/>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445" name="Google Shape;445;p64"/>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446" name="Google Shape;446;p64"/>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Vacation Rentals</a:t>
            </a:r>
            <a:endParaRPr sz="1600">
              <a:solidFill>
                <a:srgbClr val="E21A6B"/>
              </a:solidFill>
              <a:latin typeface="Proxima Nova"/>
              <a:ea typeface="Proxima Nova"/>
              <a:cs typeface="Proxima Nova"/>
              <a:sym typeface="Proxima Nova"/>
            </a:endParaRPr>
          </a:p>
        </p:txBody>
      </p:sp>
      <p:graphicFrame>
        <p:nvGraphicFramePr>
          <p:cNvPr id="447" name="Google Shape;447;p64"/>
          <p:cNvGraphicFramePr/>
          <p:nvPr/>
        </p:nvGraphicFramePr>
        <p:xfrm>
          <a:off x="4084975" y="943650"/>
          <a:ext cx="3000000" cy="3000000"/>
        </p:xfrm>
        <a:graphic>
          <a:graphicData uri="http://schemas.openxmlformats.org/drawingml/2006/table">
            <a:tbl>
              <a:tblPr>
                <a:noFill/>
                <a:tableStyleId>{72D5B7A4-0B4D-45B1-A0CB-2E4914C7CC6D}</a:tableStyleId>
              </a:tblPr>
              <a:tblGrid>
                <a:gridCol w="2388325"/>
                <a:gridCol w="23883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Main page showcasing featured rentals, locations, and easy search options.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Rental Listing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detailed pages for specific rental properties.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Rental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grouping rentals by type (e.g., beachfront, mountain cabin, city apartment).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Overview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 pages about rental destinations highlighting local attractions and activities.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Host Profile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Profile pages detailing rental property hosts and reviews.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Rental Policies / Guidelines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outlining rental policies, terms, and guidelines.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articles offering travel tips, rental guides, and local insights.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organizing blog posts into clear themes.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Local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Comprehensive guides specific to rental locations.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FAQ / Help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answering common guest queries.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Standard informational pages (e.g., privacy policy, terms of service, contact information).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showcasing authors or contributors of site content.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Media Gallery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Visual galleries showcasing property interiors, exteriors, and surrounding locations.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4"/>
                                        </p:tgtEl>
                                        <p:attrNameLst>
                                          <p:attrName>style.visibility</p:attrName>
                                        </p:attrNameLst>
                                      </p:cBhvr>
                                      <p:to>
                                        <p:strVal val="visible"/>
                                      </p:to>
                                    </p:set>
                                    <p:animEffect filter="fade" transition="in">
                                      <p:cBhvr>
                                        <p:cTn dur="1000"/>
                                        <p:tgtEl>
                                          <p:spTgt spid="44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51" name="Shape 451"/>
        <p:cNvGrpSpPr/>
        <p:nvPr/>
      </p:nvGrpSpPr>
      <p:grpSpPr>
        <a:xfrm>
          <a:off x="0" y="0"/>
          <a:ext cx="0" cy="0"/>
          <a:chOff x="0" y="0"/>
          <a:chExt cx="0" cy="0"/>
        </a:xfrm>
      </p:grpSpPr>
      <p:pic>
        <p:nvPicPr>
          <p:cNvPr id="452" name="Google Shape;452;p65"/>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453" name="Google Shape;453;p65"/>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54" name="Google Shape;454;p65"/>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455" name="Google Shape;455;p65"/>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456" name="Google Shape;456;p65"/>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457" name="Google Shape;457;p65"/>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Multi-Day Tours</a:t>
            </a:r>
            <a:endParaRPr sz="1600">
              <a:solidFill>
                <a:srgbClr val="E21A6B"/>
              </a:solidFill>
              <a:latin typeface="Proxima Nova"/>
              <a:ea typeface="Proxima Nova"/>
              <a:cs typeface="Proxima Nova"/>
              <a:sym typeface="Proxima Nova"/>
            </a:endParaRPr>
          </a:p>
        </p:txBody>
      </p:sp>
      <p:graphicFrame>
        <p:nvGraphicFramePr>
          <p:cNvPr id="458" name="Google Shape;458;p65"/>
          <p:cNvGraphicFramePr/>
          <p:nvPr/>
        </p:nvGraphicFramePr>
        <p:xfrm>
          <a:off x="4084975" y="842963"/>
          <a:ext cx="3000000" cy="3000000"/>
        </p:xfrm>
        <a:graphic>
          <a:graphicData uri="http://schemas.openxmlformats.org/drawingml/2006/table">
            <a:tbl>
              <a:tblPr>
                <a:noFill/>
                <a:tableStyleId>{72D5B7A4-0B4D-45B1-A0CB-2E4914C7CC6D}</a:tableStyleId>
              </a:tblPr>
              <a:tblGrid>
                <a:gridCol w="2388325"/>
                <a:gridCol w="23883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Overview page showcasing multi-day tours, featured trips, and customer testimonials.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Multi-Day Tour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dedicated to individual multi-day tour details including itinerary, inclusions, pricing.</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Multi-Day Tour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categorizing tours by region, duration, or theme (adventure, cultural, family,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Itinerary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daily breakdown of activities for each tour.</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Departure Schedule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Schedule of upcoming tour departures and availability.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Traveler Stories &amp; Testimonials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highlighting customer experiences and reviews.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Comprehensive informational pages about tour destinations.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Resource /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Robust standalone guides (packing lists, preparation advice, travel tips).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articles about destinations, experiences, travel advice.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grouping blog articles by theme or topic.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Essential informational pages (privacy policy, booking terms, cancellation policy).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Profiles showcasing content contributors.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Media Gallery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Photos/videos highlighting experiences from tours.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55"/>
                                        </p:tgtEl>
                                        <p:attrNameLst>
                                          <p:attrName>style.visibility</p:attrName>
                                        </p:attrNameLst>
                                      </p:cBhvr>
                                      <p:to>
                                        <p:strVal val="visible"/>
                                      </p:to>
                                    </p:set>
                                    <p:animEffect filter="fade" transition="in">
                                      <p:cBhvr>
                                        <p:cTn dur="1000"/>
                                        <p:tgtEl>
                                          <p:spTgt spid="45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62" name="Shape 462"/>
        <p:cNvGrpSpPr/>
        <p:nvPr/>
      </p:nvGrpSpPr>
      <p:grpSpPr>
        <a:xfrm>
          <a:off x="0" y="0"/>
          <a:ext cx="0" cy="0"/>
          <a:chOff x="0" y="0"/>
          <a:chExt cx="0" cy="0"/>
        </a:xfrm>
      </p:grpSpPr>
      <p:pic>
        <p:nvPicPr>
          <p:cNvPr id="463" name="Google Shape;463;p66"/>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464" name="Google Shape;464;p66"/>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5" name="Google Shape;465;p66"/>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466" name="Google Shape;466;p66"/>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467" name="Google Shape;467;p66"/>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468" name="Google Shape;468;p66"/>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Charter Company</a:t>
            </a:r>
            <a:endParaRPr sz="1600">
              <a:solidFill>
                <a:srgbClr val="E21A6B"/>
              </a:solidFill>
              <a:latin typeface="Proxima Nova"/>
              <a:ea typeface="Proxima Nova"/>
              <a:cs typeface="Proxima Nova"/>
              <a:sym typeface="Proxima Nova"/>
            </a:endParaRPr>
          </a:p>
        </p:txBody>
      </p:sp>
      <p:graphicFrame>
        <p:nvGraphicFramePr>
          <p:cNvPr id="469" name="Google Shape;469;p66"/>
          <p:cNvGraphicFramePr/>
          <p:nvPr/>
        </p:nvGraphicFramePr>
        <p:xfrm>
          <a:off x="4084975" y="644025"/>
          <a:ext cx="3000000" cy="3000000"/>
        </p:xfrm>
        <a:graphic>
          <a:graphicData uri="http://schemas.openxmlformats.org/drawingml/2006/table">
            <a:tbl>
              <a:tblPr>
                <a:noFill/>
                <a:tableStyleId>{72D5B7A4-0B4D-45B1-A0CB-2E4914C7CC6D}</a:tableStyleId>
              </a:tblPr>
              <a:tblGrid>
                <a:gridCol w="2388325"/>
                <a:gridCol w="23883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Landing page highlighting fleet options, popular charter routes, and booking inquiries.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Charter Service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pages detailing each charter service offered (aircraft, yacht, buses).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Charter Fleet Detail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for each specific vessel or vehicle in the fleet.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Charter Route/Itinerary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pages for charter routes, itineraries, or popular destinations.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Charter Destination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about destinations accessible via charters.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Pricing &amp; Packages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clearly outlining pricing structures and charter packages.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Traveler Testimonials/Reviews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displaying reviews and customer feedback.</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Safety Information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content covering safety protocols and certifications.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articles sharing charter tips, destination highlights, or company news.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for organizing blog posts into clear topics.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Resource /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Standalone content guides providing FAQs, booking tips, and travel recommendations.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Essential information (privacy policy, terms of service, contact).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Profiles for authors or contributors to the site.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Gallery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Visual content showcasing the fleet, destinations, or charter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6"/>
                                        </p:tgtEl>
                                        <p:attrNameLst>
                                          <p:attrName>style.visibility</p:attrName>
                                        </p:attrNameLst>
                                      </p:cBhvr>
                                      <p:to>
                                        <p:strVal val="visible"/>
                                      </p:to>
                                    </p:set>
                                    <p:animEffect filter="fade" transition="in">
                                      <p:cBhvr>
                                        <p:cTn dur="1000"/>
                                        <p:tgtEl>
                                          <p:spTgt spid="46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73" name="Shape 473"/>
        <p:cNvGrpSpPr/>
        <p:nvPr/>
      </p:nvGrpSpPr>
      <p:grpSpPr>
        <a:xfrm>
          <a:off x="0" y="0"/>
          <a:ext cx="0" cy="0"/>
          <a:chOff x="0" y="0"/>
          <a:chExt cx="0" cy="0"/>
        </a:xfrm>
      </p:grpSpPr>
      <p:pic>
        <p:nvPicPr>
          <p:cNvPr id="474" name="Google Shape;474;p67"/>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475" name="Google Shape;475;p67"/>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76" name="Google Shape;476;p67"/>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477" name="Google Shape;477;p67"/>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478" name="Google Shape;478;p67"/>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479" name="Google Shape;479;p67"/>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Travel Media Publishers</a:t>
            </a:r>
            <a:endParaRPr sz="1600">
              <a:solidFill>
                <a:srgbClr val="E21A6B"/>
              </a:solidFill>
              <a:latin typeface="Proxima Nova"/>
              <a:ea typeface="Proxima Nova"/>
              <a:cs typeface="Proxima Nova"/>
              <a:sym typeface="Proxima Nova"/>
            </a:endParaRPr>
          </a:p>
        </p:txBody>
      </p:sp>
      <p:graphicFrame>
        <p:nvGraphicFramePr>
          <p:cNvPr id="480" name="Google Shape;480;p67"/>
          <p:cNvGraphicFramePr/>
          <p:nvPr/>
        </p:nvGraphicFramePr>
        <p:xfrm>
          <a:off x="4081475" y="772200"/>
          <a:ext cx="3000000" cy="3000000"/>
        </p:xfrm>
        <a:graphic>
          <a:graphicData uri="http://schemas.openxmlformats.org/drawingml/2006/table">
            <a:tbl>
              <a:tblPr>
                <a:noFill/>
                <a:tableStyleId>{72D5B7A4-0B4D-45B1-A0CB-2E4914C7CC6D}</a:tableStyleId>
              </a:tblPr>
              <a:tblGrid>
                <a:gridCol w="2370150"/>
                <a:gridCol w="2370150"/>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Main content hub highlighting recent articles, trending content, and featured stories.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 Article/Post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articles or editorial content pieces about travel destinations, tips, or trends.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Article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grouping articles based on common themes or topics (destinations, guides, tips).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and inspirational guides covering various travel locations.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 Tips &amp; Advice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providing practical travel advice, hacks, and recommendations.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Special Feature / Editorial Series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In-depth series or featured stories on specific themes or destinations.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Video/Media Content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 specifically for video-based content or multimedia presentations.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Profile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highlighting contributing authors or content creators.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Sponsored Content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Clearly marked pages featuring sponsored or promotional content.</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Organization of blog posts into clear topic-based groups.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Newsletter/Subscription Landing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encouraging subscription or sign-up for newsletters and updates.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Standard informational content (terms, privacy policy, contact details).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Media Kit/Advertise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 containing advertising options, rates, and media information for sponsors.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7"/>
                                        </p:tgtEl>
                                        <p:attrNameLst>
                                          <p:attrName>style.visibility</p:attrName>
                                        </p:attrNameLst>
                                      </p:cBhvr>
                                      <p:to>
                                        <p:strVal val="visible"/>
                                      </p:to>
                                    </p:set>
                                    <p:animEffect filter="fade" transition="in">
                                      <p:cBhvr>
                                        <p:cTn dur="1000"/>
                                        <p:tgtEl>
                                          <p:spTgt spid="4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84" name="Shape 484"/>
        <p:cNvGrpSpPr/>
        <p:nvPr/>
      </p:nvGrpSpPr>
      <p:grpSpPr>
        <a:xfrm>
          <a:off x="0" y="0"/>
          <a:ext cx="0" cy="0"/>
          <a:chOff x="0" y="0"/>
          <a:chExt cx="0" cy="0"/>
        </a:xfrm>
      </p:grpSpPr>
      <p:pic>
        <p:nvPicPr>
          <p:cNvPr id="485" name="Google Shape;485;p68"/>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486" name="Google Shape;486;p68"/>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87" name="Google Shape;487;p68"/>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488" name="Google Shape;488;p68"/>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489" name="Google Shape;489;p68"/>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490" name="Google Shape;490;p68"/>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Travel - Ancillaries</a:t>
            </a:r>
            <a:endParaRPr sz="1600">
              <a:solidFill>
                <a:srgbClr val="E21A6B"/>
              </a:solidFill>
              <a:latin typeface="Proxima Nova"/>
              <a:ea typeface="Proxima Nova"/>
              <a:cs typeface="Proxima Nova"/>
              <a:sym typeface="Proxima Nova"/>
            </a:endParaRPr>
          </a:p>
        </p:txBody>
      </p:sp>
      <p:graphicFrame>
        <p:nvGraphicFramePr>
          <p:cNvPr id="491" name="Google Shape;491;p68"/>
          <p:cNvGraphicFramePr/>
          <p:nvPr/>
        </p:nvGraphicFramePr>
        <p:xfrm>
          <a:off x="4081475" y="752825"/>
          <a:ext cx="3000000" cy="3000000"/>
        </p:xfrm>
        <a:graphic>
          <a:graphicData uri="http://schemas.openxmlformats.org/drawingml/2006/table">
            <a:tbl>
              <a:tblPr>
                <a:noFill/>
                <a:tableStyleId>{72D5B7A4-0B4D-45B1-A0CB-2E4914C7CC6D}</a:tableStyleId>
              </a:tblPr>
              <a:tblGrid>
                <a:gridCol w="2370150"/>
                <a:gridCol w="2370150"/>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Main page highlighting ancillary products, search and selection tools, and featured offers.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Product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dedicated to specific ancillary products (insurance plans, SIM cards,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Product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Grouping pages by ancillary product types or coverage options.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Coverage Information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detailing product applicability by destination or region.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Comparison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enabling users to compare ancillary products side-by-side.</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Promotions &amp; Discounts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featuring current promotions, deals, or special offers.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How-To Guide &amp; FAQ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providing detailed instructions, FAQs, and support for ancillary products.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Customer Support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 for customer inquiries, contact information, and support resources.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Articles on travel safety, connectivity tips, and product reviews.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to organize blog articles.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Resource / Guide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Standalone content pages providing detailed advice or recommendations.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Essential informational pages (terms of service, privacy policy).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Profiles for authors or content creators.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88"/>
                                        </p:tgtEl>
                                        <p:attrNameLst>
                                          <p:attrName>style.visibility</p:attrName>
                                        </p:attrNameLst>
                                      </p:cBhvr>
                                      <p:to>
                                        <p:strVal val="visible"/>
                                      </p:to>
                                    </p:set>
                                    <p:animEffect filter="fade" transition="in">
                                      <p:cBhvr>
                                        <p:cTn dur="1000"/>
                                        <p:tgtEl>
                                          <p:spTgt spid="48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495" name="Shape 495"/>
        <p:cNvGrpSpPr/>
        <p:nvPr/>
      </p:nvGrpSpPr>
      <p:grpSpPr>
        <a:xfrm>
          <a:off x="0" y="0"/>
          <a:ext cx="0" cy="0"/>
          <a:chOff x="0" y="0"/>
          <a:chExt cx="0" cy="0"/>
        </a:xfrm>
      </p:grpSpPr>
      <p:pic>
        <p:nvPicPr>
          <p:cNvPr id="496" name="Google Shape;496;p69"/>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497" name="Google Shape;497;p69"/>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98" name="Google Shape;498;p69"/>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499" name="Google Shape;499;p69"/>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500" name="Google Shape;500;p69"/>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501" name="Google Shape;501;p69"/>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Ground Transportation</a:t>
            </a:r>
            <a:endParaRPr sz="1600">
              <a:solidFill>
                <a:srgbClr val="E21A6B"/>
              </a:solidFill>
              <a:latin typeface="Proxima Nova"/>
              <a:ea typeface="Proxima Nova"/>
              <a:cs typeface="Proxima Nova"/>
              <a:sym typeface="Proxima Nova"/>
            </a:endParaRPr>
          </a:p>
        </p:txBody>
      </p:sp>
      <p:graphicFrame>
        <p:nvGraphicFramePr>
          <p:cNvPr id="502" name="Google Shape;502;p69"/>
          <p:cNvGraphicFramePr/>
          <p:nvPr/>
        </p:nvGraphicFramePr>
        <p:xfrm>
          <a:off x="4157675" y="881063"/>
          <a:ext cx="3000000" cy="3000000"/>
        </p:xfrm>
        <a:graphic>
          <a:graphicData uri="http://schemas.openxmlformats.org/drawingml/2006/table">
            <a:tbl>
              <a:tblPr>
                <a:noFill/>
                <a:tableStyleId>{72D5B7A4-0B4D-45B1-A0CB-2E4914C7CC6D}</a:tableStyleId>
              </a:tblPr>
              <a:tblGrid>
                <a:gridCol w="1154200"/>
                <a:gridCol w="3586100"/>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Central page showcasing transportation options, rental booking tools, and promotions.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Vehicle/Product Listing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detailing specific vehicles or transportation products.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Vehicle Type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grouping vehicles by type (economy, luxury, SUV, shuttle,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3619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Pickup/Drop-off Information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 about transportation logistics specific to locations.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Pricing &amp; Booking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Clear information on pricing structures, availability, and booking instructions.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Service Policies &amp; Guidelines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about service policies, rental agreements, and procedures.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Traveler Reviews &amp; Testimonials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Customer feedback and testimonials about transportation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Articles about transportation tips, destination travel advice, or company updates.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organizing blog content clearly by topic.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Guides offering transportation-related advice or destination information.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FAQ/Help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FAQ pages addressing common customer questions.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required for compliance (privacy policy, contact info).</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profiles for content contributors.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9"/>
                                        </p:tgtEl>
                                        <p:attrNameLst>
                                          <p:attrName>style.visibility</p:attrName>
                                        </p:attrNameLst>
                                      </p:cBhvr>
                                      <p:to>
                                        <p:strVal val="visible"/>
                                      </p:to>
                                    </p:set>
                                    <p:animEffect filter="fade" transition="in">
                                      <p:cBhvr>
                                        <p:cTn dur="1000"/>
                                        <p:tgtEl>
                                          <p:spTgt spid="4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506" name="Shape 506"/>
        <p:cNvGrpSpPr/>
        <p:nvPr/>
      </p:nvGrpSpPr>
      <p:grpSpPr>
        <a:xfrm>
          <a:off x="0" y="0"/>
          <a:ext cx="0" cy="0"/>
          <a:chOff x="0" y="0"/>
          <a:chExt cx="0" cy="0"/>
        </a:xfrm>
      </p:grpSpPr>
      <p:pic>
        <p:nvPicPr>
          <p:cNvPr id="507" name="Google Shape;507;p70"/>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508" name="Google Shape;508;p70"/>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09" name="Google Shape;509;p70"/>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510" name="Google Shape;510;p70"/>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511" name="Google Shape;511;p70"/>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512" name="Google Shape;512;p70"/>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Travel - Ecom (Travel Gear, Clothing &amp; Products)</a:t>
            </a:r>
            <a:endParaRPr sz="1600">
              <a:solidFill>
                <a:srgbClr val="E21A6B"/>
              </a:solidFill>
              <a:latin typeface="Proxima Nova"/>
              <a:ea typeface="Proxima Nova"/>
              <a:cs typeface="Proxima Nova"/>
              <a:sym typeface="Proxima Nova"/>
            </a:endParaRPr>
          </a:p>
        </p:txBody>
      </p:sp>
      <p:graphicFrame>
        <p:nvGraphicFramePr>
          <p:cNvPr id="513" name="Google Shape;513;p70"/>
          <p:cNvGraphicFramePr/>
          <p:nvPr/>
        </p:nvGraphicFramePr>
        <p:xfrm>
          <a:off x="4157675" y="819825"/>
          <a:ext cx="3000000" cy="3000000"/>
        </p:xfrm>
        <a:graphic>
          <a:graphicData uri="http://schemas.openxmlformats.org/drawingml/2006/table">
            <a:tbl>
              <a:tblPr>
                <a:noFill/>
                <a:tableStyleId>{72D5B7A4-0B4D-45B1-A0CB-2E4914C7CC6D}</a:tableStyleId>
              </a:tblPr>
              <a:tblGrid>
                <a:gridCol w="2370150"/>
                <a:gridCol w="2370150"/>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Central page showcasing transportation options, rental booking tools, and promotions.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Vehicle/Product Listing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pages detailing specific vehicles or transportation products.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Vehicle Type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Pages grouping vehicles by type (economy, luxury, SUV, shuttle,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361950">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Pickup/Drop-off Information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 about transportation logistics specific to locations.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Pricing &amp; Booking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Clear information on pricing structures, availability, and booking instructions.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Service Policies &amp; Guidelines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about service policies, rental agreements, and procedures.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Traveler Reviews &amp; Testimonials</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Customer feedback and testimonials about transportation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Articles about transportation tips, destination travel advice, or company updates.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Categories organizing blog content clearly by topic.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Destination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Guides offering transportation-related advice or destination information.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FAQ/Help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FAQ pages addressing common customer questions.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Informational pages required for compliance (privacy policy, contact info).</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profiles for content contributors.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0"/>
                                        </p:tgtEl>
                                        <p:attrNameLst>
                                          <p:attrName>style.visibility</p:attrName>
                                        </p:attrNameLst>
                                      </p:cBhvr>
                                      <p:to>
                                        <p:strVal val="visible"/>
                                      </p:to>
                                    </p:set>
                                    <p:animEffect filter="fade" transition="in">
                                      <p:cBhvr>
                                        <p:cTn dur="1000"/>
                                        <p:tgtEl>
                                          <p:spTgt spid="5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517" name="Shape 517"/>
        <p:cNvGrpSpPr/>
        <p:nvPr/>
      </p:nvGrpSpPr>
      <p:grpSpPr>
        <a:xfrm>
          <a:off x="0" y="0"/>
          <a:ext cx="0" cy="0"/>
          <a:chOff x="0" y="0"/>
          <a:chExt cx="0" cy="0"/>
        </a:xfrm>
      </p:grpSpPr>
      <p:pic>
        <p:nvPicPr>
          <p:cNvPr id="518" name="Google Shape;518;p71"/>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519" name="Google Shape;519;p71"/>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20" name="Google Shape;520;p71"/>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URL Actions</a:t>
            </a:r>
            <a:endParaRPr sz="2400">
              <a:solidFill>
                <a:srgbClr val="E21A6B"/>
              </a:solidFill>
              <a:latin typeface="Proxima Nova"/>
              <a:ea typeface="Proxima Nova"/>
              <a:cs typeface="Proxima Nova"/>
              <a:sym typeface="Proxima Nova"/>
            </a:endParaRPr>
          </a:p>
        </p:txBody>
      </p:sp>
      <p:sp>
        <p:nvSpPr>
          <p:cNvPr id="521" name="Google Shape;521;p71"/>
          <p:cNvSpPr txBox="1"/>
          <p:nvPr/>
        </p:nvSpPr>
        <p:spPr>
          <a:xfrm>
            <a:off x="242425" y="1604975"/>
            <a:ext cx="36648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each page on the site is classified into a category, we can quickly assess each page for quality (by section).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assign each page a “URL Action” (see chart to the right for full list and explanations of each).</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These “URL Actions” dictate:</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Saira"/>
              <a:buAutoNum type="arabicPeriod"/>
            </a:pPr>
            <a:r>
              <a:rPr b="1" lang="en" sz="1200">
                <a:solidFill>
                  <a:schemeClr val="dk1"/>
                </a:solidFill>
                <a:latin typeface="Proxima Nova"/>
                <a:ea typeface="Proxima Nova"/>
                <a:cs typeface="Proxima Nova"/>
                <a:sym typeface="Proxima Nova"/>
              </a:rPr>
              <a:t>Which pages to clean up</a:t>
            </a:r>
            <a:r>
              <a:rPr lang="en" sz="1200">
                <a:solidFill>
                  <a:schemeClr val="dk1"/>
                </a:solidFill>
                <a:latin typeface="Proxima Nova"/>
                <a:ea typeface="Proxima Nova"/>
                <a:cs typeface="Proxima Nova"/>
                <a:sym typeface="Proxima Nova"/>
              </a:rPr>
              <a:t> (i.e. redirect, NOINDEX, etc)</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Which pages have no potential for traffic and to ignore (i.e. contact page)</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Which pages we will focus on for the campaign (i.e. perform KW research, update “on page” elements, target with links).</a:t>
            </a:r>
            <a:endParaRPr sz="1200">
              <a:solidFill>
                <a:schemeClr val="dk1"/>
              </a:solidFill>
              <a:latin typeface="Proxima Nova"/>
              <a:ea typeface="Proxima Nova"/>
              <a:cs typeface="Proxima Nova"/>
              <a:sym typeface="Proxima Nova"/>
            </a:endParaRPr>
          </a:p>
        </p:txBody>
      </p:sp>
      <p:pic>
        <p:nvPicPr>
          <p:cNvPr id="522" name="Google Shape;522;p71"/>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graphicFrame>
        <p:nvGraphicFramePr>
          <p:cNvPr id="523" name="Google Shape;523;p71"/>
          <p:cNvGraphicFramePr/>
          <p:nvPr/>
        </p:nvGraphicFramePr>
        <p:xfrm>
          <a:off x="4119000" y="143575"/>
          <a:ext cx="3000000" cy="3000000"/>
        </p:xfrm>
        <a:graphic>
          <a:graphicData uri="http://schemas.openxmlformats.org/drawingml/2006/table">
            <a:tbl>
              <a:tblPr>
                <a:noFill/>
                <a:tableStyleId>{109967E3-374A-4B0A-9809-6B48E4B5ABAF}</a:tableStyleId>
              </a:tblPr>
              <a:tblGrid>
                <a:gridCol w="754850"/>
                <a:gridCol w="4078750"/>
              </a:tblGrid>
              <a:tr h="221750">
                <a:tc>
                  <a:txBody>
                    <a:bodyPr/>
                    <a:lstStyle/>
                    <a:p>
                      <a:pPr indent="0" lvl="0" marL="0" rtl="0" algn="l">
                        <a:spcBef>
                          <a:spcPts val="0"/>
                        </a:spcBef>
                        <a:spcAft>
                          <a:spcPts val="0"/>
                        </a:spcAft>
                        <a:buNone/>
                      </a:pPr>
                      <a:r>
                        <a:rPr b="1" lang="en" sz="700">
                          <a:solidFill>
                            <a:srgbClr val="FFFFFF"/>
                          </a:solidFill>
                          <a:latin typeface="Roboto"/>
                          <a:ea typeface="Roboto"/>
                          <a:cs typeface="Roboto"/>
                          <a:sym typeface="Roboto"/>
                        </a:rPr>
                        <a:t>URL Action</a:t>
                      </a:r>
                      <a:endParaRPr b="1" sz="700">
                        <a:solidFill>
                          <a:srgbClr val="FFFFFF"/>
                        </a:solidFill>
                        <a:latin typeface="Roboto"/>
                        <a:ea typeface="Roboto"/>
                        <a:cs typeface="Roboto"/>
                        <a:sym typeface="Roboto"/>
                      </a:endParaRPr>
                    </a:p>
                  </a:txBody>
                  <a:tcPr marT="63500" marB="63500" marR="63500" marL="63500">
                    <a:lnL cap="flat" cmpd="sng" w="12700">
                      <a:solidFill>
                        <a:srgbClr val="999999"/>
                      </a:solidFill>
                      <a:prstDash val="solid"/>
                      <a:round/>
                      <a:headEnd len="sm" w="sm" type="none"/>
                      <a:tailEnd len="sm" w="sm" type="none"/>
                    </a:lnL>
                    <a:lnR cap="flat" cmpd="sng" w="12700">
                      <a:solidFill>
                        <a:srgbClr val="999999"/>
                      </a:solidFill>
                      <a:prstDash val="solid"/>
                      <a:round/>
                      <a:headEnd len="sm" w="sm" type="none"/>
                      <a:tailEnd len="sm" w="sm" type="none"/>
                    </a:lnR>
                    <a:lnT cap="flat" cmpd="sng" w="12700">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000000"/>
                    </a:solidFill>
                  </a:tcPr>
                </a:tc>
                <a:tc>
                  <a:txBody>
                    <a:bodyPr/>
                    <a:lstStyle/>
                    <a:p>
                      <a:pPr indent="0" lvl="0" marL="0" rtl="0" algn="l">
                        <a:spcBef>
                          <a:spcPts val="0"/>
                        </a:spcBef>
                        <a:spcAft>
                          <a:spcPts val="0"/>
                        </a:spcAft>
                        <a:buNone/>
                      </a:pPr>
                      <a:r>
                        <a:rPr b="1" lang="en" sz="700">
                          <a:solidFill>
                            <a:srgbClr val="FFFFFF"/>
                          </a:solidFill>
                          <a:latin typeface="Roboto"/>
                          <a:ea typeface="Roboto"/>
                          <a:cs typeface="Roboto"/>
                          <a:sym typeface="Roboto"/>
                        </a:rPr>
                        <a:t>Detail</a:t>
                      </a:r>
                      <a:endParaRPr b="1" sz="700">
                        <a:solidFill>
                          <a:srgbClr val="FFFFFF"/>
                        </a:solidFill>
                        <a:latin typeface="Roboto"/>
                        <a:ea typeface="Roboto"/>
                        <a:cs typeface="Roboto"/>
                        <a:sym typeface="Roboto"/>
                      </a:endParaRPr>
                    </a:p>
                  </a:txBody>
                  <a:tcPr marT="63500" marB="63500" marR="63500" marL="63500">
                    <a:lnL cap="flat" cmpd="sng" w="12700">
                      <a:solidFill>
                        <a:srgbClr val="999999"/>
                      </a:solidFill>
                      <a:prstDash val="solid"/>
                      <a:round/>
                      <a:headEnd len="sm" w="sm" type="none"/>
                      <a:tailEnd len="sm" w="sm" type="none"/>
                    </a:lnL>
                    <a:lnR cap="flat" cmpd="sng" w="12700">
                      <a:solidFill>
                        <a:srgbClr val="999999"/>
                      </a:solidFill>
                      <a:prstDash val="solid"/>
                      <a:round/>
                      <a:headEnd len="sm" w="sm" type="none"/>
                      <a:tailEnd len="sm" w="sm" type="none"/>
                    </a:lnR>
                    <a:lnT cap="flat" cmpd="sng" w="12700">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000000"/>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1. Leave As Is</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No action needed on the page. You can use this tag for pages performing well or for pages you simply want to ignore because they are irrelevant to your SEO (contact page, etc).</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r h="47690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2. Update "On Page"</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Use this when you want to review the keywords, titles, meta and on page content for that URL. This can also be used for evergreen, cornerstone  blog posts / resource guides that you want to update with more recent information. URLs assigned this URL Action are moved into the “KW Research for Existing Pages &amp; On-Page recommendations” deliverable.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EEEEEE"/>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3. Target w/ Links</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everything checks out with the page but it doesn’t have rankings, the best solution is to target it with links. You can also double up to “Update On Page” and “Target w/ Links” using both action columns.</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4. 301 (Redirect)</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When a page serves no value to the website (both for search engines and users) you will want to 301 redirect it into a more relevant page.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EEEEEE"/>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5. Canonicalize</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you have similar pages targeting the same topic but you NEED both pages (i.e. you don’t want to remove the page), set a canonical tag that points to the page you want to rank.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r h="47690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6. Block Crawl</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you have a group of pages that serve NO value to search engines (but have value to website visitors), the best option is to block that section from being crawled. This works best when pages are grouped by URL structure (i.e. /archives/).</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EEEEEE"/>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7. No Index</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you want to stop Google from indexing a low quality page, use this tag. Blocking Crawl is reserved for a number of pages or site sections, No Index is reserved for individual or stand alone pages.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8. Content Analysis</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For content (blogs or resources) where there is potential value in updating &amp; optimizing the content for search. </a:t>
                      </a:r>
                      <a:r>
                        <a:rPr lang="en" sz="700">
                          <a:solidFill>
                            <a:srgbClr val="000000"/>
                          </a:solidFill>
                          <a:latin typeface="Proxima Nova"/>
                          <a:ea typeface="Proxima Nova"/>
                          <a:cs typeface="Proxima Nova"/>
                          <a:sym typeface="Proxima Nova"/>
                        </a:rPr>
                        <a:t>URLs assigned this URL Action are moved into the “Content Analysis” deliverable.</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9. 410 Delete</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a page no longer serves a purpose to the website, has NO links, NO traffic and the keywords are</a:t>
                      </a:r>
                      <a:r>
                        <a:rPr b="1" lang="en" sz="700">
                          <a:latin typeface="Proxima Nova"/>
                          <a:ea typeface="Proxima Nova"/>
                          <a:cs typeface="Proxima Nova"/>
                          <a:sym typeface="Proxima Nova"/>
                        </a:rPr>
                        <a:t> no longer relevant</a:t>
                      </a:r>
                      <a:r>
                        <a:rPr lang="en" sz="700">
                          <a:latin typeface="Proxima Nova"/>
                          <a:ea typeface="Proxima Nova"/>
                          <a:cs typeface="Proxima Nova"/>
                          <a:sym typeface="Proxima Nova"/>
                        </a:rPr>
                        <a:t>, we can delete it.</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EEEEEE"/>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10. Find and Replace URL</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a “301” page is discovered during the crawl, and the internal link can be replaced with its “Final URL” to remove an extra step for crawlers to move through, we want to find that URL and replace it with its final location. </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EEEEEE"/>
                    </a:solidFill>
                  </a:tcPr>
                </a:tc>
              </a:tr>
              <a:tr h="358450">
                <a:tc>
                  <a:txBody>
                    <a:bodyPr/>
                    <a:lstStyle/>
                    <a:p>
                      <a:pPr indent="0" lvl="0" marL="0" rtl="0" algn="l">
                        <a:lnSpc>
                          <a:spcPct val="115000"/>
                        </a:lnSpc>
                        <a:spcBef>
                          <a:spcPts val="0"/>
                        </a:spcBef>
                        <a:spcAft>
                          <a:spcPts val="0"/>
                        </a:spcAft>
                        <a:buNone/>
                      </a:pPr>
                      <a:r>
                        <a:rPr b="1" lang="en" sz="700">
                          <a:latin typeface="Proxima Nova"/>
                          <a:ea typeface="Proxima Nova"/>
                          <a:cs typeface="Proxima Nova"/>
                          <a:sym typeface="Proxima Nova"/>
                        </a:rPr>
                        <a:t>11. Find and Remove URL</a:t>
                      </a:r>
                      <a:endParaRPr b="1"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3F3F3"/>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If a “404” page is discovered and there is no suitable replacement for the page, we want to find where the broken link is located and remove the link from the site.</a:t>
                      </a:r>
                      <a:endParaRPr sz="700">
                        <a:latin typeface="Proxima Nova"/>
                        <a:ea typeface="Proxima Nova"/>
                        <a:cs typeface="Proxima Nova"/>
                        <a:sym typeface="Proxima Nova"/>
                      </a:endParaRPr>
                    </a:p>
                  </a:txBody>
                  <a:tcPr marT="63500" marB="63500" marR="63500" marL="63500">
                    <a:lnL cap="flat" cmpd="sng" w="9525">
                      <a:solidFill>
                        <a:srgbClr val="999999"/>
                      </a:solidFill>
                      <a:prstDash val="solid"/>
                      <a:round/>
                      <a:headEnd len="sm" w="sm" type="none"/>
                      <a:tailEnd len="sm" w="sm" type="none"/>
                    </a:lnL>
                    <a:lnR cap="flat" cmpd="sng" w="9525">
                      <a:solidFill>
                        <a:srgbClr val="999999"/>
                      </a:solidFill>
                      <a:prstDash val="solid"/>
                      <a:round/>
                      <a:headEnd len="sm" w="sm" type="none"/>
                      <a:tailEnd len="sm" w="sm" type="none"/>
                    </a:lnR>
                    <a:lnT cap="flat" cmpd="sng" w="9525">
                      <a:solidFill>
                        <a:srgbClr val="999999"/>
                      </a:solidFill>
                      <a:prstDash val="solid"/>
                      <a:round/>
                      <a:headEnd len="sm" w="sm" type="none"/>
                      <a:tailEnd len="sm" w="sm" type="none"/>
                    </a:lnT>
                    <a:lnB cap="flat" cmpd="sng" w="9525">
                      <a:solidFill>
                        <a:srgbClr val="999999"/>
                      </a:solidFill>
                      <a:prstDash val="solid"/>
                      <a:round/>
                      <a:headEnd len="sm" w="sm" type="none"/>
                      <a:tailEnd len="sm" w="sm" type="none"/>
                    </a:lnB>
                    <a:solidFill>
                      <a:srgbClr val="FFFFFF"/>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21"/>
                                        </p:tgtEl>
                                        <p:attrNameLst>
                                          <p:attrName>style.visibility</p:attrName>
                                        </p:attrNameLst>
                                      </p:cBhvr>
                                      <p:to>
                                        <p:strVal val="visible"/>
                                      </p:to>
                                    </p:set>
                                    <p:animEffect filter="fade" transition="in">
                                      <p:cBhvr>
                                        <p:cTn dur="1000"/>
                                        <p:tgtEl>
                                          <p:spTgt spid="5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EEE"/>
        </a:solidFill>
      </p:bgPr>
    </p:bg>
    <p:spTree>
      <p:nvGrpSpPr>
        <p:cNvPr id="527" name="Shape 527"/>
        <p:cNvGrpSpPr/>
        <p:nvPr/>
      </p:nvGrpSpPr>
      <p:grpSpPr>
        <a:xfrm>
          <a:off x="0" y="0"/>
          <a:ext cx="0" cy="0"/>
          <a:chOff x="0" y="0"/>
          <a:chExt cx="0" cy="0"/>
        </a:xfrm>
      </p:grpSpPr>
      <p:sp>
        <p:nvSpPr>
          <p:cNvPr id="528" name="Google Shape;528;p72"/>
          <p:cNvSpPr/>
          <p:nvPr/>
        </p:nvSpPr>
        <p:spPr>
          <a:xfrm rot="10800000">
            <a:off x="3532500" y="1248061"/>
            <a:ext cx="18300" cy="2537400"/>
          </a:xfrm>
          <a:prstGeom prst="rect">
            <a:avLst/>
          </a:prstGeom>
          <a:gradFill>
            <a:gsLst>
              <a:gs pos="0">
                <a:srgbClr val="D9D9D9">
                  <a:alpha val="0"/>
                </a:srgbClr>
              </a:gs>
              <a:gs pos="50000">
                <a:srgbClr val="D9D9D9">
                  <a:alpha val="29411"/>
                </a:srgbClr>
              </a:gs>
              <a:gs pos="100000">
                <a:srgbClr val="D9D9D9">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pic>
        <p:nvPicPr>
          <p:cNvPr id="529" name="Google Shape;529;p72"/>
          <p:cNvPicPr preferRelativeResize="0"/>
          <p:nvPr/>
        </p:nvPicPr>
        <p:blipFill rotWithShape="1">
          <a:blip r:embed="rId3">
            <a:alphaModFix/>
          </a:blip>
          <a:srcRect b="0" l="0" r="0" t="0"/>
          <a:stretch/>
        </p:blipFill>
        <p:spPr>
          <a:xfrm>
            <a:off x="8396475" y="4653650"/>
            <a:ext cx="465000" cy="393814"/>
          </a:xfrm>
          <a:prstGeom prst="rect">
            <a:avLst/>
          </a:prstGeom>
          <a:noFill/>
          <a:ln>
            <a:noFill/>
          </a:ln>
        </p:spPr>
      </p:pic>
      <p:sp>
        <p:nvSpPr>
          <p:cNvPr id="530" name="Google Shape;530;p72"/>
          <p:cNvSpPr txBox="1"/>
          <p:nvPr/>
        </p:nvSpPr>
        <p:spPr>
          <a:xfrm>
            <a:off x="6020200" y="1612750"/>
            <a:ext cx="2811300" cy="278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In this section, provide any notable insights into the structure of the clients site. </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Are they focusing in areas/producing too much content in categories that don’t produce bookings? </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Are they too heavy in pages that shouldn’t be indexed?</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Or are they structuring their site well, and their appears to be a healthy number of Lead Gen/Product pages, in addition to Resources and Blog Posts?</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p:txBody>
      </p:sp>
      <p:sp>
        <p:nvSpPr>
          <p:cNvPr id="531" name="Google Shape;531;p72"/>
          <p:cNvSpPr/>
          <p:nvPr/>
        </p:nvSpPr>
        <p:spPr>
          <a:xfrm>
            <a:off x="0" y="0"/>
            <a:ext cx="2891400" cy="457200"/>
          </a:xfrm>
          <a:prstGeom prst="rect">
            <a:avLst/>
          </a:prstGeom>
          <a:gradFill>
            <a:gsLst>
              <a:gs pos="0">
                <a:srgbClr val="696969"/>
              </a:gs>
              <a:gs pos="100000">
                <a:srgbClr val="1D1D1D"/>
              </a:gs>
            </a:gsLst>
            <a:lin ang="5400012" scaled="0"/>
          </a:gradFill>
          <a:ln>
            <a:noFill/>
          </a:ln>
        </p:spPr>
        <p:txBody>
          <a:bodyPr anchorCtr="0" anchor="b" bIns="17150" lIns="34300" spcFirstLastPara="1" rIns="34300" wrap="square" tIns="17150">
            <a:noAutofit/>
          </a:bodyPr>
          <a:lstStyle/>
          <a:p>
            <a:pPr indent="0" lvl="0" marL="0" rtl="0" algn="ctr">
              <a:lnSpc>
                <a:spcPct val="170000"/>
              </a:lnSpc>
              <a:spcBef>
                <a:spcPts val="0"/>
              </a:spcBef>
              <a:spcAft>
                <a:spcPts val="0"/>
              </a:spcAft>
              <a:buClr>
                <a:srgbClr val="364049"/>
              </a:buClr>
              <a:buSzPts val="1900"/>
              <a:buFont typeface="Century Gothic"/>
              <a:buNone/>
            </a:pPr>
            <a:r>
              <a:rPr lang="en" sz="1200">
                <a:solidFill>
                  <a:schemeClr val="lt1"/>
                </a:solidFill>
                <a:latin typeface="Proxima Nova Extrabold"/>
                <a:ea typeface="Proxima Nova Extrabold"/>
                <a:cs typeface="Proxima Nova Extrabold"/>
                <a:sym typeface="Proxima Nova Extrabold"/>
              </a:rPr>
              <a:t>Site Structure Overview</a:t>
            </a:r>
            <a:endParaRPr sz="1200">
              <a:solidFill>
                <a:schemeClr val="lt1"/>
              </a:solidFill>
              <a:latin typeface="Proxima Nova Extrabold"/>
              <a:ea typeface="Proxima Nova Extrabold"/>
              <a:cs typeface="Proxima Nova Extrabold"/>
              <a:sym typeface="Proxima Nova Extrabold"/>
            </a:endParaRPr>
          </a:p>
        </p:txBody>
      </p:sp>
      <p:sp>
        <p:nvSpPr>
          <p:cNvPr id="532" name="Google Shape;532;p72"/>
          <p:cNvSpPr txBox="1"/>
          <p:nvPr/>
        </p:nvSpPr>
        <p:spPr>
          <a:xfrm>
            <a:off x="6020200" y="1124525"/>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rgbClr val="F00D68"/>
                </a:solidFill>
                <a:latin typeface="Proxima Nova"/>
                <a:ea typeface="Proxima Nova"/>
                <a:cs typeface="Proxima Nova"/>
                <a:sym typeface="Proxima Nova"/>
              </a:rPr>
              <a:t>Site Structure</a:t>
            </a:r>
            <a:endParaRPr/>
          </a:p>
        </p:txBody>
      </p:sp>
      <p:pic>
        <p:nvPicPr>
          <p:cNvPr id="533" name="Google Shape;533;p72" title="Chart"/>
          <p:cNvPicPr preferRelativeResize="0"/>
          <p:nvPr/>
        </p:nvPicPr>
        <p:blipFill>
          <a:blip r:embed="rId4">
            <a:alphaModFix/>
          </a:blip>
          <a:stretch>
            <a:fillRect/>
          </a:stretch>
        </p:blipFill>
        <p:spPr>
          <a:xfrm>
            <a:off x="279625" y="1124513"/>
            <a:ext cx="5319024" cy="3288924"/>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EEE"/>
        </a:solidFill>
      </p:bgPr>
    </p:bg>
    <p:spTree>
      <p:nvGrpSpPr>
        <p:cNvPr id="537" name="Shape 537"/>
        <p:cNvGrpSpPr/>
        <p:nvPr/>
      </p:nvGrpSpPr>
      <p:grpSpPr>
        <a:xfrm>
          <a:off x="0" y="0"/>
          <a:ext cx="0" cy="0"/>
          <a:chOff x="0" y="0"/>
          <a:chExt cx="0" cy="0"/>
        </a:xfrm>
      </p:grpSpPr>
      <p:sp>
        <p:nvSpPr>
          <p:cNvPr id="538" name="Google Shape;538;p73"/>
          <p:cNvSpPr/>
          <p:nvPr/>
        </p:nvSpPr>
        <p:spPr>
          <a:xfrm rot="10800000">
            <a:off x="3532500" y="1248061"/>
            <a:ext cx="18300" cy="2537400"/>
          </a:xfrm>
          <a:prstGeom prst="rect">
            <a:avLst/>
          </a:prstGeom>
          <a:gradFill>
            <a:gsLst>
              <a:gs pos="0">
                <a:srgbClr val="D9D9D9">
                  <a:alpha val="0"/>
                </a:srgbClr>
              </a:gs>
              <a:gs pos="50000">
                <a:srgbClr val="D9D9D9">
                  <a:alpha val="29411"/>
                </a:srgbClr>
              </a:gs>
              <a:gs pos="100000">
                <a:srgbClr val="D9D9D9">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pic>
        <p:nvPicPr>
          <p:cNvPr id="539" name="Google Shape;539;p73"/>
          <p:cNvPicPr preferRelativeResize="0"/>
          <p:nvPr/>
        </p:nvPicPr>
        <p:blipFill rotWithShape="1">
          <a:blip r:embed="rId3">
            <a:alphaModFix/>
          </a:blip>
          <a:srcRect b="0" l="0" r="0" t="0"/>
          <a:stretch/>
        </p:blipFill>
        <p:spPr>
          <a:xfrm>
            <a:off x="8396475" y="4653650"/>
            <a:ext cx="465000" cy="393814"/>
          </a:xfrm>
          <a:prstGeom prst="rect">
            <a:avLst/>
          </a:prstGeom>
          <a:noFill/>
          <a:ln>
            <a:noFill/>
          </a:ln>
        </p:spPr>
      </p:pic>
      <p:sp>
        <p:nvSpPr>
          <p:cNvPr id="540" name="Google Shape;540;p73"/>
          <p:cNvSpPr txBox="1"/>
          <p:nvPr/>
        </p:nvSpPr>
        <p:spPr>
          <a:xfrm>
            <a:off x="6020200" y="1612750"/>
            <a:ext cx="2811300" cy="278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In this section, provide any notable insights into accessibility of their site crawl:</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If there are </a:t>
            </a:r>
            <a:r>
              <a:rPr lang="en" sz="1100">
                <a:solidFill>
                  <a:schemeClr val="dk1"/>
                </a:solidFill>
                <a:latin typeface="Proxima Nova"/>
                <a:ea typeface="Proxima Nova"/>
                <a:cs typeface="Proxima Nova"/>
                <a:sym typeface="Proxima Nova"/>
              </a:rPr>
              <a:t>only</a:t>
            </a:r>
            <a:r>
              <a:rPr lang="en" sz="1100">
                <a:solidFill>
                  <a:schemeClr val="dk1"/>
                </a:solidFill>
                <a:latin typeface="Proxima Nova"/>
                <a:ea typeface="Proxima Nova"/>
                <a:cs typeface="Proxima Nova"/>
                <a:sym typeface="Proxima Nova"/>
              </a:rPr>
              <a:t> 200 Status pages (rare but possible), this slide may be useless, and you may not need to have a chart/highlight this on its own slide. Consider mentioning this in another slide</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If there are a large number of 301s - call this out, and provide context on why this is an issue</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If there are a large number of 404s, explain the significance</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If there a large number of Forbidden responses or Time Out Status, explain this issue</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p:txBody>
      </p:sp>
      <p:sp>
        <p:nvSpPr>
          <p:cNvPr id="541" name="Google Shape;541;p73"/>
          <p:cNvSpPr/>
          <p:nvPr/>
        </p:nvSpPr>
        <p:spPr>
          <a:xfrm>
            <a:off x="0" y="0"/>
            <a:ext cx="2891400" cy="457200"/>
          </a:xfrm>
          <a:prstGeom prst="rect">
            <a:avLst/>
          </a:prstGeom>
          <a:gradFill>
            <a:gsLst>
              <a:gs pos="0">
                <a:srgbClr val="696969"/>
              </a:gs>
              <a:gs pos="100000">
                <a:srgbClr val="1D1D1D"/>
              </a:gs>
            </a:gsLst>
            <a:lin ang="5400012" scaled="0"/>
          </a:gradFill>
          <a:ln>
            <a:noFill/>
          </a:ln>
        </p:spPr>
        <p:txBody>
          <a:bodyPr anchorCtr="0" anchor="b" bIns="17150" lIns="34300" spcFirstLastPara="1" rIns="34300" wrap="square" tIns="17150">
            <a:noAutofit/>
          </a:bodyPr>
          <a:lstStyle/>
          <a:p>
            <a:pPr indent="0" lvl="0" marL="0" rtl="0" algn="ctr">
              <a:lnSpc>
                <a:spcPct val="170000"/>
              </a:lnSpc>
              <a:spcBef>
                <a:spcPts val="0"/>
              </a:spcBef>
              <a:spcAft>
                <a:spcPts val="0"/>
              </a:spcAft>
              <a:buClr>
                <a:srgbClr val="364049"/>
              </a:buClr>
              <a:buSzPts val="1900"/>
              <a:buFont typeface="Century Gothic"/>
              <a:buNone/>
            </a:pPr>
            <a:r>
              <a:rPr lang="en" sz="1200">
                <a:solidFill>
                  <a:schemeClr val="lt1"/>
                </a:solidFill>
                <a:latin typeface="Proxima Nova Extrabold"/>
                <a:ea typeface="Proxima Nova Extrabold"/>
                <a:cs typeface="Proxima Nova Extrabold"/>
                <a:sym typeface="Proxima Nova Extrabold"/>
              </a:rPr>
              <a:t>Site Structure Overview</a:t>
            </a:r>
            <a:endParaRPr sz="1200">
              <a:solidFill>
                <a:schemeClr val="lt1"/>
              </a:solidFill>
              <a:latin typeface="Proxima Nova Extrabold"/>
              <a:ea typeface="Proxima Nova Extrabold"/>
              <a:cs typeface="Proxima Nova Extrabold"/>
              <a:sym typeface="Proxima Nova Extrabold"/>
            </a:endParaRPr>
          </a:p>
        </p:txBody>
      </p:sp>
      <p:sp>
        <p:nvSpPr>
          <p:cNvPr id="542" name="Google Shape;542;p73"/>
          <p:cNvSpPr txBox="1"/>
          <p:nvPr/>
        </p:nvSpPr>
        <p:spPr>
          <a:xfrm>
            <a:off x="6020200" y="1124525"/>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rgbClr val="F00D68"/>
                </a:solidFill>
                <a:latin typeface="Proxima Nova"/>
                <a:ea typeface="Proxima Nova"/>
                <a:cs typeface="Proxima Nova"/>
                <a:sym typeface="Proxima Nova"/>
              </a:rPr>
              <a:t>Status Codes Heading</a:t>
            </a:r>
            <a:endParaRPr/>
          </a:p>
        </p:txBody>
      </p:sp>
      <p:pic>
        <p:nvPicPr>
          <p:cNvPr id="543" name="Google Shape;543;p73" title="Chart"/>
          <p:cNvPicPr preferRelativeResize="0"/>
          <p:nvPr/>
        </p:nvPicPr>
        <p:blipFill>
          <a:blip r:embed="rId4">
            <a:alphaModFix/>
          </a:blip>
          <a:stretch>
            <a:fillRect/>
          </a:stretch>
        </p:blipFill>
        <p:spPr>
          <a:xfrm>
            <a:off x="307825" y="1030650"/>
            <a:ext cx="4815951" cy="3082201"/>
          </a:xfrm>
          <a:prstGeom prst="rect">
            <a:avLst/>
          </a:prstGeom>
          <a:noFill/>
          <a:ln>
            <a:noFill/>
          </a:ln>
        </p:spPr>
      </p:pic>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EEE"/>
        </a:solidFill>
      </p:bgPr>
    </p:bg>
    <p:spTree>
      <p:nvGrpSpPr>
        <p:cNvPr id="547" name="Shape 547"/>
        <p:cNvGrpSpPr/>
        <p:nvPr/>
      </p:nvGrpSpPr>
      <p:grpSpPr>
        <a:xfrm>
          <a:off x="0" y="0"/>
          <a:ext cx="0" cy="0"/>
          <a:chOff x="0" y="0"/>
          <a:chExt cx="0" cy="0"/>
        </a:xfrm>
      </p:grpSpPr>
      <p:sp>
        <p:nvSpPr>
          <p:cNvPr id="548" name="Google Shape;548;p74"/>
          <p:cNvSpPr/>
          <p:nvPr/>
        </p:nvSpPr>
        <p:spPr>
          <a:xfrm rot="10800000">
            <a:off x="3532500" y="1248061"/>
            <a:ext cx="18300" cy="2537400"/>
          </a:xfrm>
          <a:prstGeom prst="rect">
            <a:avLst/>
          </a:prstGeom>
          <a:gradFill>
            <a:gsLst>
              <a:gs pos="0">
                <a:srgbClr val="D9D9D9">
                  <a:alpha val="0"/>
                </a:srgbClr>
              </a:gs>
              <a:gs pos="50000">
                <a:srgbClr val="D9D9D9">
                  <a:alpha val="29411"/>
                </a:srgbClr>
              </a:gs>
              <a:gs pos="100000">
                <a:srgbClr val="D9D9D9">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pic>
        <p:nvPicPr>
          <p:cNvPr id="549" name="Google Shape;549;p74"/>
          <p:cNvPicPr preferRelativeResize="0"/>
          <p:nvPr/>
        </p:nvPicPr>
        <p:blipFill rotWithShape="1">
          <a:blip r:embed="rId3">
            <a:alphaModFix/>
          </a:blip>
          <a:srcRect b="0" l="0" r="0" t="0"/>
          <a:stretch/>
        </p:blipFill>
        <p:spPr>
          <a:xfrm>
            <a:off x="8396475" y="4653650"/>
            <a:ext cx="465000" cy="393814"/>
          </a:xfrm>
          <a:prstGeom prst="rect">
            <a:avLst/>
          </a:prstGeom>
          <a:noFill/>
          <a:ln>
            <a:noFill/>
          </a:ln>
        </p:spPr>
      </p:pic>
      <p:sp>
        <p:nvSpPr>
          <p:cNvPr id="550" name="Google Shape;550;p74"/>
          <p:cNvSpPr txBox="1"/>
          <p:nvPr/>
        </p:nvSpPr>
        <p:spPr>
          <a:xfrm>
            <a:off x="6020200" y="1986425"/>
            <a:ext cx="2811300" cy="24063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Provide insights into the </a:t>
            </a:r>
            <a:r>
              <a:rPr lang="en" sz="1100">
                <a:solidFill>
                  <a:schemeClr val="dk1"/>
                </a:solidFill>
                <a:latin typeface="Proxima Nova"/>
                <a:ea typeface="Proxima Nova"/>
                <a:cs typeface="Proxima Nova"/>
                <a:sym typeface="Proxima Nova"/>
              </a:rPr>
              <a:t>distribution</a:t>
            </a:r>
            <a:r>
              <a:rPr lang="en" sz="1100">
                <a:solidFill>
                  <a:schemeClr val="dk1"/>
                </a:solidFill>
                <a:latin typeface="Proxima Nova"/>
                <a:ea typeface="Proxima Nova"/>
                <a:cs typeface="Proxima Nova"/>
                <a:sym typeface="Proxima Nova"/>
              </a:rPr>
              <a:t> of backlinks across various sections of the site. </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Highlight how Link Authority gaps could be strong causes of underperformance.</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Highlight if there is l</a:t>
            </a:r>
            <a:r>
              <a:rPr lang="en" sz="1100" u="sng">
                <a:solidFill>
                  <a:schemeClr val="dk1"/>
                </a:solidFill>
                <a:latin typeface="Proxima Nova"/>
                <a:ea typeface="Proxima Nova"/>
                <a:cs typeface="Proxima Nova"/>
                <a:sym typeface="Proxima Nova"/>
              </a:rPr>
              <a:t>arge link gap for areas of the site that drive bookings</a:t>
            </a:r>
            <a:r>
              <a:rPr lang="en" sz="1100">
                <a:solidFill>
                  <a:schemeClr val="dk1"/>
                </a:solidFill>
                <a:latin typeface="Proxima Nova"/>
                <a:ea typeface="Proxima Nova"/>
                <a:cs typeface="Proxima Nova"/>
                <a:sym typeface="Proxima Nova"/>
              </a:rPr>
              <a:t>, if applicable. </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If possible/applicable, reference Link Gap findings from the Sales Proposal to identify notable gaps (Ex. if target term needs as many backlinks as an entire section of the client’s site currently has.</a:t>
            </a:r>
            <a:endParaRPr sz="1100">
              <a:solidFill>
                <a:schemeClr val="dk1"/>
              </a:solidFill>
              <a:latin typeface="Proxima Nova"/>
              <a:ea typeface="Proxima Nova"/>
              <a:cs typeface="Proxima Nova"/>
              <a:sym typeface="Proxima Nova"/>
            </a:endParaRPr>
          </a:p>
        </p:txBody>
      </p:sp>
      <p:sp>
        <p:nvSpPr>
          <p:cNvPr id="551" name="Google Shape;551;p74"/>
          <p:cNvSpPr/>
          <p:nvPr/>
        </p:nvSpPr>
        <p:spPr>
          <a:xfrm>
            <a:off x="0" y="0"/>
            <a:ext cx="2891400" cy="457200"/>
          </a:xfrm>
          <a:prstGeom prst="rect">
            <a:avLst/>
          </a:prstGeom>
          <a:gradFill>
            <a:gsLst>
              <a:gs pos="0">
                <a:srgbClr val="696969"/>
              </a:gs>
              <a:gs pos="100000">
                <a:srgbClr val="1D1D1D"/>
              </a:gs>
            </a:gsLst>
            <a:lin ang="5400012" scaled="0"/>
          </a:gradFill>
          <a:ln>
            <a:noFill/>
          </a:ln>
        </p:spPr>
        <p:txBody>
          <a:bodyPr anchorCtr="0" anchor="b" bIns="17150" lIns="34300" spcFirstLastPara="1" rIns="34300" wrap="square" tIns="17150">
            <a:noAutofit/>
          </a:bodyPr>
          <a:lstStyle/>
          <a:p>
            <a:pPr indent="0" lvl="0" marL="0" rtl="0" algn="ctr">
              <a:lnSpc>
                <a:spcPct val="170000"/>
              </a:lnSpc>
              <a:spcBef>
                <a:spcPts val="0"/>
              </a:spcBef>
              <a:spcAft>
                <a:spcPts val="0"/>
              </a:spcAft>
              <a:buClr>
                <a:srgbClr val="364049"/>
              </a:buClr>
              <a:buSzPts val="1900"/>
              <a:buFont typeface="Century Gothic"/>
              <a:buNone/>
            </a:pPr>
            <a:r>
              <a:rPr lang="en" sz="1200">
                <a:solidFill>
                  <a:schemeClr val="lt1"/>
                </a:solidFill>
                <a:latin typeface="Proxima Nova Extrabold"/>
                <a:ea typeface="Proxima Nova Extrabold"/>
                <a:cs typeface="Proxima Nova Extrabold"/>
                <a:sym typeface="Proxima Nova Extrabold"/>
              </a:rPr>
              <a:t>Site Authority Overview</a:t>
            </a:r>
            <a:endParaRPr sz="1200">
              <a:solidFill>
                <a:schemeClr val="lt1"/>
              </a:solidFill>
              <a:latin typeface="Proxima Nova Extrabold"/>
              <a:ea typeface="Proxima Nova Extrabold"/>
              <a:cs typeface="Proxima Nova Extrabold"/>
              <a:sym typeface="Proxima Nova Extrabold"/>
            </a:endParaRPr>
          </a:p>
        </p:txBody>
      </p:sp>
      <p:sp>
        <p:nvSpPr>
          <p:cNvPr id="552" name="Google Shape;552;p74"/>
          <p:cNvSpPr txBox="1"/>
          <p:nvPr/>
        </p:nvSpPr>
        <p:spPr>
          <a:xfrm>
            <a:off x="6020200" y="1124525"/>
            <a:ext cx="3000000" cy="861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rgbClr val="F00D68"/>
                </a:solidFill>
                <a:latin typeface="Proxima Nova"/>
                <a:ea typeface="Proxima Nova"/>
                <a:cs typeface="Proxima Nova"/>
                <a:sym typeface="Proxima Nova"/>
              </a:rPr>
              <a:t>Backlinks by Category</a:t>
            </a:r>
            <a:endParaRPr/>
          </a:p>
        </p:txBody>
      </p:sp>
      <p:pic>
        <p:nvPicPr>
          <p:cNvPr id="553" name="Google Shape;553;p74" title="Chart"/>
          <p:cNvPicPr preferRelativeResize="0"/>
          <p:nvPr/>
        </p:nvPicPr>
        <p:blipFill>
          <a:blip r:embed="rId4">
            <a:alphaModFix/>
          </a:blip>
          <a:stretch>
            <a:fillRect/>
          </a:stretch>
        </p:blipFill>
        <p:spPr>
          <a:xfrm>
            <a:off x="515900" y="1159025"/>
            <a:ext cx="4720626" cy="3021201"/>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EEE"/>
        </a:solidFill>
      </p:bgPr>
    </p:bg>
    <p:spTree>
      <p:nvGrpSpPr>
        <p:cNvPr id="557" name="Shape 557"/>
        <p:cNvGrpSpPr/>
        <p:nvPr/>
      </p:nvGrpSpPr>
      <p:grpSpPr>
        <a:xfrm>
          <a:off x="0" y="0"/>
          <a:ext cx="0" cy="0"/>
          <a:chOff x="0" y="0"/>
          <a:chExt cx="0" cy="0"/>
        </a:xfrm>
      </p:grpSpPr>
      <p:sp>
        <p:nvSpPr>
          <p:cNvPr id="558" name="Google Shape;558;p75"/>
          <p:cNvSpPr/>
          <p:nvPr/>
        </p:nvSpPr>
        <p:spPr>
          <a:xfrm rot="10800000">
            <a:off x="3532500" y="1248061"/>
            <a:ext cx="18300" cy="2537400"/>
          </a:xfrm>
          <a:prstGeom prst="rect">
            <a:avLst/>
          </a:prstGeom>
          <a:gradFill>
            <a:gsLst>
              <a:gs pos="0">
                <a:srgbClr val="D9D9D9">
                  <a:alpha val="0"/>
                </a:srgbClr>
              </a:gs>
              <a:gs pos="50000">
                <a:srgbClr val="D9D9D9">
                  <a:alpha val="29411"/>
                </a:srgbClr>
              </a:gs>
              <a:gs pos="100000">
                <a:srgbClr val="D9D9D9">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pic>
        <p:nvPicPr>
          <p:cNvPr id="559" name="Google Shape;559;p75"/>
          <p:cNvPicPr preferRelativeResize="0"/>
          <p:nvPr/>
        </p:nvPicPr>
        <p:blipFill rotWithShape="1">
          <a:blip r:embed="rId3">
            <a:alphaModFix/>
          </a:blip>
          <a:srcRect b="0" l="0" r="0" t="0"/>
          <a:stretch/>
        </p:blipFill>
        <p:spPr>
          <a:xfrm>
            <a:off x="8396475" y="4653650"/>
            <a:ext cx="465000" cy="393814"/>
          </a:xfrm>
          <a:prstGeom prst="rect">
            <a:avLst/>
          </a:prstGeom>
          <a:noFill/>
          <a:ln>
            <a:noFill/>
          </a:ln>
        </p:spPr>
      </p:pic>
      <p:sp>
        <p:nvSpPr>
          <p:cNvPr id="560" name="Google Shape;560;p75"/>
          <p:cNvSpPr txBox="1"/>
          <p:nvPr/>
        </p:nvSpPr>
        <p:spPr>
          <a:xfrm>
            <a:off x="6020200" y="1612750"/>
            <a:ext cx="2811300" cy="278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In this section, provide any notable insights into organic traffic by site section.</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What section is bringing in the most traffic? Is this branded or non-branded?</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Does performance by site section correlate with the number of pages in each </a:t>
            </a:r>
            <a:r>
              <a:rPr lang="en" sz="1100">
                <a:solidFill>
                  <a:schemeClr val="dk1"/>
                </a:solidFill>
                <a:latin typeface="Proxima Nova"/>
                <a:ea typeface="Proxima Nova"/>
                <a:cs typeface="Proxima Nova"/>
                <a:sym typeface="Proxima Nova"/>
              </a:rPr>
              <a:t>section</a:t>
            </a:r>
            <a:r>
              <a:rPr lang="en" sz="1100">
                <a:solidFill>
                  <a:schemeClr val="dk1"/>
                </a:solidFill>
                <a:latin typeface="Proxima Nova"/>
                <a:ea typeface="Proxima Nova"/>
                <a:cs typeface="Proxima Nova"/>
                <a:sym typeface="Proxima Nova"/>
              </a:rPr>
              <a:t>?</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p:txBody>
      </p:sp>
      <p:sp>
        <p:nvSpPr>
          <p:cNvPr id="561" name="Google Shape;561;p75"/>
          <p:cNvSpPr/>
          <p:nvPr/>
        </p:nvSpPr>
        <p:spPr>
          <a:xfrm>
            <a:off x="0" y="0"/>
            <a:ext cx="2891400" cy="457200"/>
          </a:xfrm>
          <a:prstGeom prst="rect">
            <a:avLst/>
          </a:prstGeom>
          <a:gradFill>
            <a:gsLst>
              <a:gs pos="0">
                <a:srgbClr val="696969"/>
              </a:gs>
              <a:gs pos="100000">
                <a:srgbClr val="1D1D1D"/>
              </a:gs>
            </a:gsLst>
            <a:lin ang="5400012" scaled="0"/>
          </a:gradFill>
          <a:ln>
            <a:noFill/>
          </a:ln>
        </p:spPr>
        <p:txBody>
          <a:bodyPr anchorCtr="0" anchor="b" bIns="17150" lIns="34300" spcFirstLastPara="1" rIns="34300" wrap="square" tIns="17150">
            <a:noAutofit/>
          </a:bodyPr>
          <a:lstStyle/>
          <a:p>
            <a:pPr indent="0" lvl="0" marL="0" rtl="0" algn="ctr">
              <a:lnSpc>
                <a:spcPct val="170000"/>
              </a:lnSpc>
              <a:spcBef>
                <a:spcPts val="0"/>
              </a:spcBef>
              <a:spcAft>
                <a:spcPts val="0"/>
              </a:spcAft>
              <a:buClr>
                <a:srgbClr val="364049"/>
              </a:buClr>
              <a:buSzPts val="1900"/>
              <a:buFont typeface="Century Gothic"/>
              <a:buNone/>
            </a:pPr>
            <a:r>
              <a:rPr lang="en" sz="1200">
                <a:solidFill>
                  <a:schemeClr val="lt1"/>
                </a:solidFill>
                <a:latin typeface="Proxima Nova Extrabold"/>
                <a:ea typeface="Proxima Nova Extrabold"/>
                <a:cs typeface="Proxima Nova Extrabold"/>
                <a:sym typeface="Proxima Nova Extrabold"/>
              </a:rPr>
              <a:t>Organic Performance - Traffic</a:t>
            </a:r>
            <a:endParaRPr sz="1200">
              <a:solidFill>
                <a:schemeClr val="lt1"/>
              </a:solidFill>
              <a:latin typeface="Proxima Nova Extrabold"/>
              <a:ea typeface="Proxima Nova Extrabold"/>
              <a:cs typeface="Proxima Nova Extrabold"/>
              <a:sym typeface="Proxima Nova Extrabold"/>
            </a:endParaRPr>
          </a:p>
        </p:txBody>
      </p:sp>
      <p:sp>
        <p:nvSpPr>
          <p:cNvPr id="562" name="Google Shape;562;p75"/>
          <p:cNvSpPr txBox="1"/>
          <p:nvPr/>
        </p:nvSpPr>
        <p:spPr>
          <a:xfrm>
            <a:off x="6020200" y="1124525"/>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rgbClr val="F00D68"/>
                </a:solidFill>
                <a:latin typeface="Proxima Nova"/>
                <a:ea typeface="Proxima Nova"/>
                <a:cs typeface="Proxima Nova"/>
                <a:sym typeface="Proxima Nova"/>
              </a:rPr>
              <a:t>Sessions by Category</a:t>
            </a:r>
            <a:endParaRPr/>
          </a:p>
        </p:txBody>
      </p:sp>
      <p:pic>
        <p:nvPicPr>
          <p:cNvPr id="563" name="Google Shape;563;p75" title="Chart"/>
          <p:cNvPicPr preferRelativeResize="0"/>
          <p:nvPr/>
        </p:nvPicPr>
        <p:blipFill>
          <a:blip r:embed="rId4">
            <a:alphaModFix/>
          </a:blip>
          <a:stretch>
            <a:fillRect/>
          </a:stretch>
        </p:blipFill>
        <p:spPr>
          <a:xfrm>
            <a:off x="343225" y="900025"/>
            <a:ext cx="5407200" cy="3343450"/>
          </a:xfrm>
          <a:prstGeom prst="rect">
            <a:avLst/>
          </a:prstGeom>
          <a:noFill/>
          <a:ln>
            <a:noFill/>
          </a:ln>
        </p:spPr>
      </p:pic>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EEEEEE"/>
        </a:solidFill>
      </p:bgPr>
    </p:bg>
    <p:spTree>
      <p:nvGrpSpPr>
        <p:cNvPr id="567" name="Shape 567"/>
        <p:cNvGrpSpPr/>
        <p:nvPr/>
      </p:nvGrpSpPr>
      <p:grpSpPr>
        <a:xfrm>
          <a:off x="0" y="0"/>
          <a:ext cx="0" cy="0"/>
          <a:chOff x="0" y="0"/>
          <a:chExt cx="0" cy="0"/>
        </a:xfrm>
      </p:grpSpPr>
      <p:sp>
        <p:nvSpPr>
          <p:cNvPr id="568" name="Google Shape;568;p76"/>
          <p:cNvSpPr/>
          <p:nvPr/>
        </p:nvSpPr>
        <p:spPr>
          <a:xfrm rot="10800000">
            <a:off x="3532500" y="1248061"/>
            <a:ext cx="18300" cy="2537400"/>
          </a:xfrm>
          <a:prstGeom prst="rect">
            <a:avLst/>
          </a:prstGeom>
          <a:gradFill>
            <a:gsLst>
              <a:gs pos="0">
                <a:srgbClr val="D9D9D9">
                  <a:alpha val="0"/>
                </a:srgbClr>
              </a:gs>
              <a:gs pos="50000">
                <a:srgbClr val="D9D9D9">
                  <a:alpha val="29411"/>
                </a:srgbClr>
              </a:gs>
              <a:gs pos="100000">
                <a:srgbClr val="D9D9D9">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pic>
        <p:nvPicPr>
          <p:cNvPr id="569" name="Google Shape;569;p76"/>
          <p:cNvPicPr preferRelativeResize="0"/>
          <p:nvPr/>
        </p:nvPicPr>
        <p:blipFill rotWithShape="1">
          <a:blip r:embed="rId3">
            <a:alphaModFix/>
          </a:blip>
          <a:srcRect b="0" l="0" r="0" t="0"/>
          <a:stretch/>
        </p:blipFill>
        <p:spPr>
          <a:xfrm>
            <a:off x="8396475" y="4653650"/>
            <a:ext cx="465000" cy="393814"/>
          </a:xfrm>
          <a:prstGeom prst="rect">
            <a:avLst/>
          </a:prstGeom>
          <a:noFill/>
          <a:ln>
            <a:noFill/>
          </a:ln>
        </p:spPr>
      </p:pic>
      <p:sp>
        <p:nvSpPr>
          <p:cNvPr id="570" name="Google Shape;570;p76"/>
          <p:cNvSpPr txBox="1"/>
          <p:nvPr/>
        </p:nvSpPr>
        <p:spPr>
          <a:xfrm>
            <a:off x="6020200" y="2426350"/>
            <a:ext cx="2811300" cy="1966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Number of URLs in the XML Sitemap vs Number of Indexable URLs that are not. </a:t>
            </a:r>
            <a:endParaRPr sz="1100">
              <a:solidFill>
                <a:schemeClr val="dk1"/>
              </a:solidFill>
              <a:latin typeface="Proxima Nova"/>
              <a:ea typeface="Proxima Nova"/>
              <a:cs typeface="Proxima Nova"/>
              <a:sym typeface="Proxima Nova"/>
            </a:endParaRPr>
          </a:p>
        </p:txBody>
      </p:sp>
      <p:sp>
        <p:nvSpPr>
          <p:cNvPr id="571" name="Google Shape;571;p76"/>
          <p:cNvSpPr/>
          <p:nvPr/>
        </p:nvSpPr>
        <p:spPr>
          <a:xfrm>
            <a:off x="0" y="0"/>
            <a:ext cx="2891400" cy="457200"/>
          </a:xfrm>
          <a:prstGeom prst="rect">
            <a:avLst/>
          </a:prstGeom>
          <a:gradFill>
            <a:gsLst>
              <a:gs pos="0">
                <a:srgbClr val="696969"/>
              </a:gs>
              <a:gs pos="100000">
                <a:srgbClr val="1D1D1D"/>
              </a:gs>
            </a:gsLst>
            <a:lin ang="5400012" scaled="0"/>
          </a:gradFill>
          <a:ln>
            <a:noFill/>
          </a:ln>
        </p:spPr>
        <p:txBody>
          <a:bodyPr anchorCtr="0" anchor="b" bIns="17150" lIns="34300" spcFirstLastPara="1" rIns="34300" wrap="square" tIns="17150">
            <a:noAutofit/>
          </a:bodyPr>
          <a:lstStyle/>
          <a:p>
            <a:pPr indent="0" lvl="0" marL="0" rtl="0" algn="ctr">
              <a:lnSpc>
                <a:spcPct val="170000"/>
              </a:lnSpc>
              <a:spcBef>
                <a:spcPts val="0"/>
              </a:spcBef>
              <a:spcAft>
                <a:spcPts val="0"/>
              </a:spcAft>
              <a:buClr>
                <a:srgbClr val="364049"/>
              </a:buClr>
              <a:buSzPts val="1900"/>
              <a:buFont typeface="Century Gothic"/>
              <a:buNone/>
            </a:pPr>
            <a:r>
              <a:rPr lang="en" sz="1200">
                <a:solidFill>
                  <a:schemeClr val="lt1"/>
                </a:solidFill>
                <a:latin typeface="Proxima Nova Extrabold"/>
                <a:ea typeface="Proxima Nova Extrabold"/>
                <a:cs typeface="Proxima Nova Extrabold"/>
                <a:sym typeface="Proxima Nova Extrabold"/>
              </a:rPr>
              <a:t>Site Structure Overview</a:t>
            </a:r>
            <a:endParaRPr sz="1200">
              <a:solidFill>
                <a:schemeClr val="lt1"/>
              </a:solidFill>
              <a:latin typeface="Proxima Nova Extrabold"/>
              <a:ea typeface="Proxima Nova Extrabold"/>
              <a:cs typeface="Proxima Nova Extrabold"/>
              <a:sym typeface="Proxima Nova Extrabold"/>
            </a:endParaRPr>
          </a:p>
        </p:txBody>
      </p:sp>
      <p:sp>
        <p:nvSpPr>
          <p:cNvPr id="572" name="Google Shape;572;p76"/>
          <p:cNvSpPr txBox="1"/>
          <p:nvPr/>
        </p:nvSpPr>
        <p:spPr>
          <a:xfrm>
            <a:off x="6020200" y="1124525"/>
            <a:ext cx="3000000" cy="1200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rgbClr val="F00D68"/>
                </a:solidFill>
                <a:latin typeface="Proxima Nova"/>
                <a:ea typeface="Proxima Nova"/>
                <a:cs typeface="Proxima Nova"/>
                <a:sym typeface="Proxima Nova"/>
              </a:rPr>
              <a:t>Indexable URLs vs URLs in the XML Sitemap</a:t>
            </a:r>
            <a:endParaRPr/>
          </a:p>
        </p:txBody>
      </p:sp>
      <p:pic>
        <p:nvPicPr>
          <p:cNvPr id="573" name="Google Shape;573;p76" title="Chart"/>
          <p:cNvPicPr preferRelativeResize="0"/>
          <p:nvPr/>
        </p:nvPicPr>
        <p:blipFill>
          <a:blip r:embed="rId4">
            <a:alphaModFix/>
          </a:blip>
          <a:stretch>
            <a:fillRect/>
          </a:stretch>
        </p:blipFill>
        <p:spPr>
          <a:xfrm>
            <a:off x="343225" y="900025"/>
            <a:ext cx="5407200" cy="3343450"/>
          </a:xfrm>
          <a:prstGeom prst="rect">
            <a:avLst/>
          </a:prstGeom>
          <a:noFill/>
          <a:ln>
            <a:noFill/>
          </a:ln>
        </p:spPr>
      </p:pic>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EEE"/>
        </a:solidFill>
      </p:bgPr>
    </p:bg>
    <p:spTree>
      <p:nvGrpSpPr>
        <p:cNvPr id="577" name="Shape 577"/>
        <p:cNvGrpSpPr/>
        <p:nvPr/>
      </p:nvGrpSpPr>
      <p:grpSpPr>
        <a:xfrm>
          <a:off x="0" y="0"/>
          <a:ext cx="0" cy="0"/>
          <a:chOff x="0" y="0"/>
          <a:chExt cx="0" cy="0"/>
        </a:xfrm>
      </p:grpSpPr>
      <p:sp>
        <p:nvSpPr>
          <p:cNvPr id="578" name="Google Shape;578;p77"/>
          <p:cNvSpPr/>
          <p:nvPr/>
        </p:nvSpPr>
        <p:spPr>
          <a:xfrm rot="10800000">
            <a:off x="3532500" y="1248061"/>
            <a:ext cx="18300" cy="2537400"/>
          </a:xfrm>
          <a:prstGeom prst="rect">
            <a:avLst/>
          </a:prstGeom>
          <a:gradFill>
            <a:gsLst>
              <a:gs pos="0">
                <a:srgbClr val="D9D9D9">
                  <a:alpha val="0"/>
                </a:srgbClr>
              </a:gs>
              <a:gs pos="50000">
                <a:srgbClr val="D9D9D9">
                  <a:alpha val="29411"/>
                </a:srgbClr>
              </a:gs>
              <a:gs pos="100000">
                <a:srgbClr val="D9D9D9">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pic>
        <p:nvPicPr>
          <p:cNvPr id="579" name="Google Shape;579;p77"/>
          <p:cNvPicPr preferRelativeResize="0"/>
          <p:nvPr/>
        </p:nvPicPr>
        <p:blipFill rotWithShape="1">
          <a:blip r:embed="rId3">
            <a:alphaModFix/>
          </a:blip>
          <a:srcRect b="0" l="0" r="0" t="0"/>
          <a:stretch/>
        </p:blipFill>
        <p:spPr>
          <a:xfrm>
            <a:off x="8396475" y="4653650"/>
            <a:ext cx="465000" cy="393814"/>
          </a:xfrm>
          <a:prstGeom prst="rect">
            <a:avLst/>
          </a:prstGeom>
          <a:noFill/>
          <a:ln>
            <a:noFill/>
          </a:ln>
        </p:spPr>
      </p:pic>
      <p:sp>
        <p:nvSpPr>
          <p:cNvPr id="580" name="Google Shape;580;p77"/>
          <p:cNvSpPr txBox="1"/>
          <p:nvPr/>
        </p:nvSpPr>
        <p:spPr>
          <a:xfrm>
            <a:off x="6020200" y="1612750"/>
            <a:ext cx="2811300" cy="278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In this section, provide any notable insights into:</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W</a:t>
            </a:r>
            <a:r>
              <a:rPr lang="en" sz="1100">
                <a:solidFill>
                  <a:schemeClr val="dk1"/>
                </a:solidFill>
                <a:latin typeface="Proxima Nova"/>
                <a:ea typeface="Proxima Nova"/>
                <a:cs typeface="Proxima Nova"/>
                <a:sym typeface="Proxima Nova"/>
              </a:rPr>
              <a:t>hat</a:t>
            </a:r>
            <a:r>
              <a:rPr lang="en" sz="1100">
                <a:solidFill>
                  <a:schemeClr val="dk1"/>
                </a:solidFill>
                <a:latin typeface="Proxima Nova"/>
                <a:ea typeface="Proxima Nova"/>
                <a:cs typeface="Proxima Nova"/>
                <a:sym typeface="Proxima Nova"/>
              </a:rPr>
              <a:t> sections of the site are generating revenue</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Is revenue generation split up between several page types, or is there a select few responsible for generating revenue from organic?</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Are any of their blogs at this time generating revenue?</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For the top 5 pages generating revenue, is there a page generating a significant amount in comparison to the entire site?</a:t>
            </a:r>
            <a:endParaRPr sz="1100">
              <a:solidFill>
                <a:schemeClr val="dk1"/>
              </a:solidFill>
              <a:latin typeface="Proxima Nova"/>
              <a:ea typeface="Proxima Nova"/>
              <a:cs typeface="Proxima Nova"/>
              <a:sym typeface="Proxima Nova"/>
            </a:endParaRPr>
          </a:p>
        </p:txBody>
      </p:sp>
      <p:sp>
        <p:nvSpPr>
          <p:cNvPr id="581" name="Google Shape;581;p77"/>
          <p:cNvSpPr/>
          <p:nvPr/>
        </p:nvSpPr>
        <p:spPr>
          <a:xfrm>
            <a:off x="0" y="0"/>
            <a:ext cx="2891400" cy="457200"/>
          </a:xfrm>
          <a:prstGeom prst="rect">
            <a:avLst/>
          </a:prstGeom>
          <a:gradFill>
            <a:gsLst>
              <a:gs pos="0">
                <a:srgbClr val="696969"/>
              </a:gs>
              <a:gs pos="100000">
                <a:srgbClr val="1D1D1D"/>
              </a:gs>
            </a:gsLst>
            <a:lin ang="5400012" scaled="0"/>
          </a:gradFill>
          <a:ln>
            <a:noFill/>
          </a:ln>
        </p:spPr>
        <p:txBody>
          <a:bodyPr anchorCtr="0" anchor="b" bIns="17150" lIns="34300" spcFirstLastPara="1" rIns="34300" wrap="square" tIns="17150">
            <a:noAutofit/>
          </a:bodyPr>
          <a:lstStyle/>
          <a:p>
            <a:pPr indent="0" lvl="0" marL="0" rtl="0" algn="ctr">
              <a:lnSpc>
                <a:spcPct val="170000"/>
              </a:lnSpc>
              <a:spcBef>
                <a:spcPts val="0"/>
              </a:spcBef>
              <a:spcAft>
                <a:spcPts val="0"/>
              </a:spcAft>
              <a:buClr>
                <a:srgbClr val="364049"/>
              </a:buClr>
              <a:buSzPts val="1900"/>
              <a:buFont typeface="Century Gothic"/>
              <a:buNone/>
            </a:pPr>
            <a:r>
              <a:rPr lang="en" sz="1200">
                <a:solidFill>
                  <a:schemeClr val="lt1"/>
                </a:solidFill>
                <a:latin typeface="Proxima Nova Extrabold"/>
                <a:ea typeface="Proxima Nova Extrabold"/>
                <a:cs typeface="Proxima Nova Extrabold"/>
                <a:sym typeface="Proxima Nova Extrabold"/>
              </a:rPr>
              <a:t>Organic Performance - Bookings</a:t>
            </a:r>
            <a:endParaRPr sz="1200">
              <a:solidFill>
                <a:schemeClr val="lt1"/>
              </a:solidFill>
              <a:latin typeface="Proxima Nova Extrabold"/>
              <a:ea typeface="Proxima Nova Extrabold"/>
              <a:cs typeface="Proxima Nova Extrabold"/>
              <a:sym typeface="Proxima Nova Extrabold"/>
            </a:endParaRPr>
          </a:p>
        </p:txBody>
      </p:sp>
      <p:sp>
        <p:nvSpPr>
          <p:cNvPr id="582" name="Google Shape;582;p77"/>
          <p:cNvSpPr txBox="1"/>
          <p:nvPr/>
        </p:nvSpPr>
        <p:spPr>
          <a:xfrm>
            <a:off x="6020200" y="1124525"/>
            <a:ext cx="3000000" cy="523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200">
                <a:solidFill>
                  <a:srgbClr val="F00D68"/>
                </a:solidFill>
                <a:latin typeface="Proxima Nova"/>
                <a:ea typeface="Proxima Nova"/>
                <a:cs typeface="Proxima Nova"/>
                <a:sym typeface="Proxima Nova"/>
              </a:rPr>
              <a:t>Revenue Heading</a:t>
            </a:r>
            <a:endParaRPr/>
          </a:p>
        </p:txBody>
      </p:sp>
      <p:graphicFrame>
        <p:nvGraphicFramePr>
          <p:cNvPr id="583" name="Google Shape;583;p77"/>
          <p:cNvGraphicFramePr/>
          <p:nvPr/>
        </p:nvGraphicFramePr>
        <p:xfrm>
          <a:off x="170575" y="3115775"/>
          <a:ext cx="3000000" cy="3000000"/>
        </p:xfrm>
        <a:graphic>
          <a:graphicData uri="http://schemas.openxmlformats.org/drawingml/2006/table">
            <a:tbl>
              <a:tblPr>
                <a:noFill/>
                <a:tableStyleId>{72D5B7A4-0B4D-45B1-A0CB-2E4914C7CC6D}</a:tableStyleId>
              </a:tblPr>
              <a:tblGrid>
                <a:gridCol w="3932025"/>
                <a:gridCol w="1268075"/>
              </a:tblGrid>
              <a:tr h="340050">
                <a:tc>
                  <a:txBody>
                    <a:bodyPr/>
                    <a:lstStyle/>
                    <a:p>
                      <a:pPr indent="0" lvl="0" marL="0" rtl="0" algn="l">
                        <a:lnSpc>
                          <a:spcPct val="115000"/>
                        </a:lnSpc>
                        <a:spcBef>
                          <a:spcPts val="0"/>
                        </a:spcBef>
                        <a:spcAft>
                          <a:spcPts val="0"/>
                        </a:spcAft>
                        <a:buNone/>
                      </a:pPr>
                      <a:r>
                        <a:rPr b="1" lang="en" sz="1100">
                          <a:solidFill>
                            <a:srgbClr val="FFFFFF"/>
                          </a:solidFill>
                          <a:latin typeface="Proxima Nova"/>
                          <a:ea typeface="Proxima Nova"/>
                          <a:cs typeface="Proxima Nova"/>
                          <a:sym typeface="Proxima Nova"/>
                        </a:rPr>
                        <a:t>Top 5 Pages by Revenue</a:t>
                      </a:r>
                      <a:endParaRPr b="1" sz="1100">
                        <a:solidFill>
                          <a:srgbClr val="FFFFFF"/>
                        </a:solidFill>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CCCCCC"/>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21A6B"/>
                    </a:solidFill>
                  </a:tcPr>
                </a:tc>
                <a:tc>
                  <a:txBody>
                    <a:bodyPr/>
                    <a:lstStyle/>
                    <a:p>
                      <a:pPr indent="0" lvl="0" marL="0" rtl="0" algn="ctr">
                        <a:lnSpc>
                          <a:spcPct val="115000"/>
                        </a:lnSpc>
                        <a:spcBef>
                          <a:spcPts val="0"/>
                        </a:spcBef>
                        <a:spcAft>
                          <a:spcPts val="0"/>
                        </a:spcAft>
                        <a:buNone/>
                      </a:pPr>
                      <a:r>
                        <a:rPr b="1" lang="en" sz="1100">
                          <a:solidFill>
                            <a:srgbClr val="FFFFFF"/>
                          </a:solidFill>
                          <a:latin typeface="Proxima Nova"/>
                          <a:ea typeface="Proxima Nova"/>
                          <a:cs typeface="Proxima Nova"/>
                          <a:sym typeface="Proxima Nova"/>
                        </a:rPr>
                        <a:t>Purchase Revenue</a:t>
                      </a:r>
                      <a:endParaRPr b="1" sz="1100">
                        <a:solidFill>
                          <a:srgbClr val="FFFFFF"/>
                        </a:solidFill>
                        <a:latin typeface="Proxima Nova"/>
                        <a:ea typeface="Proxima Nova"/>
                        <a:cs typeface="Proxima Nova"/>
                        <a:sym typeface="Proxima Nova"/>
                      </a:endParaRPr>
                    </a:p>
                  </a:txBody>
                  <a:tcPr marT="19050" marB="19050" marR="28575" marL="28575" anchor="ctr">
                    <a:lnL cap="flat" cmpd="sng" w="9525">
                      <a:solidFill>
                        <a:srgbClr val="CCCCCC"/>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rgbClr val="E21A6B"/>
                    </a:solidFill>
                  </a:tcPr>
                </a:tc>
              </a:tr>
              <a:tr h="185225">
                <a:tc>
                  <a:txBody>
                    <a:bodyPr/>
                    <a:lstStyle/>
                    <a:p>
                      <a:pPr indent="0" lvl="0" marL="0" rtl="0" algn="l">
                        <a:lnSpc>
                          <a:spcPct val="115000"/>
                        </a:lnSpc>
                        <a:spcBef>
                          <a:spcPts val="0"/>
                        </a:spcBef>
                        <a:spcAft>
                          <a:spcPts val="0"/>
                        </a:spcAft>
                        <a:buNone/>
                      </a:pPr>
                      <a:r>
                        <a:rPr lang="en" sz="1000" u="sng">
                          <a:solidFill>
                            <a:schemeClr val="hlink"/>
                          </a:solidFill>
                          <a:latin typeface="Proxima Nova"/>
                          <a:ea typeface="Proxima Nova"/>
                          <a:cs typeface="Proxima Nova"/>
                          <a:sym typeface="Proxima Nova"/>
                          <a:hlinkClick r:id="rId4"/>
                        </a:rPr>
                        <a:t>https://modernadventure.com/</a:t>
                      </a:r>
                      <a:endParaRPr sz="1000" u="sng">
                        <a:solidFill>
                          <a:schemeClr val="hlink"/>
                        </a:solidFill>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$43,900</a:t>
                      </a:r>
                      <a:endParaRPr sz="1000">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185225">
                <a:tc>
                  <a:txBody>
                    <a:bodyPr/>
                    <a:lstStyle/>
                    <a:p>
                      <a:pPr indent="0" lvl="0" marL="0" rtl="0" algn="l">
                        <a:lnSpc>
                          <a:spcPct val="115000"/>
                        </a:lnSpc>
                        <a:spcBef>
                          <a:spcPts val="0"/>
                        </a:spcBef>
                        <a:spcAft>
                          <a:spcPts val="0"/>
                        </a:spcAft>
                        <a:buNone/>
                      </a:pPr>
                      <a:r>
                        <a:rPr lang="en" sz="1000" u="sng">
                          <a:solidFill>
                            <a:schemeClr val="hlink"/>
                          </a:solidFill>
                          <a:latin typeface="Proxima Nova"/>
                          <a:ea typeface="Proxima Nova"/>
                          <a:cs typeface="Proxima Nova"/>
                          <a:sym typeface="Proxima Nova"/>
                          <a:hlinkClick r:id="rId5"/>
                        </a:rPr>
                        <a:t>https://modernadventure.com/our-trips/</a:t>
                      </a:r>
                      <a:endParaRPr sz="1000" u="sng">
                        <a:solidFill>
                          <a:schemeClr val="hlink"/>
                        </a:solidFill>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$30,000</a:t>
                      </a:r>
                      <a:endParaRPr sz="1000">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40050">
                <a:tc>
                  <a:txBody>
                    <a:bodyPr/>
                    <a:lstStyle/>
                    <a:p>
                      <a:pPr indent="0" lvl="0" marL="0" rtl="0" algn="l">
                        <a:lnSpc>
                          <a:spcPct val="115000"/>
                        </a:lnSpc>
                        <a:spcBef>
                          <a:spcPts val="0"/>
                        </a:spcBef>
                        <a:spcAft>
                          <a:spcPts val="0"/>
                        </a:spcAft>
                        <a:buNone/>
                      </a:pPr>
                      <a:r>
                        <a:rPr lang="en" sz="1000" u="sng">
                          <a:solidFill>
                            <a:schemeClr val="hlink"/>
                          </a:solidFill>
                          <a:latin typeface="Proxima Nova"/>
                          <a:ea typeface="Proxima Nova"/>
                          <a:cs typeface="Proxima Nova"/>
                          <a:sym typeface="Proxima Nova"/>
                          <a:hlinkClick r:id="rId6"/>
                        </a:rPr>
                        <a:t>https://modernadventure.com/our-trips/oaxaca-with-erik-anderson/</a:t>
                      </a:r>
                      <a:endParaRPr sz="1000" u="sng">
                        <a:solidFill>
                          <a:schemeClr val="hlink"/>
                        </a:solidFill>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$9,500</a:t>
                      </a:r>
                      <a:endParaRPr sz="1000">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40050">
                <a:tc>
                  <a:txBody>
                    <a:bodyPr/>
                    <a:lstStyle/>
                    <a:p>
                      <a:pPr indent="0" lvl="0" marL="0" rtl="0" algn="l">
                        <a:lnSpc>
                          <a:spcPct val="115000"/>
                        </a:lnSpc>
                        <a:spcBef>
                          <a:spcPts val="0"/>
                        </a:spcBef>
                        <a:spcAft>
                          <a:spcPts val="0"/>
                        </a:spcAft>
                        <a:buNone/>
                      </a:pPr>
                      <a:r>
                        <a:rPr lang="en" sz="1000" u="sng">
                          <a:solidFill>
                            <a:schemeClr val="hlink"/>
                          </a:solidFill>
                          <a:latin typeface="Proxima Nova"/>
                          <a:ea typeface="Proxima Nova"/>
                          <a:cs typeface="Proxima Nova"/>
                          <a:sym typeface="Proxima Nova"/>
                          <a:hlinkClick r:id="rId7"/>
                        </a:rPr>
                        <a:t>https://modernadventure.com/our-trips/oaxaca-with-heath-ceramics/</a:t>
                      </a:r>
                      <a:endParaRPr sz="1000" u="sng">
                        <a:solidFill>
                          <a:schemeClr val="hlink"/>
                        </a:solidFill>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$5,500</a:t>
                      </a:r>
                      <a:endParaRPr sz="1000">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r h="340050">
                <a:tc>
                  <a:txBody>
                    <a:bodyPr/>
                    <a:lstStyle/>
                    <a:p>
                      <a:pPr indent="0" lvl="0" marL="0" rtl="0" algn="l">
                        <a:lnSpc>
                          <a:spcPct val="115000"/>
                        </a:lnSpc>
                        <a:spcBef>
                          <a:spcPts val="0"/>
                        </a:spcBef>
                        <a:spcAft>
                          <a:spcPts val="0"/>
                        </a:spcAft>
                        <a:buNone/>
                      </a:pPr>
                      <a:r>
                        <a:rPr lang="en" sz="1000" u="sng">
                          <a:solidFill>
                            <a:schemeClr val="hlink"/>
                          </a:solidFill>
                          <a:latin typeface="Proxima Nova"/>
                          <a:ea typeface="Proxima Nova"/>
                          <a:cs typeface="Proxima Nova"/>
                          <a:sym typeface="Proxima Nova"/>
                          <a:hlinkClick r:id="rId8"/>
                        </a:rPr>
                        <a:t>https://modernadventure.com/our-trips/oaxaca-with-fany-gerson/</a:t>
                      </a:r>
                      <a:endParaRPr sz="1000" u="sng">
                        <a:solidFill>
                          <a:schemeClr val="hlink"/>
                        </a:solidFill>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c>
                  <a:txBody>
                    <a:bodyPr/>
                    <a:lstStyle/>
                    <a:p>
                      <a:pPr indent="0" lvl="0" marL="0" rtl="0" algn="ctr">
                        <a:lnSpc>
                          <a:spcPct val="115000"/>
                        </a:lnSpc>
                        <a:spcBef>
                          <a:spcPts val="0"/>
                        </a:spcBef>
                        <a:spcAft>
                          <a:spcPts val="0"/>
                        </a:spcAft>
                        <a:buNone/>
                      </a:pPr>
                      <a:r>
                        <a:rPr lang="en" sz="1000">
                          <a:latin typeface="Proxima Nova"/>
                          <a:ea typeface="Proxima Nova"/>
                          <a:cs typeface="Proxima Nova"/>
                          <a:sym typeface="Proxima Nova"/>
                        </a:rPr>
                        <a:t>$3,000</a:t>
                      </a:r>
                      <a:endParaRPr sz="1000">
                        <a:latin typeface="Proxima Nova"/>
                        <a:ea typeface="Proxima Nova"/>
                        <a:cs typeface="Proxima Nova"/>
                        <a:sym typeface="Proxima Nova"/>
                      </a:endParaRPr>
                    </a:p>
                  </a:txBody>
                  <a:tcPr marT="19050" marB="19050" marR="28575" marL="28575" anchor="ctr">
                    <a:lnL cap="flat" cmpd="sng" w="9525">
                      <a:solidFill>
                        <a:srgbClr val="9E9E9E"/>
                      </a:solidFill>
                      <a:prstDash val="solid"/>
                      <a:round/>
                      <a:headEnd len="sm" w="sm" type="none"/>
                      <a:tailEnd len="sm" w="sm" type="none"/>
                    </a:lnL>
                    <a:lnR cap="flat" cmpd="sng" w="9525">
                      <a:solidFill>
                        <a:srgbClr val="9E9E9E"/>
                      </a:solidFill>
                      <a:prstDash val="solid"/>
                      <a:round/>
                      <a:headEnd len="sm" w="sm" type="none"/>
                      <a:tailEnd len="sm" w="sm" type="none"/>
                    </a:lnR>
                    <a:lnT cap="flat" cmpd="sng" w="9525">
                      <a:solidFill>
                        <a:srgbClr val="9E9E9E"/>
                      </a:solidFill>
                      <a:prstDash val="solid"/>
                      <a:round/>
                      <a:headEnd len="sm" w="sm" type="none"/>
                      <a:tailEnd len="sm" w="sm" type="none"/>
                    </a:lnT>
                    <a:lnB cap="flat" cmpd="sng" w="9525">
                      <a:solidFill>
                        <a:srgbClr val="9E9E9E"/>
                      </a:solidFill>
                      <a:prstDash val="solid"/>
                      <a:round/>
                      <a:headEnd len="sm" w="sm" type="none"/>
                      <a:tailEnd len="sm" w="sm" type="none"/>
                    </a:lnB>
                    <a:solidFill>
                      <a:schemeClr val="lt1"/>
                    </a:solidFill>
                  </a:tcPr>
                </a:tc>
              </a:tr>
            </a:tbl>
          </a:graphicData>
        </a:graphic>
      </p:graphicFrame>
      <p:pic>
        <p:nvPicPr>
          <p:cNvPr id="584" name="Google Shape;584;p77" title="Chart"/>
          <p:cNvPicPr preferRelativeResize="0"/>
          <p:nvPr/>
        </p:nvPicPr>
        <p:blipFill>
          <a:blip r:embed="rId9">
            <a:alphaModFix/>
          </a:blip>
          <a:stretch>
            <a:fillRect/>
          </a:stretch>
        </p:blipFill>
        <p:spPr>
          <a:xfrm>
            <a:off x="170575" y="664700"/>
            <a:ext cx="5273841" cy="2232588"/>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EEEEE"/>
        </a:solidFill>
      </p:bgPr>
    </p:bg>
    <p:spTree>
      <p:nvGrpSpPr>
        <p:cNvPr id="588" name="Shape 588"/>
        <p:cNvGrpSpPr/>
        <p:nvPr/>
      </p:nvGrpSpPr>
      <p:grpSpPr>
        <a:xfrm>
          <a:off x="0" y="0"/>
          <a:ext cx="0" cy="0"/>
          <a:chOff x="0" y="0"/>
          <a:chExt cx="0" cy="0"/>
        </a:xfrm>
      </p:grpSpPr>
      <p:sp>
        <p:nvSpPr>
          <p:cNvPr id="589" name="Google Shape;589;p78"/>
          <p:cNvSpPr/>
          <p:nvPr/>
        </p:nvSpPr>
        <p:spPr>
          <a:xfrm rot="10800000">
            <a:off x="3532500" y="1248061"/>
            <a:ext cx="18300" cy="2537400"/>
          </a:xfrm>
          <a:prstGeom prst="rect">
            <a:avLst/>
          </a:prstGeom>
          <a:gradFill>
            <a:gsLst>
              <a:gs pos="0">
                <a:srgbClr val="D9D9D9">
                  <a:alpha val="0"/>
                </a:srgbClr>
              </a:gs>
              <a:gs pos="50000">
                <a:srgbClr val="D9D9D9">
                  <a:alpha val="29411"/>
                </a:srgbClr>
              </a:gs>
              <a:gs pos="100000">
                <a:srgbClr val="D9D9D9">
                  <a:alpha val="0"/>
                </a:srgbClr>
              </a:gs>
            </a:gsLst>
            <a:lin ang="5400700" scaled="0"/>
          </a:gra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None/>
            </a:pPr>
            <a:r>
              <a:t/>
            </a:r>
            <a:endParaRPr/>
          </a:p>
        </p:txBody>
      </p:sp>
      <p:pic>
        <p:nvPicPr>
          <p:cNvPr id="590" name="Google Shape;590;p78"/>
          <p:cNvPicPr preferRelativeResize="0"/>
          <p:nvPr/>
        </p:nvPicPr>
        <p:blipFill rotWithShape="1">
          <a:blip r:embed="rId3">
            <a:alphaModFix/>
          </a:blip>
          <a:srcRect b="0" l="0" r="0" t="0"/>
          <a:stretch/>
        </p:blipFill>
        <p:spPr>
          <a:xfrm>
            <a:off x="8396475" y="4653650"/>
            <a:ext cx="465000" cy="393814"/>
          </a:xfrm>
          <a:prstGeom prst="rect">
            <a:avLst/>
          </a:prstGeom>
          <a:noFill/>
          <a:ln>
            <a:noFill/>
          </a:ln>
        </p:spPr>
      </p:pic>
      <p:sp>
        <p:nvSpPr>
          <p:cNvPr id="591" name="Google Shape;591;p78"/>
          <p:cNvSpPr txBox="1"/>
          <p:nvPr/>
        </p:nvSpPr>
        <p:spPr>
          <a:xfrm>
            <a:off x="6020200" y="1612750"/>
            <a:ext cx="2811300" cy="2780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1100">
                <a:solidFill>
                  <a:schemeClr val="dk1"/>
                </a:solidFill>
                <a:latin typeface="Proxima Nova"/>
                <a:ea typeface="Proxima Nova"/>
                <a:cs typeface="Proxima Nova"/>
                <a:sym typeface="Proxima Nova"/>
              </a:rPr>
              <a:t>In this section, provide any notable insights into:</a:t>
            </a:r>
            <a:endParaRPr sz="1100">
              <a:solidFill>
                <a:schemeClr val="dk1"/>
              </a:solidFill>
              <a:latin typeface="Proxima Nova"/>
              <a:ea typeface="Proxima Nova"/>
              <a:cs typeface="Proxima Nova"/>
              <a:sym typeface="Proxima Nova"/>
            </a:endParaRPr>
          </a:p>
          <a:p>
            <a:pPr indent="0" lvl="0" marL="0" rtl="0" algn="l">
              <a:spcBef>
                <a:spcPts val="0"/>
              </a:spcBef>
              <a:spcAft>
                <a:spcPts val="0"/>
              </a:spcAft>
              <a:buClr>
                <a:schemeClr val="dk1"/>
              </a:buClr>
              <a:buSzPts val="1100"/>
              <a:buFont typeface="Arial"/>
              <a:buNone/>
            </a:pPr>
            <a:r>
              <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Of the sections of the site driving revenue from organic, how many pages are actually driving revenue? What percentage?</a:t>
            </a:r>
            <a:endParaRPr sz="1100">
              <a:solidFill>
                <a:schemeClr val="dk1"/>
              </a:solidFill>
              <a:latin typeface="Proxima Nova"/>
              <a:ea typeface="Proxima Nova"/>
              <a:cs typeface="Proxima Nova"/>
              <a:sym typeface="Proxima Nova"/>
            </a:endParaRPr>
          </a:p>
          <a:p>
            <a:pPr indent="-298450" lvl="0" marL="457200" rtl="0" algn="l">
              <a:spcBef>
                <a:spcPts val="0"/>
              </a:spcBef>
              <a:spcAft>
                <a:spcPts val="0"/>
              </a:spcAft>
              <a:buClr>
                <a:schemeClr val="dk1"/>
              </a:buClr>
              <a:buSzPts val="1100"/>
              <a:buFont typeface="Proxima Nova"/>
              <a:buChar char="●"/>
            </a:pPr>
            <a:r>
              <a:rPr lang="en" sz="1100">
                <a:solidFill>
                  <a:schemeClr val="dk1"/>
                </a:solidFill>
                <a:latin typeface="Proxima Nova"/>
                <a:ea typeface="Proxima Nova"/>
                <a:cs typeface="Proxima Nova"/>
                <a:sym typeface="Proxima Nova"/>
              </a:rPr>
              <a:t>Is it a select few pages that are actually ranking and driving revenue, or is it well mixed?</a:t>
            </a:r>
            <a:endParaRPr sz="1100">
              <a:solidFill>
                <a:schemeClr val="dk1"/>
              </a:solidFill>
              <a:latin typeface="Proxima Nova"/>
              <a:ea typeface="Proxima Nova"/>
              <a:cs typeface="Proxima Nova"/>
              <a:sym typeface="Proxima Nova"/>
            </a:endParaRPr>
          </a:p>
        </p:txBody>
      </p:sp>
      <p:sp>
        <p:nvSpPr>
          <p:cNvPr id="592" name="Google Shape;592;p78"/>
          <p:cNvSpPr/>
          <p:nvPr/>
        </p:nvSpPr>
        <p:spPr>
          <a:xfrm>
            <a:off x="0" y="0"/>
            <a:ext cx="2891400" cy="457200"/>
          </a:xfrm>
          <a:prstGeom prst="rect">
            <a:avLst/>
          </a:prstGeom>
          <a:gradFill>
            <a:gsLst>
              <a:gs pos="0">
                <a:srgbClr val="696969"/>
              </a:gs>
              <a:gs pos="100000">
                <a:srgbClr val="1D1D1D"/>
              </a:gs>
            </a:gsLst>
            <a:lin ang="5400012" scaled="0"/>
          </a:gradFill>
          <a:ln>
            <a:noFill/>
          </a:ln>
        </p:spPr>
        <p:txBody>
          <a:bodyPr anchorCtr="0" anchor="b" bIns="17150" lIns="34300" spcFirstLastPara="1" rIns="34300" wrap="square" tIns="17150">
            <a:noAutofit/>
          </a:bodyPr>
          <a:lstStyle/>
          <a:p>
            <a:pPr indent="0" lvl="0" marL="0" rtl="0" algn="ctr">
              <a:lnSpc>
                <a:spcPct val="170000"/>
              </a:lnSpc>
              <a:spcBef>
                <a:spcPts val="0"/>
              </a:spcBef>
              <a:spcAft>
                <a:spcPts val="0"/>
              </a:spcAft>
              <a:buClr>
                <a:srgbClr val="364049"/>
              </a:buClr>
              <a:buSzPts val="1900"/>
              <a:buFont typeface="Century Gothic"/>
              <a:buNone/>
            </a:pPr>
            <a:r>
              <a:rPr lang="en" sz="1200">
                <a:solidFill>
                  <a:schemeClr val="lt1"/>
                </a:solidFill>
                <a:latin typeface="Proxima Nova Extrabold"/>
                <a:ea typeface="Proxima Nova Extrabold"/>
                <a:cs typeface="Proxima Nova Extrabold"/>
                <a:sym typeface="Proxima Nova Extrabold"/>
              </a:rPr>
              <a:t>Organic Performance - Bookings</a:t>
            </a:r>
            <a:endParaRPr sz="1200">
              <a:solidFill>
                <a:schemeClr val="lt1"/>
              </a:solidFill>
              <a:latin typeface="Proxima Nova Extrabold"/>
              <a:ea typeface="Proxima Nova Extrabold"/>
              <a:cs typeface="Proxima Nova Extrabold"/>
              <a:sym typeface="Proxima Nova Extrabold"/>
            </a:endParaRPr>
          </a:p>
        </p:txBody>
      </p:sp>
      <p:sp>
        <p:nvSpPr>
          <p:cNvPr id="593" name="Google Shape;593;p78"/>
          <p:cNvSpPr txBox="1"/>
          <p:nvPr/>
        </p:nvSpPr>
        <p:spPr>
          <a:xfrm>
            <a:off x="6020200" y="1124525"/>
            <a:ext cx="3000000" cy="507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en" sz="2100">
                <a:solidFill>
                  <a:srgbClr val="F00D68"/>
                </a:solidFill>
                <a:latin typeface="Proxima Nova"/>
                <a:ea typeface="Proxima Nova"/>
                <a:cs typeface="Proxima Nova"/>
                <a:sym typeface="Proxima Nova"/>
              </a:rPr>
              <a:t>Pages Driving Revenue</a:t>
            </a:r>
            <a:endParaRPr sz="1300"/>
          </a:p>
        </p:txBody>
      </p:sp>
      <p:pic>
        <p:nvPicPr>
          <p:cNvPr id="594" name="Google Shape;594;p78" title="Chart"/>
          <p:cNvPicPr preferRelativeResize="0"/>
          <p:nvPr/>
        </p:nvPicPr>
        <p:blipFill>
          <a:blip r:embed="rId4">
            <a:alphaModFix/>
          </a:blip>
          <a:stretch>
            <a:fillRect/>
          </a:stretch>
        </p:blipFill>
        <p:spPr>
          <a:xfrm>
            <a:off x="170565" y="690600"/>
            <a:ext cx="5273862" cy="2232600"/>
          </a:xfrm>
          <a:prstGeom prst="rect">
            <a:avLst/>
          </a:prstGeom>
          <a:noFill/>
          <a:ln>
            <a:noFill/>
          </a:ln>
          <a:effectLst>
            <a:outerShdw blurRad="57150" rotWithShape="0" algn="bl" dir="5400000" dist="19050">
              <a:srgbClr val="000000">
                <a:alpha val="50000"/>
              </a:srgbClr>
            </a:outerShdw>
          </a:effectLst>
        </p:spPr>
      </p:pic>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bg>
      <p:bgPr>
        <a:solidFill>
          <a:srgbClr val="E21A6B"/>
        </a:solidFill>
      </p:bgPr>
    </p:bg>
    <p:spTree>
      <p:nvGrpSpPr>
        <p:cNvPr id="598" name="Shape 598"/>
        <p:cNvGrpSpPr/>
        <p:nvPr/>
      </p:nvGrpSpPr>
      <p:grpSpPr>
        <a:xfrm>
          <a:off x="0" y="0"/>
          <a:ext cx="0" cy="0"/>
          <a:chOff x="0" y="0"/>
          <a:chExt cx="0" cy="0"/>
        </a:xfrm>
      </p:grpSpPr>
      <p:sp>
        <p:nvSpPr>
          <p:cNvPr id="599" name="Google Shape;599;p79"/>
          <p:cNvSpPr/>
          <p:nvPr/>
        </p:nvSpPr>
        <p:spPr>
          <a:xfrm>
            <a:off x="2700350" y="-42850"/>
            <a:ext cx="64434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0" name="Google Shape;600;p79"/>
          <p:cNvSpPr txBox="1"/>
          <p:nvPr>
            <p:ph type="title"/>
          </p:nvPr>
        </p:nvSpPr>
        <p:spPr>
          <a:xfrm>
            <a:off x="313100" y="1998025"/>
            <a:ext cx="21837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FFFFFF"/>
                </a:solidFill>
                <a:latin typeface="Proxima Nova"/>
                <a:ea typeface="Proxima Nova"/>
                <a:cs typeface="Proxima Nova"/>
                <a:sym typeface="Proxima Nova"/>
              </a:rPr>
              <a:t>What are your </a:t>
            </a:r>
            <a:r>
              <a:rPr b="1" lang="en" sz="2400">
                <a:solidFill>
                  <a:srgbClr val="FFFFFF"/>
                </a:solidFill>
                <a:latin typeface="Proxima Nova"/>
                <a:ea typeface="Proxima Nova"/>
                <a:cs typeface="Proxima Nova"/>
                <a:sym typeface="Proxima Nova"/>
              </a:rPr>
              <a:t>outcomes</a:t>
            </a:r>
            <a:r>
              <a:rPr lang="en" sz="2400">
                <a:solidFill>
                  <a:srgbClr val="FFFFFF"/>
                </a:solidFill>
                <a:latin typeface="Proxima Nova"/>
                <a:ea typeface="Proxima Nova"/>
                <a:cs typeface="Proxima Nova"/>
                <a:sym typeface="Proxima Nova"/>
              </a:rPr>
              <a:t>?</a:t>
            </a:r>
            <a:endParaRPr sz="2400">
              <a:solidFill>
                <a:srgbClr val="FFFFFF"/>
              </a:solidFill>
              <a:latin typeface="Proxima Nova"/>
              <a:ea typeface="Proxima Nova"/>
              <a:cs typeface="Proxima Nova"/>
              <a:sym typeface="Proxima Nova"/>
            </a:endParaRPr>
          </a:p>
        </p:txBody>
      </p:sp>
      <p:sp>
        <p:nvSpPr>
          <p:cNvPr id="601" name="Google Shape;601;p79"/>
          <p:cNvSpPr txBox="1"/>
          <p:nvPr/>
        </p:nvSpPr>
        <p:spPr>
          <a:xfrm>
            <a:off x="2875500" y="342900"/>
            <a:ext cx="6268500" cy="3614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1200">
                <a:solidFill>
                  <a:srgbClr val="E21A6B"/>
                </a:solidFill>
                <a:latin typeface="Proxima Nova"/>
                <a:ea typeface="Proxima Nova"/>
                <a:cs typeface="Proxima Nova"/>
                <a:sym typeface="Proxima Nova"/>
              </a:rPr>
              <a:t>Important Learnings and Insights:</a:t>
            </a:r>
            <a:endParaRPr sz="1200">
              <a:solidFill>
                <a:srgbClr val="E21A6B"/>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Next slide will correlate site sections to phases of the Traveler Intent Journey, to help identify where the client’s site is meeting content goals, and where there are large gaps in the customer journey.</a:t>
            </a:r>
            <a:endParaRPr sz="1200">
              <a:solidFill>
                <a:schemeClr val="dk1"/>
              </a:solidFill>
              <a:latin typeface="Proxima Nova"/>
              <a:ea typeface="Proxima Nova"/>
              <a:cs typeface="Proxima Nova"/>
              <a:sym typeface="Proxima Nova"/>
            </a:endParaRPr>
          </a:p>
          <a:p>
            <a:pPr indent="0" lvl="0" marL="0" rtl="0" algn="l">
              <a:lnSpc>
                <a:spcPct val="100000"/>
              </a:lnSpc>
              <a:spcBef>
                <a:spcPts val="700"/>
              </a:spcBef>
              <a:spcAft>
                <a:spcPts val="0"/>
              </a:spcAft>
              <a:buNone/>
            </a:pPr>
            <a:r>
              <a:t/>
            </a:r>
            <a:endParaRPr sz="1200">
              <a:solidFill>
                <a:schemeClr val="dk1"/>
              </a:solidFill>
              <a:latin typeface="Proxima Nova"/>
              <a:ea typeface="Proxima Nova"/>
              <a:cs typeface="Proxima Nova"/>
              <a:sym typeface="Proxima Nova"/>
            </a:endParaRPr>
          </a:p>
          <a:p>
            <a:pPr indent="0" lvl="0" marL="0" rtl="0" algn="l">
              <a:lnSpc>
                <a:spcPct val="100000"/>
              </a:lnSpc>
              <a:spcBef>
                <a:spcPts val="700"/>
              </a:spcBef>
              <a:spcAft>
                <a:spcPts val="700"/>
              </a:spcAft>
              <a:buNone/>
            </a:pPr>
            <a:r>
              <a:t/>
            </a:r>
            <a:endParaRPr sz="1200">
              <a:solidFill>
                <a:schemeClr val="dk1"/>
              </a:solidFill>
              <a:latin typeface="Proxima Nova"/>
              <a:ea typeface="Proxima Nova"/>
              <a:cs typeface="Proxima Nova"/>
              <a:sym typeface="Proxima Nova"/>
            </a:endParaRPr>
          </a:p>
        </p:txBody>
      </p:sp>
      <p:pic>
        <p:nvPicPr>
          <p:cNvPr id="602" name="Google Shape;602;p79"/>
          <p:cNvPicPr preferRelativeResize="0"/>
          <p:nvPr/>
        </p:nvPicPr>
        <p:blipFill rotWithShape="1">
          <a:blip r:embed="rId3">
            <a:alphaModFix/>
          </a:blip>
          <a:srcRect b="0" l="0" r="0" t="0"/>
          <a:stretch/>
        </p:blipFill>
        <p:spPr>
          <a:xfrm>
            <a:off x="8432975" y="250200"/>
            <a:ext cx="465000" cy="393814"/>
          </a:xfrm>
          <a:prstGeom prst="rect">
            <a:avLst/>
          </a:prstGeom>
          <a:noFill/>
          <a:ln>
            <a:noFill/>
          </a:ln>
        </p:spPr>
      </p:pic>
      <p:pic>
        <p:nvPicPr>
          <p:cNvPr id="603" name="Google Shape;603;p79"/>
          <p:cNvPicPr preferRelativeResize="0"/>
          <p:nvPr/>
        </p:nvPicPr>
        <p:blipFill rotWithShape="1">
          <a:blip r:embed="rId4">
            <a:alphaModFix/>
          </a:blip>
          <a:srcRect b="0" l="21581" r="0" t="21210"/>
          <a:stretch/>
        </p:blipFill>
        <p:spPr>
          <a:xfrm rot="2036056">
            <a:off x="-257753" y="-3551033"/>
            <a:ext cx="3515956" cy="59768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1"/>
                                        </p:tgtEl>
                                        <p:attrNameLst>
                                          <p:attrName>style.visibility</p:attrName>
                                        </p:attrNameLst>
                                      </p:cBhvr>
                                      <p:to>
                                        <p:strVal val="visible"/>
                                      </p:to>
                                    </p:set>
                                    <p:animEffect filter="fade" transition="in">
                                      <p:cBhvr>
                                        <p:cTn dur="1000"/>
                                        <p:tgtEl>
                                          <p:spTgt spid="6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607" name="Shape 607"/>
        <p:cNvGrpSpPr/>
        <p:nvPr/>
      </p:nvGrpSpPr>
      <p:grpSpPr>
        <a:xfrm>
          <a:off x="0" y="0"/>
          <a:ext cx="0" cy="0"/>
          <a:chOff x="0" y="0"/>
          <a:chExt cx="0" cy="0"/>
        </a:xfrm>
      </p:grpSpPr>
      <p:sp>
        <p:nvSpPr>
          <p:cNvPr id="608" name="Google Shape;608;p80"/>
          <p:cNvSpPr/>
          <p:nvPr/>
        </p:nvSpPr>
        <p:spPr>
          <a:xfrm>
            <a:off x="2700350" y="-42850"/>
            <a:ext cx="64434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9" name="Google Shape;609;p80"/>
          <p:cNvSpPr txBox="1"/>
          <p:nvPr>
            <p:ph type="title"/>
          </p:nvPr>
        </p:nvSpPr>
        <p:spPr>
          <a:xfrm>
            <a:off x="313100" y="1998025"/>
            <a:ext cx="21837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FFFFFF"/>
                </a:solidFill>
                <a:latin typeface="Proxima Nova"/>
                <a:ea typeface="Proxima Nova"/>
                <a:cs typeface="Proxima Nova"/>
                <a:sym typeface="Proxima Nova"/>
              </a:rPr>
              <a:t>What are your </a:t>
            </a:r>
            <a:r>
              <a:rPr b="1" lang="en" sz="2400">
                <a:solidFill>
                  <a:srgbClr val="FFFFFF"/>
                </a:solidFill>
                <a:latin typeface="Proxima Nova"/>
                <a:ea typeface="Proxima Nova"/>
                <a:cs typeface="Proxima Nova"/>
                <a:sym typeface="Proxima Nova"/>
              </a:rPr>
              <a:t>outcomes</a:t>
            </a:r>
            <a:r>
              <a:rPr lang="en" sz="2400">
                <a:solidFill>
                  <a:srgbClr val="FFFFFF"/>
                </a:solidFill>
                <a:latin typeface="Proxima Nova"/>
                <a:ea typeface="Proxima Nova"/>
                <a:cs typeface="Proxima Nova"/>
                <a:sym typeface="Proxima Nova"/>
              </a:rPr>
              <a:t>?</a:t>
            </a:r>
            <a:endParaRPr sz="2400">
              <a:solidFill>
                <a:srgbClr val="FFFFFF"/>
              </a:solidFill>
              <a:latin typeface="Proxima Nova"/>
              <a:ea typeface="Proxima Nova"/>
              <a:cs typeface="Proxima Nova"/>
              <a:sym typeface="Proxima Nova"/>
            </a:endParaRPr>
          </a:p>
        </p:txBody>
      </p:sp>
      <p:sp>
        <p:nvSpPr>
          <p:cNvPr id="610" name="Google Shape;610;p80"/>
          <p:cNvSpPr txBox="1"/>
          <p:nvPr/>
        </p:nvSpPr>
        <p:spPr>
          <a:xfrm>
            <a:off x="2875500" y="342900"/>
            <a:ext cx="6268500" cy="3614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Clr>
                <a:schemeClr val="dk1"/>
              </a:buClr>
              <a:buSzPts val="1100"/>
              <a:buFont typeface="Arial"/>
              <a:buNone/>
            </a:pPr>
            <a:r>
              <a:rPr b="1" lang="en" sz="1200">
                <a:solidFill>
                  <a:srgbClr val="E21A6B"/>
                </a:solidFill>
                <a:latin typeface="Proxima Nova"/>
                <a:ea typeface="Proxima Nova"/>
                <a:cs typeface="Proxima Nova"/>
                <a:sym typeface="Proxima Nova"/>
              </a:rPr>
              <a:t>Important Learnings and Insights:</a:t>
            </a:r>
            <a:endParaRPr sz="1200">
              <a:solidFill>
                <a:srgbClr val="E21A6B"/>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X 301 URLs and XX 404 links found on the website.</a:t>
            </a:r>
            <a:endParaRPr sz="1200">
              <a:solidFill>
                <a:schemeClr val="dk1"/>
              </a:solidFill>
              <a:latin typeface="Proxima Nova"/>
              <a:ea typeface="Proxima Nova"/>
              <a:cs typeface="Proxima Nova"/>
              <a:sym typeface="Proxima Nova"/>
            </a:endParaRPr>
          </a:p>
          <a:p>
            <a:pPr indent="-304800" lvl="1" marL="9144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Give the action task to either replace or remove URL.</a:t>
            </a:r>
            <a:endParaRPr sz="1200">
              <a:solidFill>
                <a:schemeClr val="dk1"/>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Very strong backlink profile with 99% of DoFollow links pointed at the homepage (XXX links).</a:t>
            </a:r>
            <a:endParaRPr sz="1200">
              <a:solidFill>
                <a:schemeClr val="dk1"/>
              </a:solidFill>
              <a:latin typeface="Proxima Nova"/>
              <a:ea typeface="Proxima Nova"/>
              <a:cs typeface="Proxima Nova"/>
              <a:sym typeface="Proxima Nova"/>
            </a:endParaRPr>
          </a:p>
          <a:p>
            <a:pPr indent="0" lvl="0" marL="0" rtl="0" algn="l">
              <a:lnSpc>
                <a:spcPct val="100000"/>
              </a:lnSpc>
              <a:spcBef>
                <a:spcPts val="700"/>
              </a:spcBef>
              <a:spcAft>
                <a:spcPts val="0"/>
              </a:spcAft>
              <a:buNone/>
            </a:pPr>
            <a:r>
              <a:t/>
            </a:r>
            <a:endParaRPr sz="1200">
              <a:solidFill>
                <a:schemeClr val="dk1"/>
              </a:solidFill>
              <a:latin typeface="Proxima Nova"/>
              <a:ea typeface="Proxima Nova"/>
              <a:cs typeface="Proxima Nova"/>
              <a:sym typeface="Proxima Nova"/>
            </a:endParaRPr>
          </a:p>
          <a:p>
            <a:pPr indent="0" lvl="0" marL="0" rtl="0" algn="l">
              <a:lnSpc>
                <a:spcPct val="100000"/>
              </a:lnSpc>
              <a:spcBef>
                <a:spcPts val="700"/>
              </a:spcBef>
              <a:spcAft>
                <a:spcPts val="0"/>
              </a:spcAft>
              <a:buNone/>
            </a:pPr>
            <a:r>
              <a:rPr b="1" lang="en" sz="1200">
                <a:solidFill>
                  <a:srgbClr val="E21A6B"/>
                </a:solidFill>
                <a:latin typeface="Proxima Nova"/>
                <a:ea typeface="Proxima Nova"/>
                <a:cs typeface="Proxima Nova"/>
                <a:sym typeface="Proxima Nova"/>
              </a:rPr>
              <a:t>We identified the following items  for direct action:</a:t>
            </a:r>
            <a:endParaRPr sz="1200">
              <a:solidFill>
                <a:srgbClr val="E21A6B"/>
              </a:solidFill>
              <a:latin typeface="Proxima Nova"/>
              <a:ea typeface="Proxima Nova"/>
              <a:cs typeface="Proxima Nova"/>
              <a:sym typeface="Proxima Nova"/>
            </a:endParaRPr>
          </a:p>
          <a:p>
            <a:pPr indent="-304800" lvl="0" marL="457200" rtl="0" algn="l">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XX pages to Find and Remove the URL</a:t>
            </a:r>
            <a:endParaRPr sz="1200">
              <a:solidFill>
                <a:schemeClr val="dk1"/>
              </a:solidFill>
              <a:latin typeface="Proxima Nova"/>
              <a:ea typeface="Proxima Nova"/>
              <a:cs typeface="Proxima Nova"/>
              <a:sym typeface="Proxima Nova"/>
            </a:endParaRPr>
          </a:p>
          <a:p>
            <a:pPr indent="-304800" lvl="1" marL="914400" rtl="0" algn="l">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Many of these links are located on this page </a:t>
            </a:r>
            <a:r>
              <a:rPr lang="en" sz="1200" u="sng">
                <a:solidFill>
                  <a:schemeClr val="dk1"/>
                </a:solidFill>
                <a:latin typeface="Proxima Nova"/>
                <a:ea typeface="Proxima Nova"/>
                <a:cs typeface="Proxima Nova"/>
                <a:sym typeface="Proxima Nova"/>
                <a:hlinkClick r:id="rId3">
                  <a:extLst>
                    <a:ext uri="{A12FA001-AC4F-418D-AE19-62706E023703}">
                      <ahyp:hlinkClr val="tx"/>
                    </a:ext>
                  </a:extLst>
                </a:hlinkClick>
              </a:rPr>
              <a:t>https://www.gracerosefarm.com/blogs/news/extending-our-season</a:t>
            </a:r>
            <a:endParaRPr sz="1200">
              <a:solidFill>
                <a:schemeClr val="dk1"/>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XX pages to Find and Replace the URL</a:t>
            </a:r>
            <a:endParaRPr sz="1200">
              <a:solidFill>
                <a:schemeClr val="dk1"/>
              </a:solidFill>
              <a:latin typeface="Proxima Nova"/>
              <a:ea typeface="Proxima Nova"/>
              <a:cs typeface="Proxima Nova"/>
              <a:sym typeface="Proxima Nova"/>
            </a:endParaRPr>
          </a:p>
          <a:p>
            <a:pPr indent="-304800" lvl="1" marL="9144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Many of these links are located on this page: </a:t>
            </a:r>
            <a:r>
              <a:rPr lang="en" sz="1200" u="sng">
                <a:solidFill>
                  <a:schemeClr val="dk1"/>
                </a:solidFill>
                <a:latin typeface="Proxima Nova"/>
                <a:ea typeface="Proxima Nova"/>
                <a:cs typeface="Proxima Nova"/>
                <a:sym typeface="Proxima Nova"/>
                <a:hlinkClick r:id="rId4">
                  <a:extLst>
                    <a:ext uri="{A12FA001-AC4F-418D-AE19-62706E023703}">
                      <ahyp:hlinkClr val="tx"/>
                    </a:ext>
                  </a:extLst>
                </a:hlinkClick>
              </a:rPr>
              <a:t>https://www.gracerosefarm.com/blogs/news/getting-to-know-our-customers</a:t>
            </a:r>
            <a:r>
              <a:rPr lang="en" sz="1200">
                <a:solidFill>
                  <a:schemeClr val="dk1"/>
                </a:solidFill>
                <a:latin typeface="Proxima Nova"/>
                <a:ea typeface="Proxima Nova"/>
                <a:cs typeface="Proxima Nova"/>
                <a:sym typeface="Proxima Nova"/>
              </a:rPr>
              <a:t> </a:t>
            </a:r>
            <a:endParaRPr sz="1200">
              <a:solidFill>
                <a:schemeClr val="dk1"/>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XX pages to Optimize On-Page SEO</a:t>
            </a:r>
            <a:endParaRPr sz="1200">
              <a:solidFill>
                <a:schemeClr val="dk1"/>
              </a:solidFill>
              <a:latin typeface="Proxima Nova"/>
              <a:ea typeface="Proxima Nova"/>
              <a:cs typeface="Proxima Nova"/>
              <a:sym typeface="Proxima Nova"/>
            </a:endParaRPr>
          </a:p>
          <a:p>
            <a:pPr indent="-304800" lvl="1" marL="9144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Product Category pages and important website pages</a:t>
            </a:r>
            <a:endParaRPr sz="1200">
              <a:solidFill>
                <a:schemeClr val="dk1"/>
              </a:solidFill>
              <a:latin typeface="Proxima Nova"/>
              <a:ea typeface="Proxima Nova"/>
              <a:cs typeface="Proxima Nova"/>
              <a:sym typeface="Proxima Nova"/>
            </a:endParaRPr>
          </a:p>
          <a:p>
            <a:pPr indent="-304800" lvl="0" marL="457200" rtl="0" algn="l">
              <a:lnSpc>
                <a:spcPct val="100000"/>
              </a:lnSpc>
              <a:spcBef>
                <a:spcPts val="70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XX pages to Content Analysis</a:t>
            </a:r>
            <a:endParaRPr sz="1200">
              <a:solidFill>
                <a:schemeClr val="dk1"/>
              </a:solidFill>
              <a:latin typeface="Proxima Nova"/>
              <a:ea typeface="Proxima Nova"/>
              <a:cs typeface="Proxima Nova"/>
              <a:sym typeface="Proxima Nova"/>
            </a:endParaRPr>
          </a:p>
          <a:p>
            <a:pPr indent="-304800" lvl="1" marL="914400" rtl="0" algn="l">
              <a:lnSpc>
                <a:spcPct val="100000"/>
              </a:lnSpc>
              <a:spcBef>
                <a:spcPts val="700"/>
              </a:spcBef>
              <a:spcAft>
                <a:spcPts val="700"/>
              </a:spcAft>
              <a:buClr>
                <a:schemeClr val="dk1"/>
              </a:buClr>
              <a:buSzPts val="1200"/>
              <a:buFont typeface="Proxima Nova"/>
              <a:buChar char="○"/>
            </a:pPr>
            <a:r>
              <a:rPr lang="en" sz="1200">
                <a:solidFill>
                  <a:schemeClr val="dk1"/>
                </a:solidFill>
                <a:latin typeface="Proxima Nova"/>
                <a:ea typeface="Proxima Nova"/>
                <a:cs typeface="Proxima Nova"/>
                <a:sym typeface="Proxima Nova"/>
              </a:rPr>
              <a:t>Blog posts targeting highly search topics</a:t>
            </a:r>
            <a:endParaRPr sz="1200">
              <a:solidFill>
                <a:schemeClr val="dk1"/>
              </a:solidFill>
              <a:latin typeface="Proxima Nova"/>
              <a:ea typeface="Proxima Nova"/>
              <a:cs typeface="Proxima Nova"/>
              <a:sym typeface="Proxima Nova"/>
            </a:endParaRPr>
          </a:p>
        </p:txBody>
      </p:sp>
      <p:pic>
        <p:nvPicPr>
          <p:cNvPr id="611" name="Google Shape;611;p80"/>
          <p:cNvPicPr preferRelativeResize="0"/>
          <p:nvPr/>
        </p:nvPicPr>
        <p:blipFill rotWithShape="1">
          <a:blip r:embed="rId5">
            <a:alphaModFix/>
          </a:blip>
          <a:srcRect b="0" l="0" r="0" t="0"/>
          <a:stretch/>
        </p:blipFill>
        <p:spPr>
          <a:xfrm>
            <a:off x="8432975" y="250200"/>
            <a:ext cx="465000" cy="393814"/>
          </a:xfrm>
          <a:prstGeom prst="rect">
            <a:avLst/>
          </a:prstGeom>
          <a:noFill/>
          <a:ln>
            <a:noFill/>
          </a:ln>
        </p:spPr>
      </p:pic>
      <p:pic>
        <p:nvPicPr>
          <p:cNvPr id="612" name="Google Shape;612;p80"/>
          <p:cNvPicPr preferRelativeResize="0"/>
          <p:nvPr/>
        </p:nvPicPr>
        <p:blipFill rotWithShape="1">
          <a:blip r:embed="rId6">
            <a:alphaModFix/>
          </a:blip>
          <a:srcRect b="0" l="21581" r="0" t="21210"/>
          <a:stretch/>
        </p:blipFill>
        <p:spPr>
          <a:xfrm rot="2036056">
            <a:off x="-257753" y="-3551033"/>
            <a:ext cx="3515956" cy="59768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0"/>
                                        </p:tgtEl>
                                        <p:attrNameLst>
                                          <p:attrName>style.visibility</p:attrName>
                                        </p:attrNameLst>
                                      </p:cBhvr>
                                      <p:to>
                                        <p:strVal val="visible"/>
                                      </p:to>
                                    </p:set>
                                    <p:animEffect filter="fade" transition="in">
                                      <p:cBhvr>
                                        <p:cTn dur="1000"/>
                                        <p:tgtEl>
                                          <p:spTgt spid="61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616" name="Shape 616"/>
        <p:cNvGrpSpPr/>
        <p:nvPr/>
      </p:nvGrpSpPr>
      <p:grpSpPr>
        <a:xfrm>
          <a:off x="0" y="0"/>
          <a:ext cx="0" cy="0"/>
          <a:chOff x="0" y="0"/>
          <a:chExt cx="0" cy="0"/>
        </a:xfrm>
      </p:grpSpPr>
      <p:sp>
        <p:nvSpPr>
          <p:cNvPr id="617" name="Google Shape;617;p81"/>
          <p:cNvSpPr/>
          <p:nvPr/>
        </p:nvSpPr>
        <p:spPr>
          <a:xfrm>
            <a:off x="2700350" y="-42850"/>
            <a:ext cx="64434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8" name="Google Shape;618;p81"/>
          <p:cNvSpPr txBox="1"/>
          <p:nvPr>
            <p:ph type="title"/>
          </p:nvPr>
        </p:nvSpPr>
        <p:spPr>
          <a:xfrm>
            <a:off x="313100" y="1998025"/>
            <a:ext cx="24516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b="1" lang="en" sz="2400">
                <a:solidFill>
                  <a:schemeClr val="lt1"/>
                </a:solidFill>
                <a:latin typeface="Proxima Nova"/>
                <a:ea typeface="Proxima Nova"/>
                <a:cs typeface="Proxima Nova"/>
                <a:sym typeface="Proxima Nova"/>
              </a:rPr>
              <a:t>What’s next?</a:t>
            </a:r>
            <a:endParaRPr b="1" sz="2400">
              <a:solidFill>
                <a:srgbClr val="FFFFFF"/>
              </a:solidFill>
              <a:latin typeface="Proxima Nova"/>
              <a:ea typeface="Proxima Nova"/>
              <a:cs typeface="Proxima Nova"/>
              <a:sym typeface="Proxima Nova"/>
            </a:endParaRPr>
          </a:p>
        </p:txBody>
      </p:sp>
      <p:sp>
        <p:nvSpPr>
          <p:cNvPr id="619" name="Google Shape;619;p81"/>
          <p:cNvSpPr txBox="1"/>
          <p:nvPr/>
        </p:nvSpPr>
        <p:spPr>
          <a:xfrm>
            <a:off x="2875500" y="342900"/>
            <a:ext cx="4947000" cy="42585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b="1" lang="en" sz="1200">
                <a:solidFill>
                  <a:srgbClr val="E21A6B"/>
                </a:solidFill>
                <a:latin typeface="Proxima Nova"/>
                <a:ea typeface="Proxima Nova"/>
                <a:cs typeface="Proxima Nova"/>
                <a:sym typeface="Proxima Nova"/>
              </a:rPr>
              <a:t>Improving existing assets:</a:t>
            </a:r>
            <a:endParaRPr sz="1200">
              <a:solidFill>
                <a:srgbClr val="E21A6B"/>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oppins"/>
              <a:buChar char="●"/>
            </a:pPr>
            <a:r>
              <a:rPr b="1" lang="en" sz="1200">
                <a:solidFill>
                  <a:schemeClr val="dk1"/>
                </a:solidFill>
                <a:latin typeface="Proxima Nova"/>
                <a:ea typeface="Proxima Nova"/>
                <a:cs typeface="Proxima Nova"/>
                <a:sym typeface="Proxima Nova"/>
              </a:rPr>
              <a:t>URL Actions</a:t>
            </a:r>
            <a:r>
              <a:rPr lang="en" sz="1200">
                <a:solidFill>
                  <a:schemeClr val="dk1"/>
                </a:solidFill>
                <a:latin typeface="Proxima Nova"/>
                <a:ea typeface="Proxima Nova"/>
                <a:cs typeface="Proxima Nova"/>
                <a:sym typeface="Proxima Nova"/>
              </a:rPr>
              <a:t>: Implement technical changes (no index, 301 redirect, etc.)</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oppins"/>
              <a:buChar char="●"/>
            </a:pPr>
            <a:r>
              <a:rPr b="1" lang="en" sz="1200">
                <a:solidFill>
                  <a:schemeClr val="dk1"/>
                </a:solidFill>
                <a:latin typeface="Proxima Nova"/>
                <a:ea typeface="Proxima Nova"/>
                <a:cs typeface="Proxima Nova"/>
                <a:sym typeface="Proxima Nova"/>
              </a:rPr>
              <a:t>Keyword Research</a:t>
            </a:r>
            <a:r>
              <a:rPr lang="en" sz="1200">
                <a:solidFill>
                  <a:schemeClr val="dk1"/>
                </a:solidFill>
                <a:latin typeface="Proxima Nova"/>
                <a:ea typeface="Proxima Nova"/>
                <a:cs typeface="Proxima Nova"/>
                <a:sym typeface="Proxima Nova"/>
              </a:rPr>
              <a:t>: Intent mapping for pages marked “Update On Page”</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oppins"/>
              <a:buChar char="●"/>
            </a:pPr>
            <a:r>
              <a:rPr b="1" lang="en" sz="1200">
                <a:solidFill>
                  <a:schemeClr val="dk1"/>
                </a:solidFill>
                <a:latin typeface="Proxima Nova"/>
                <a:ea typeface="Proxima Nova"/>
                <a:cs typeface="Proxima Nova"/>
                <a:sym typeface="Proxima Nova"/>
              </a:rPr>
              <a:t>On-Page Recommendations</a:t>
            </a:r>
            <a:r>
              <a:rPr lang="en" sz="1200">
                <a:solidFill>
                  <a:schemeClr val="dk1"/>
                </a:solidFill>
                <a:latin typeface="Proxima Nova"/>
                <a:ea typeface="Proxima Nova"/>
                <a:cs typeface="Proxima Nova"/>
                <a:sym typeface="Proxima Nova"/>
              </a:rPr>
              <a:t>:  Improvements (titles, metas, internal links, body text, schema) for pages marked “Update On Page”</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oppins"/>
              <a:buChar char="●"/>
            </a:pPr>
            <a:r>
              <a:rPr b="1" lang="en" sz="1200">
                <a:solidFill>
                  <a:schemeClr val="dk1"/>
                </a:solidFill>
                <a:latin typeface="Proxima Nova"/>
                <a:ea typeface="Proxima Nova"/>
                <a:cs typeface="Proxima Nova"/>
                <a:sym typeface="Proxima Nova"/>
              </a:rPr>
              <a:t>Content Analysis</a:t>
            </a:r>
            <a:r>
              <a:rPr lang="en" sz="1200">
                <a:solidFill>
                  <a:schemeClr val="dk1"/>
                </a:solidFill>
                <a:latin typeface="Proxima Nova"/>
                <a:ea typeface="Proxima Nova"/>
                <a:cs typeface="Proxima Nova"/>
                <a:sym typeface="Proxima Nova"/>
              </a:rPr>
              <a:t>: Improve and update blog post pages with potential to rank for high volume keywords and to merge pages with very similar content</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i="1"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rPr b="1" lang="en" sz="1200">
                <a:solidFill>
                  <a:srgbClr val="E21A6B"/>
                </a:solidFill>
                <a:latin typeface="Proxima Nova"/>
                <a:ea typeface="Proxima Nova"/>
                <a:cs typeface="Proxima Nova"/>
                <a:sym typeface="Proxima Nova"/>
              </a:rPr>
              <a:t>Creating new assets:</a:t>
            </a:r>
            <a:endParaRPr sz="1200">
              <a:solidFill>
                <a:srgbClr val="E21A6B"/>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Char char="●"/>
            </a:pPr>
            <a:r>
              <a:rPr lang="en" sz="1200">
                <a:solidFill>
                  <a:schemeClr val="dk1"/>
                </a:solidFill>
                <a:latin typeface="Proxima Nova"/>
                <a:ea typeface="Proxima Nova"/>
                <a:cs typeface="Proxima Nova"/>
                <a:sym typeface="Proxima Nova"/>
              </a:rPr>
              <a:t>[Replace or remove this section as needed]</a:t>
            </a:r>
            <a:endParaRPr b="1" sz="1200">
              <a:solidFill>
                <a:schemeClr val="dk1"/>
              </a:solidFill>
              <a:latin typeface="Proxima Nova"/>
              <a:ea typeface="Proxima Nova"/>
              <a:cs typeface="Proxima Nova"/>
              <a:sym typeface="Proxima Nova"/>
            </a:endParaRPr>
          </a:p>
        </p:txBody>
      </p:sp>
      <p:pic>
        <p:nvPicPr>
          <p:cNvPr id="620" name="Google Shape;620;p81"/>
          <p:cNvPicPr preferRelativeResize="0"/>
          <p:nvPr/>
        </p:nvPicPr>
        <p:blipFill rotWithShape="1">
          <a:blip r:embed="rId3">
            <a:alphaModFix/>
          </a:blip>
          <a:srcRect b="0" l="0" r="0" t="0"/>
          <a:stretch/>
        </p:blipFill>
        <p:spPr>
          <a:xfrm>
            <a:off x="8432975" y="250200"/>
            <a:ext cx="465000" cy="393814"/>
          </a:xfrm>
          <a:prstGeom prst="rect">
            <a:avLst/>
          </a:prstGeom>
          <a:noFill/>
          <a:ln>
            <a:noFill/>
          </a:ln>
        </p:spPr>
      </p:pic>
      <p:pic>
        <p:nvPicPr>
          <p:cNvPr id="621" name="Google Shape;621;p81"/>
          <p:cNvPicPr preferRelativeResize="0"/>
          <p:nvPr/>
        </p:nvPicPr>
        <p:blipFill rotWithShape="1">
          <a:blip r:embed="rId4">
            <a:alphaModFix/>
          </a:blip>
          <a:srcRect b="0" l="21581" r="0" t="21210"/>
          <a:stretch/>
        </p:blipFill>
        <p:spPr>
          <a:xfrm rot="2036056">
            <a:off x="-257753" y="-3551033"/>
            <a:ext cx="3515956" cy="5976892"/>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9"/>
                                        </p:tgtEl>
                                        <p:attrNameLst>
                                          <p:attrName>style.visibility</p:attrName>
                                        </p:attrNameLst>
                                      </p:cBhvr>
                                      <p:to>
                                        <p:strVal val="visible"/>
                                      </p:to>
                                    </p:set>
                                    <p:animEffect filter="fade" transition="in">
                                      <p:cBhvr>
                                        <p:cTn dur="1000"/>
                                        <p:tgtEl>
                                          <p:spTgt spid="61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625" name="Shape 625"/>
        <p:cNvGrpSpPr/>
        <p:nvPr/>
      </p:nvGrpSpPr>
      <p:grpSpPr>
        <a:xfrm>
          <a:off x="0" y="0"/>
          <a:ext cx="0" cy="0"/>
          <a:chOff x="0" y="0"/>
          <a:chExt cx="0" cy="0"/>
        </a:xfrm>
      </p:grpSpPr>
      <p:sp>
        <p:nvSpPr>
          <p:cNvPr id="626" name="Google Shape;626;p82"/>
          <p:cNvSpPr txBox="1"/>
          <p:nvPr>
            <p:ph type="title"/>
          </p:nvPr>
        </p:nvSpPr>
        <p:spPr>
          <a:xfrm>
            <a:off x="4388400" y="2108000"/>
            <a:ext cx="4457700" cy="648900"/>
          </a:xfrm>
          <a:prstGeom prst="rect">
            <a:avLst/>
          </a:prstGeom>
        </p:spPr>
        <p:txBody>
          <a:bodyPr anchorCtr="0" anchor="t" bIns="91425" lIns="91425" spcFirstLastPara="1" rIns="91425" wrap="square" tIns="91425">
            <a:noAutofit/>
          </a:bodyPr>
          <a:lstStyle/>
          <a:p>
            <a:pPr indent="0" lvl="0" marL="0" rtl="0" algn="r">
              <a:spcBef>
                <a:spcPts val="0"/>
              </a:spcBef>
              <a:spcAft>
                <a:spcPts val="0"/>
              </a:spcAft>
              <a:buSzPts val="990"/>
              <a:buNone/>
            </a:pPr>
            <a:r>
              <a:rPr lang="en" sz="4320">
                <a:solidFill>
                  <a:schemeClr val="lt1"/>
                </a:solidFill>
                <a:latin typeface="Proxima Nova Extrabold"/>
                <a:ea typeface="Proxima Nova Extrabold"/>
                <a:cs typeface="Proxima Nova Extrabold"/>
                <a:sym typeface="Proxima Nova Extrabold"/>
              </a:rPr>
              <a:t>THANK YOU!</a:t>
            </a:r>
            <a:endParaRPr sz="4320">
              <a:solidFill>
                <a:schemeClr val="lt1"/>
              </a:solidFill>
              <a:latin typeface="Proxima Nova Extrabold"/>
              <a:ea typeface="Proxima Nova Extrabold"/>
              <a:cs typeface="Proxima Nova Extrabold"/>
              <a:sym typeface="Proxima Nova Extrabold"/>
            </a:endParaRPr>
          </a:p>
        </p:txBody>
      </p:sp>
      <p:pic>
        <p:nvPicPr>
          <p:cNvPr id="627" name="Google Shape;627;p82"/>
          <p:cNvPicPr preferRelativeResize="0"/>
          <p:nvPr/>
        </p:nvPicPr>
        <p:blipFill>
          <a:blip r:embed="rId3">
            <a:alphaModFix/>
          </a:blip>
          <a:stretch>
            <a:fillRect/>
          </a:stretch>
        </p:blipFill>
        <p:spPr>
          <a:xfrm>
            <a:off x="6825850" y="3988125"/>
            <a:ext cx="1897875" cy="446925"/>
          </a:xfrm>
          <a:prstGeom prst="rect">
            <a:avLst/>
          </a:prstGeom>
          <a:noFill/>
          <a:ln>
            <a:noFill/>
          </a:ln>
        </p:spPr>
      </p:pic>
      <p:pic>
        <p:nvPicPr>
          <p:cNvPr id="628" name="Google Shape;628;p82"/>
          <p:cNvPicPr preferRelativeResize="0"/>
          <p:nvPr/>
        </p:nvPicPr>
        <p:blipFill>
          <a:blip r:embed="rId4">
            <a:alphaModFix/>
          </a:blip>
          <a:stretch>
            <a:fillRect/>
          </a:stretch>
        </p:blipFill>
        <p:spPr>
          <a:xfrm rot="3020700">
            <a:off x="381281" y="-4029789"/>
            <a:ext cx="4595790" cy="9247453"/>
          </a:xfrm>
          <a:prstGeom prst="rect">
            <a:avLst/>
          </a:prstGeom>
          <a:noFill/>
          <a:ln>
            <a:noFill/>
          </a:ln>
        </p:spPr>
      </p:pic>
      <p:sp>
        <p:nvSpPr>
          <p:cNvPr id="629" name="Google Shape;629;p82"/>
          <p:cNvSpPr txBox="1"/>
          <p:nvPr/>
        </p:nvSpPr>
        <p:spPr>
          <a:xfrm>
            <a:off x="366475" y="4251950"/>
            <a:ext cx="4532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lt1"/>
                </a:solidFill>
                <a:latin typeface="Proxima Nova"/>
                <a:ea typeface="Proxima Nova"/>
                <a:cs typeface="Proxima Nova"/>
                <a:sym typeface="Proxima Nova"/>
              </a:rPr>
              <a:t>www.propellic.com</a:t>
            </a:r>
            <a:endParaRPr>
              <a:solidFill>
                <a:schemeClr val="lt1"/>
              </a:solidFill>
              <a:latin typeface="Proxima Nova"/>
              <a:ea typeface="Proxima Nova"/>
              <a:cs typeface="Proxima Nova"/>
              <a:sym typeface="Proxima Nova"/>
            </a:endParaRPr>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E21A6B"/>
        </a:solidFill>
      </p:bgPr>
    </p:bg>
    <p:spTree>
      <p:nvGrpSpPr>
        <p:cNvPr id="633" name="Shape 633"/>
        <p:cNvGrpSpPr/>
        <p:nvPr/>
      </p:nvGrpSpPr>
      <p:grpSpPr>
        <a:xfrm>
          <a:off x="0" y="0"/>
          <a:ext cx="0" cy="0"/>
          <a:chOff x="0" y="0"/>
          <a:chExt cx="0" cy="0"/>
        </a:xfrm>
      </p:grpSpPr>
      <p:pic>
        <p:nvPicPr>
          <p:cNvPr id="634" name="Google Shape;634;p83"/>
          <p:cNvPicPr preferRelativeResize="0"/>
          <p:nvPr/>
        </p:nvPicPr>
        <p:blipFill rotWithShape="1">
          <a:blip r:embed="rId3">
            <a:alphaModFix/>
          </a:blip>
          <a:srcRect b="0" l="21581" r="0" t="21210"/>
          <a:stretch/>
        </p:blipFill>
        <p:spPr>
          <a:xfrm flipH="1" rot="-2036056">
            <a:off x="6748047" y="-258858"/>
            <a:ext cx="3515956" cy="5976892"/>
          </a:xfrm>
          <a:prstGeom prst="rect">
            <a:avLst/>
          </a:prstGeom>
          <a:noFill/>
          <a:ln>
            <a:noFill/>
          </a:ln>
        </p:spPr>
      </p:pic>
      <p:sp>
        <p:nvSpPr>
          <p:cNvPr id="635" name="Google Shape;635;p83"/>
          <p:cNvSpPr/>
          <p:nvPr/>
        </p:nvSpPr>
        <p:spPr>
          <a:xfrm>
            <a:off x="-32150" y="-42850"/>
            <a:ext cx="6708000" cy="52443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36" name="Google Shape;636;p83"/>
          <p:cNvSpPr txBox="1"/>
          <p:nvPr>
            <p:ph type="title"/>
          </p:nvPr>
        </p:nvSpPr>
        <p:spPr>
          <a:xfrm>
            <a:off x="242425" y="537588"/>
            <a:ext cx="3664800" cy="9744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2400">
                <a:solidFill>
                  <a:srgbClr val="E21A6B"/>
                </a:solidFill>
                <a:latin typeface="Proxima Nova"/>
                <a:ea typeface="Proxima Nova"/>
                <a:cs typeface="Proxima Nova"/>
                <a:sym typeface="Proxima Nova"/>
              </a:rPr>
              <a:t>What comes out of the</a:t>
            </a:r>
            <a:r>
              <a:rPr b="1" lang="en" sz="2400">
                <a:solidFill>
                  <a:srgbClr val="E21A6B"/>
                </a:solidFill>
                <a:latin typeface="Proxima Nova"/>
                <a:ea typeface="Proxima Nova"/>
                <a:cs typeface="Proxima Nova"/>
                <a:sym typeface="Proxima Nova"/>
              </a:rPr>
              <a:t> </a:t>
            </a:r>
            <a:r>
              <a:rPr lang="en" sz="2400">
                <a:solidFill>
                  <a:srgbClr val="E21A6B"/>
                </a:solidFill>
                <a:latin typeface="Proxima Nova"/>
                <a:ea typeface="Proxima Nova"/>
                <a:cs typeface="Proxima Nova"/>
                <a:sym typeface="Proxima Nova"/>
              </a:rPr>
              <a:t>“</a:t>
            </a:r>
            <a:r>
              <a:rPr b="1" lang="en" sz="2400">
                <a:solidFill>
                  <a:srgbClr val="E21A6B"/>
                </a:solidFill>
                <a:latin typeface="Proxima Nova"/>
                <a:ea typeface="Proxima Nova"/>
                <a:cs typeface="Proxima Nova"/>
                <a:sym typeface="Proxima Nova"/>
              </a:rPr>
              <a:t>WQA</a:t>
            </a:r>
            <a:r>
              <a:rPr lang="en" sz="2400">
                <a:solidFill>
                  <a:srgbClr val="E21A6B"/>
                </a:solidFill>
                <a:latin typeface="Proxima Nova"/>
                <a:ea typeface="Proxima Nova"/>
                <a:cs typeface="Proxima Nova"/>
                <a:sym typeface="Proxima Nova"/>
              </a:rPr>
              <a:t>” - Site Sections</a:t>
            </a:r>
            <a:endParaRPr sz="2400">
              <a:solidFill>
                <a:srgbClr val="E21A6B"/>
              </a:solidFill>
              <a:latin typeface="Proxima Nova"/>
              <a:ea typeface="Proxima Nova"/>
              <a:cs typeface="Proxima Nova"/>
              <a:sym typeface="Proxima Nova"/>
            </a:endParaRPr>
          </a:p>
        </p:txBody>
      </p:sp>
      <p:sp>
        <p:nvSpPr>
          <p:cNvPr id="637" name="Google Shape;637;p83"/>
          <p:cNvSpPr txBox="1"/>
          <p:nvPr/>
        </p:nvSpPr>
        <p:spPr>
          <a:xfrm>
            <a:off x="242425" y="1594275"/>
            <a:ext cx="3525600" cy="32409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200">
                <a:solidFill>
                  <a:schemeClr val="dk1"/>
                </a:solidFill>
                <a:latin typeface="Proxima Nova"/>
                <a:ea typeface="Proxima Nova"/>
                <a:cs typeface="Proxima Nova"/>
                <a:sym typeface="Proxima Nova"/>
              </a:rPr>
              <a:t>After the data is pulled and aggregated, the manual process begins. </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The first thing we do is group each page into a “section” (see chart for all the section categories we use).</a:t>
            </a:r>
            <a:br>
              <a:rPr lang="en" sz="1200">
                <a:solidFill>
                  <a:schemeClr val="dk1"/>
                </a:solidFill>
                <a:latin typeface="Proxima Nova"/>
                <a:ea typeface="Proxima Nova"/>
                <a:cs typeface="Proxima Nova"/>
                <a:sym typeface="Proxima Nova"/>
              </a:rPr>
            </a:br>
            <a:br>
              <a:rPr lang="en" sz="1200">
                <a:solidFill>
                  <a:schemeClr val="dk1"/>
                </a:solidFill>
                <a:latin typeface="Proxima Nova"/>
                <a:ea typeface="Proxima Nova"/>
                <a:cs typeface="Proxima Nova"/>
                <a:sym typeface="Proxima Nova"/>
              </a:rPr>
            </a:br>
            <a:r>
              <a:rPr lang="en" sz="1200">
                <a:solidFill>
                  <a:schemeClr val="dk1"/>
                </a:solidFill>
                <a:latin typeface="Proxima Nova"/>
                <a:ea typeface="Proxima Nova"/>
                <a:cs typeface="Proxima Nova"/>
                <a:sym typeface="Proxima Nova"/>
              </a:rPr>
              <a:t>We do this for two reasons:</a:t>
            </a:r>
            <a:endParaRPr sz="1200">
              <a:solidFill>
                <a:schemeClr val="dk1"/>
              </a:solidFill>
              <a:latin typeface="Proxima Nova"/>
              <a:ea typeface="Proxima Nova"/>
              <a:cs typeface="Proxima Nova"/>
              <a:sym typeface="Proxima Nova"/>
            </a:endParaRPr>
          </a:p>
          <a:p>
            <a:pPr indent="0" lvl="0" marL="0" rtl="0" algn="l">
              <a:spcBef>
                <a:spcPts val="0"/>
              </a:spcBef>
              <a:spcAft>
                <a:spcPts val="0"/>
              </a:spcAft>
              <a:buNone/>
            </a:pPr>
            <a:r>
              <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segment the site and better prioritize pages / keywords to focus on.</a:t>
            </a:r>
            <a:endParaRPr sz="1200">
              <a:solidFill>
                <a:schemeClr val="dk1"/>
              </a:solidFill>
              <a:latin typeface="Proxima Nova"/>
              <a:ea typeface="Proxima Nova"/>
              <a:cs typeface="Proxima Nova"/>
              <a:sym typeface="Proxima Nova"/>
            </a:endParaRPr>
          </a:p>
          <a:p>
            <a:pPr indent="-304800" lvl="0" marL="457200" rtl="0" algn="l">
              <a:spcBef>
                <a:spcPts val="0"/>
              </a:spcBef>
              <a:spcAft>
                <a:spcPts val="0"/>
              </a:spcAft>
              <a:buClr>
                <a:schemeClr val="dk1"/>
              </a:buClr>
              <a:buSzPts val="1200"/>
              <a:buFont typeface="Proxima Nova"/>
              <a:buAutoNum type="arabicPeriod"/>
            </a:pPr>
            <a:r>
              <a:rPr lang="en" sz="1200">
                <a:solidFill>
                  <a:schemeClr val="dk1"/>
                </a:solidFill>
                <a:latin typeface="Proxima Nova"/>
                <a:ea typeface="Proxima Nova"/>
                <a:cs typeface="Proxima Nova"/>
                <a:sym typeface="Proxima Nova"/>
              </a:rPr>
              <a:t>It allows us to compare “apples to apples” (i.e. we don’t want to be comparing an FAQ page to a product page).</a:t>
            </a:r>
            <a:br>
              <a:rPr lang="en" sz="1200">
                <a:solidFill>
                  <a:schemeClr val="dk1"/>
                </a:solidFill>
                <a:latin typeface="Proxima Nova"/>
                <a:ea typeface="Proxima Nova"/>
                <a:cs typeface="Proxima Nova"/>
                <a:sym typeface="Proxima Nova"/>
              </a:rPr>
            </a:br>
            <a:endParaRPr b="1" sz="1200">
              <a:solidFill>
                <a:schemeClr val="dk1"/>
              </a:solidFill>
              <a:latin typeface="Proxima Nova"/>
              <a:ea typeface="Proxima Nova"/>
              <a:cs typeface="Proxima Nova"/>
              <a:sym typeface="Proxima Nova"/>
            </a:endParaRPr>
          </a:p>
        </p:txBody>
      </p:sp>
      <p:pic>
        <p:nvPicPr>
          <p:cNvPr id="638" name="Google Shape;638;p83"/>
          <p:cNvPicPr preferRelativeResize="0"/>
          <p:nvPr/>
        </p:nvPicPr>
        <p:blipFill rotWithShape="1">
          <a:blip r:embed="rId4">
            <a:alphaModFix/>
          </a:blip>
          <a:srcRect b="0" l="0" r="0" t="0"/>
          <a:stretch/>
        </p:blipFill>
        <p:spPr>
          <a:xfrm>
            <a:off x="8432975" y="250200"/>
            <a:ext cx="465000" cy="393814"/>
          </a:xfrm>
          <a:prstGeom prst="rect">
            <a:avLst/>
          </a:prstGeom>
          <a:noFill/>
          <a:ln>
            <a:noFill/>
          </a:ln>
        </p:spPr>
      </p:pic>
      <p:sp>
        <p:nvSpPr>
          <p:cNvPr id="639" name="Google Shape;639;p83"/>
          <p:cNvSpPr txBox="1"/>
          <p:nvPr>
            <p:ph type="title"/>
          </p:nvPr>
        </p:nvSpPr>
        <p:spPr>
          <a:xfrm>
            <a:off x="242425" y="189850"/>
            <a:ext cx="4283100" cy="5145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1600">
                <a:solidFill>
                  <a:srgbClr val="E21A6B"/>
                </a:solidFill>
                <a:latin typeface="Proxima Nova"/>
                <a:ea typeface="Proxima Nova"/>
                <a:cs typeface="Proxima Nova"/>
                <a:sym typeface="Proxima Nova"/>
              </a:rPr>
              <a:t>Tours, Activities &amp; Attractions</a:t>
            </a:r>
            <a:endParaRPr sz="1600">
              <a:solidFill>
                <a:srgbClr val="E21A6B"/>
              </a:solidFill>
              <a:latin typeface="Proxima Nova"/>
              <a:ea typeface="Proxima Nova"/>
              <a:cs typeface="Proxima Nova"/>
              <a:sym typeface="Proxima Nova"/>
            </a:endParaRPr>
          </a:p>
        </p:txBody>
      </p:sp>
      <p:graphicFrame>
        <p:nvGraphicFramePr>
          <p:cNvPr id="640" name="Google Shape;640;p83"/>
          <p:cNvGraphicFramePr/>
          <p:nvPr/>
        </p:nvGraphicFramePr>
        <p:xfrm>
          <a:off x="4205638" y="929363"/>
          <a:ext cx="3000000" cy="3000000"/>
        </p:xfrm>
        <a:graphic>
          <a:graphicData uri="http://schemas.openxmlformats.org/drawingml/2006/table">
            <a:tbl>
              <a:tblPr>
                <a:noFill/>
                <a:tableStyleId>{72D5B7A4-0B4D-45B1-A0CB-2E4914C7CC6D}</a:tableStyleId>
              </a:tblPr>
              <a:tblGrid>
                <a:gridCol w="952500"/>
                <a:gridCol w="3615125"/>
              </a:tblGrid>
              <a:tr h="200025">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Category Tag</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dk1"/>
                    </a:solidFill>
                  </a:tcPr>
                </a:tc>
                <a:tc>
                  <a:txBody>
                    <a:bodyPr/>
                    <a:lstStyle/>
                    <a:p>
                      <a:pPr indent="0" lvl="0" marL="0" rtl="0" algn="l">
                        <a:lnSpc>
                          <a:spcPct val="115000"/>
                        </a:lnSpc>
                        <a:spcBef>
                          <a:spcPts val="0"/>
                        </a:spcBef>
                        <a:spcAft>
                          <a:spcPts val="0"/>
                        </a:spcAft>
                        <a:buNone/>
                      </a:pPr>
                      <a:r>
                        <a:rPr b="1" lang="en" sz="700">
                          <a:solidFill>
                            <a:srgbClr val="FFFFFF"/>
                          </a:solidFill>
                          <a:latin typeface="Proxima Nova"/>
                          <a:ea typeface="Proxima Nova"/>
                          <a:cs typeface="Proxima Nova"/>
                          <a:sym typeface="Proxima Nova"/>
                        </a:rPr>
                        <a:t>Detail</a:t>
                      </a:r>
                      <a:endParaRPr b="1" sz="700">
                        <a:solidFill>
                          <a:srgbClr val="FFFFFF"/>
                        </a:solidFill>
                        <a:latin typeface="Proxima Nova"/>
                        <a:ea typeface="Proxima Nova"/>
                        <a:cs typeface="Proxima Nova"/>
                        <a:sym typeface="Proxima Nova"/>
                      </a:endParaRPr>
                    </a:p>
                  </a:txBody>
                  <a:tcPr marT="19050" marB="19050" marR="28575" marL="28575" anchor="b">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solidFill>
                      <a:schemeClr val="dk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Home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Primary landing page showcasing tour offerings, main navigation, and featured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page for individual tours or activities, detailing itineraries, price, and booking.</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Location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 of tours and activities grouped by geographical locations (city, state,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Activity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Grouped listings based on activity type (adventure, cultural, culinary, etc.).</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Tour Category - Destination</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Listing tours grouped by broader destination or attraction (e.g., Eiffel Tower, Grand Canyon).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Post</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Individual blog articles typically providing travel tips, guides, or experiences.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Blog Category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Sections grouping blog posts by themes or topics for better navigation.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Country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In-depth guide covering key travel info, top experiences, accommodations, and tips per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State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Guide specific to individual states or regions within a country.</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City Travel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Detailed guides dedicated to specific cities, including attractions, dining, accommodation.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5717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Landmark/Attraction Guide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Dedicated informational page on notable landmarks or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Site Info</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Required informational pages (e.g., Contact Us, FAQs, Terms &amp; Conditions).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Author Page</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Page dedicated to authors/bloggers highlighting their profile and posts they've written.</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r h="200025">
                <a:tc>
                  <a:txBody>
                    <a:bodyPr/>
                    <a:lstStyle/>
                    <a:p>
                      <a:pPr indent="0" lvl="0" marL="0" rtl="0" algn="l">
                        <a:lnSpc>
                          <a:spcPct val="115000"/>
                        </a:lnSpc>
                        <a:spcBef>
                          <a:spcPts val="0"/>
                        </a:spcBef>
                        <a:spcAft>
                          <a:spcPts val="0"/>
                        </a:spcAft>
                        <a:buNone/>
                      </a:pPr>
                      <a:r>
                        <a:rPr b="1" lang="en" sz="700">
                          <a:latin typeface="Roboto"/>
                          <a:ea typeface="Roboto"/>
                          <a:cs typeface="Roboto"/>
                          <a:sym typeface="Roboto"/>
                        </a:rPr>
                        <a:t>Media Gallery</a:t>
                      </a:r>
                      <a:endParaRPr b="1" sz="700">
                        <a:latin typeface="Roboto"/>
                        <a:ea typeface="Roboto"/>
                        <a:cs typeface="Roboto"/>
                        <a:sym typeface="Roboto"/>
                      </a:endParaRPr>
                    </a:p>
                  </a:txBody>
                  <a:tcPr marT="19050" marB="19050" marR="28575" marL="28575" anchor="b">
                    <a:lnL cap="flat" cmpd="sng" w="9525">
                      <a:solidFill>
                        <a:srgbClr val="B7B7B7"/>
                      </a:solidFill>
                      <a:prstDash val="solid"/>
                      <a:round/>
                      <a:headEnd len="sm" w="sm" type="none"/>
                      <a:tailEnd len="sm" w="sm" type="none"/>
                    </a:lnL>
                    <a:lnR cap="flat" cmpd="sng" w="9525">
                      <a:solidFill>
                        <a:srgbClr val="B7B7B7"/>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c>
                  <a:txBody>
                    <a:bodyPr/>
                    <a:lstStyle/>
                    <a:p>
                      <a:pPr indent="0" lvl="0" marL="0" rtl="0" algn="l">
                        <a:lnSpc>
                          <a:spcPct val="115000"/>
                        </a:lnSpc>
                        <a:spcBef>
                          <a:spcPts val="0"/>
                        </a:spcBef>
                        <a:spcAft>
                          <a:spcPts val="0"/>
                        </a:spcAft>
                        <a:buNone/>
                      </a:pPr>
                      <a:r>
                        <a:rPr lang="en" sz="700">
                          <a:latin typeface="Proxima Nova"/>
                          <a:ea typeface="Proxima Nova"/>
                          <a:cs typeface="Proxima Nova"/>
                          <a:sym typeface="Proxima Nova"/>
                        </a:rPr>
                        <a:t>Collection of photos/videos highlighting tours, activities, or attractions.</a:t>
                      </a:r>
                      <a:endParaRPr sz="700">
                        <a:latin typeface="Proxima Nova"/>
                        <a:ea typeface="Proxima Nova"/>
                        <a:cs typeface="Proxima Nova"/>
                        <a:sym typeface="Proxima Nova"/>
                      </a:endParaRPr>
                    </a:p>
                  </a:txBody>
                  <a:tcPr marT="19050" marB="19050" marR="91425" marL="91425" anchor="b">
                    <a:lnL cap="flat" cmpd="sng" w="9525">
                      <a:solidFill>
                        <a:srgbClr val="B7B7B7"/>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B7B7B7"/>
                      </a:solidFill>
                      <a:prstDash val="solid"/>
                      <a:round/>
                      <a:headEnd len="sm" w="sm" type="none"/>
                      <a:tailEnd len="sm" w="sm" type="none"/>
                    </a:lnT>
                    <a:lnB cap="flat" cmpd="sng" w="9525">
                      <a:solidFill>
                        <a:srgbClr val="B7B7B7"/>
                      </a:solidFill>
                      <a:prstDash val="solid"/>
                      <a:round/>
                      <a:headEnd len="sm" w="sm" type="none"/>
                      <a:tailEnd len="sm" w="sm" type="none"/>
                    </a:lnB>
                    <a:solidFill>
                      <a:schemeClr val="lt1"/>
                    </a:solidFill>
                  </a:tcPr>
                </a:tc>
              </a:tr>
            </a:tbl>
          </a:graphicData>
        </a:graphic>
      </p:graphicFrame>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37"/>
                                        </p:tgtEl>
                                        <p:attrNameLst>
                                          <p:attrName>style.visibility</p:attrName>
                                        </p:attrNameLst>
                                      </p:cBhvr>
                                      <p:to>
                                        <p:strVal val="visible"/>
                                      </p:to>
                                    </p:set>
                                    <p:animEffect filter="fade" transition="in">
                                      <p:cBhvr>
                                        <p:cTn dur="1000"/>
                                        <p:tgtEl>
                                          <p:spTgt spid="63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WEBRIS Theme">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